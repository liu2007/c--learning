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69" r:id="rId2"/>
    <p:sldId id="257" r:id="rId3"/>
    <p:sldId id="352" r:id="rId4"/>
    <p:sldId id="334" r:id="rId5"/>
    <p:sldId id="339" r:id="rId6"/>
    <p:sldId id="350" r:id="rId7"/>
    <p:sldId id="337" r:id="rId8"/>
    <p:sldId id="299" r:id="rId9"/>
    <p:sldId id="298" r:id="rId10"/>
    <p:sldId id="301" r:id="rId11"/>
    <p:sldId id="351" r:id="rId12"/>
    <p:sldId id="331" r:id="rId13"/>
    <p:sldId id="348" r:id="rId14"/>
    <p:sldId id="307" r:id="rId15"/>
    <p:sldId id="353" r:id="rId16"/>
    <p:sldId id="309" r:id="rId17"/>
    <p:sldId id="354" r:id="rId18"/>
    <p:sldId id="310" r:id="rId19"/>
    <p:sldId id="325" r:id="rId20"/>
    <p:sldId id="342" r:id="rId21"/>
    <p:sldId id="343" r:id="rId22"/>
    <p:sldId id="328" r:id="rId23"/>
    <p:sldId id="344" r:id="rId24"/>
    <p:sldId id="349" r:id="rId25"/>
    <p:sldId id="329" r:id="rId26"/>
    <p:sldId id="311" r:id="rId27"/>
    <p:sldId id="312" r:id="rId28"/>
    <p:sldId id="321" r:id="rId29"/>
    <p:sldId id="315" r:id="rId30"/>
    <p:sldId id="322" r:id="rId31"/>
    <p:sldId id="323" r:id="rId32"/>
    <p:sldId id="324" r:id="rId33"/>
    <p:sldId id="330" r:id="rId34"/>
    <p:sldId id="317" r:id="rId35"/>
    <p:sldId id="318" r:id="rId36"/>
    <p:sldId id="340" r:id="rId37"/>
    <p:sldId id="341" r:id="rId38"/>
    <p:sldId id="291" r:id="rId39"/>
    <p:sldId id="308" r:id="rId40"/>
    <p:sldId id="333" r:id="rId41"/>
    <p:sldId id="345" r:id="rId42"/>
  </p:sldIdLst>
  <p:sldSz cx="12192000" cy="6858000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8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William Hui (IEG)" initials="W(" lastIdx="2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9900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A8690-33A8-4B5F-9652-23958E1D059B}" v="185" dt="2025-09-11T06:58:30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1" autoAdjust="0"/>
    <p:restoredTop sz="94486" autoAdjust="0"/>
  </p:normalViewPr>
  <p:slideViewPr>
    <p:cSldViewPr>
      <p:cViewPr varScale="1">
        <p:scale>
          <a:sx n="63" d="100"/>
          <a:sy n="63" d="100"/>
        </p:scale>
        <p:origin x="75" y="993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2611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S::yulijiang@cuhk.edu.hk::7c291cd4-aa97-4867-8d2d-ebf5c1c3b419" providerId="AD" clId="Web-{3EB0D841-C2D8-BB16-7D12-BA69EA04A1BA}"/>
    <pc:docChg chg="addSld delSld modSld">
      <pc:chgData name="Yuli Jiang (CSD)" userId="S::yulijiang@cuhk.edu.hk::7c291cd4-aa97-4867-8d2d-ebf5c1c3b419" providerId="AD" clId="Web-{3EB0D841-C2D8-BB16-7D12-BA69EA04A1BA}" dt="2024-09-08T17:17:10.788" v="630" actId="1076"/>
      <pc:docMkLst>
        <pc:docMk/>
      </pc:docMkLst>
      <pc:sldChg chg="modSp">
        <pc:chgData name="Yuli Jiang (CSD)" userId="S::yulijiang@cuhk.edu.hk::7c291cd4-aa97-4867-8d2d-ebf5c1c3b419" providerId="AD" clId="Web-{3EB0D841-C2D8-BB16-7D12-BA69EA04A1BA}" dt="2024-09-08T15:57:14.735" v="7" actId="20577"/>
        <pc:sldMkLst>
          <pc:docMk/>
          <pc:sldMk cId="1865750968" sldId="257"/>
        </pc:sldMkLst>
      </pc:sldChg>
      <pc:sldChg chg="modSp">
        <pc:chgData name="Yuli Jiang (CSD)" userId="S::yulijiang@cuhk.edu.hk::7c291cd4-aa97-4867-8d2d-ebf5c1c3b419" providerId="AD" clId="Web-{3EB0D841-C2D8-BB16-7D12-BA69EA04A1BA}" dt="2024-09-08T17:06:27.628" v="511" actId="20577"/>
        <pc:sldMkLst>
          <pc:docMk/>
          <pc:sldMk cId="0" sldId="291"/>
        </pc:sldMkLst>
      </pc:sldChg>
      <pc:sldChg chg="delSp modSp">
        <pc:chgData name="Yuli Jiang (CSD)" userId="S::yulijiang@cuhk.edu.hk::7c291cd4-aa97-4867-8d2d-ebf5c1c3b419" providerId="AD" clId="Web-{3EB0D841-C2D8-BB16-7D12-BA69EA04A1BA}" dt="2024-09-08T16:26:12.259" v="184" actId="1076"/>
        <pc:sldMkLst>
          <pc:docMk/>
          <pc:sldMk cId="2001830082" sldId="301"/>
        </pc:sldMkLst>
      </pc:sldChg>
      <pc:sldChg chg="del">
        <pc:chgData name="Yuli Jiang (CSD)" userId="S::yulijiang@cuhk.edu.hk::7c291cd4-aa97-4867-8d2d-ebf5c1c3b419" providerId="AD" clId="Web-{3EB0D841-C2D8-BB16-7D12-BA69EA04A1BA}" dt="2024-09-08T16:42:00.018" v="370"/>
        <pc:sldMkLst>
          <pc:docMk/>
          <pc:sldMk cId="903365495" sldId="306"/>
        </pc:sldMkLst>
      </pc:sldChg>
      <pc:sldChg chg="addSp modSp addAnim">
        <pc:chgData name="Yuli Jiang (CSD)" userId="S::yulijiang@cuhk.edu.hk::7c291cd4-aa97-4867-8d2d-ebf5c1c3b419" providerId="AD" clId="Web-{3EB0D841-C2D8-BB16-7D12-BA69EA04A1BA}" dt="2024-09-08T16:41:00.360" v="369" actId="1076"/>
        <pc:sldMkLst>
          <pc:docMk/>
          <pc:sldMk cId="2311490943" sldId="309"/>
        </pc:sldMkLst>
      </pc:sldChg>
      <pc:sldChg chg="modSp">
        <pc:chgData name="Yuli Jiang (CSD)" userId="S::yulijiang@cuhk.edu.hk::7c291cd4-aa97-4867-8d2d-ebf5c1c3b419" providerId="AD" clId="Web-{3EB0D841-C2D8-BB16-7D12-BA69EA04A1BA}" dt="2024-09-08T16:52:40.368" v="393" actId="20577"/>
        <pc:sldMkLst>
          <pc:docMk/>
          <pc:sldMk cId="880753762" sldId="310"/>
        </pc:sldMkLst>
      </pc:sldChg>
      <pc:sldChg chg="modSp">
        <pc:chgData name="Yuli Jiang (CSD)" userId="S::yulijiang@cuhk.edu.hk::7c291cd4-aa97-4867-8d2d-ebf5c1c3b419" providerId="AD" clId="Web-{3EB0D841-C2D8-BB16-7D12-BA69EA04A1BA}" dt="2024-09-08T16:57:01.439" v="399"/>
        <pc:sldMkLst>
          <pc:docMk/>
          <pc:sldMk cId="3402248385" sldId="311"/>
        </pc:sldMkLst>
      </pc:sldChg>
      <pc:sldChg chg="modSp">
        <pc:chgData name="Yuli Jiang (CSD)" userId="S::yulijiang@cuhk.edu.hk::7c291cd4-aa97-4867-8d2d-ebf5c1c3b419" providerId="AD" clId="Web-{3EB0D841-C2D8-BB16-7D12-BA69EA04A1BA}" dt="2024-09-08T16:57:35.971" v="403" actId="20577"/>
        <pc:sldMkLst>
          <pc:docMk/>
          <pc:sldMk cId="682916083" sldId="312"/>
        </pc:sldMkLst>
      </pc:sldChg>
      <pc:sldChg chg="addSp modSp">
        <pc:chgData name="Yuli Jiang (CSD)" userId="S::yulijiang@cuhk.edu.hk::7c291cd4-aa97-4867-8d2d-ebf5c1c3b419" providerId="AD" clId="Web-{3EB0D841-C2D8-BB16-7D12-BA69EA04A1BA}" dt="2024-09-08T17:17:10.788" v="630" actId="1076"/>
        <pc:sldMkLst>
          <pc:docMk/>
          <pc:sldMk cId="951030993" sldId="317"/>
        </pc:sldMkLst>
      </pc:sldChg>
      <pc:sldChg chg="modSp">
        <pc:chgData name="Yuli Jiang (CSD)" userId="S::yulijiang@cuhk.edu.hk::7c291cd4-aa97-4867-8d2d-ebf5c1c3b419" providerId="AD" clId="Web-{3EB0D841-C2D8-BB16-7D12-BA69EA04A1BA}" dt="2024-09-08T17:05:02.969" v="490" actId="14100"/>
        <pc:sldMkLst>
          <pc:docMk/>
          <pc:sldMk cId="2235384287" sldId="318"/>
        </pc:sldMkLst>
      </pc:sldChg>
      <pc:sldChg chg="modSp">
        <pc:chgData name="Yuli Jiang (CSD)" userId="S::yulijiang@cuhk.edu.hk::7c291cd4-aa97-4867-8d2d-ebf5c1c3b419" providerId="AD" clId="Web-{3EB0D841-C2D8-BB16-7D12-BA69EA04A1BA}" dt="2024-09-08T17:01:18.728" v="437" actId="20577"/>
        <pc:sldMkLst>
          <pc:docMk/>
          <pc:sldMk cId="3425428985" sldId="321"/>
        </pc:sldMkLst>
      </pc:sldChg>
      <pc:sldChg chg="modSp">
        <pc:chgData name="Yuli Jiang (CSD)" userId="S::yulijiang@cuhk.edu.hk::7c291cd4-aa97-4867-8d2d-ebf5c1c3b419" providerId="AD" clId="Web-{3EB0D841-C2D8-BB16-7D12-BA69EA04A1BA}" dt="2024-09-08T17:09:27.852" v="531" actId="14100"/>
        <pc:sldMkLst>
          <pc:docMk/>
          <pc:sldMk cId="1109498715" sldId="322"/>
        </pc:sldMkLst>
      </pc:sldChg>
      <pc:sldChg chg="modSp">
        <pc:chgData name="Yuli Jiang (CSD)" userId="S::yulijiang@cuhk.edu.hk::7c291cd4-aa97-4867-8d2d-ebf5c1c3b419" providerId="AD" clId="Web-{3EB0D841-C2D8-BB16-7D12-BA69EA04A1BA}" dt="2024-09-08T17:10:38.651" v="534" actId="14100"/>
        <pc:sldMkLst>
          <pc:docMk/>
          <pc:sldMk cId="1032918976" sldId="323"/>
        </pc:sldMkLst>
      </pc:sldChg>
      <pc:sldChg chg="modSp addAnim">
        <pc:chgData name="Yuli Jiang (CSD)" userId="S::yulijiang@cuhk.edu.hk::7c291cd4-aa97-4867-8d2d-ebf5c1c3b419" providerId="AD" clId="Web-{3EB0D841-C2D8-BB16-7D12-BA69EA04A1BA}" dt="2024-09-08T17:14:30.033" v="607"/>
        <pc:sldMkLst>
          <pc:docMk/>
          <pc:sldMk cId="2172418020" sldId="324"/>
        </pc:sldMkLst>
      </pc:sldChg>
      <pc:sldChg chg="modSp">
        <pc:chgData name="Yuli Jiang (CSD)" userId="S::yulijiang@cuhk.edu.hk::7c291cd4-aa97-4867-8d2d-ebf5c1c3b419" providerId="AD" clId="Web-{3EB0D841-C2D8-BB16-7D12-BA69EA04A1BA}" dt="2024-09-08T16:56:33.594" v="396" actId="20577"/>
        <pc:sldMkLst>
          <pc:docMk/>
          <pc:sldMk cId="124525374" sldId="329"/>
        </pc:sldMkLst>
      </pc:sldChg>
      <pc:sldChg chg="addSp modSp">
        <pc:chgData name="Yuli Jiang (CSD)" userId="S::yulijiang@cuhk.edu.hk::7c291cd4-aa97-4867-8d2d-ebf5c1c3b419" providerId="AD" clId="Web-{3EB0D841-C2D8-BB16-7D12-BA69EA04A1BA}" dt="2024-09-08T17:13:12.547" v="587"/>
        <pc:sldMkLst>
          <pc:docMk/>
          <pc:sldMk cId="3792797033" sldId="330"/>
        </pc:sldMkLst>
      </pc:sldChg>
      <pc:sldChg chg="modSp delAnim">
        <pc:chgData name="Yuli Jiang (CSD)" userId="S::yulijiang@cuhk.edu.hk::7c291cd4-aa97-4867-8d2d-ebf5c1c3b419" providerId="AD" clId="Web-{3EB0D841-C2D8-BB16-7D12-BA69EA04A1BA}" dt="2024-09-08T16:36:04.051" v="322" actId="20577"/>
        <pc:sldMkLst>
          <pc:docMk/>
          <pc:sldMk cId="2470743563" sldId="331"/>
        </pc:sldMkLst>
      </pc:sldChg>
      <pc:sldChg chg="addSp modSp">
        <pc:chgData name="Yuli Jiang (CSD)" userId="S::yulijiang@cuhk.edu.hk::7c291cd4-aa97-4867-8d2d-ebf5c1c3b419" providerId="AD" clId="Web-{3EB0D841-C2D8-BB16-7D12-BA69EA04A1BA}" dt="2024-09-08T16:06:26.658" v="57"/>
        <pc:sldMkLst>
          <pc:docMk/>
          <pc:sldMk cId="1239773939" sldId="334"/>
        </pc:sldMkLst>
      </pc:sldChg>
      <pc:sldChg chg="modSp">
        <pc:chgData name="Yuli Jiang (CSD)" userId="S::yulijiang@cuhk.edu.hk::7c291cd4-aa97-4867-8d2d-ebf5c1c3b419" providerId="AD" clId="Web-{3EB0D841-C2D8-BB16-7D12-BA69EA04A1BA}" dt="2024-09-08T16:13:15.936" v="62" actId="20577"/>
        <pc:sldMkLst>
          <pc:docMk/>
          <pc:sldMk cId="233057475" sldId="337"/>
        </pc:sldMkLst>
      </pc:sldChg>
      <pc:sldChg chg="modSp">
        <pc:chgData name="Yuli Jiang (CSD)" userId="S::yulijiang@cuhk.edu.hk::7c291cd4-aa97-4867-8d2d-ebf5c1c3b419" providerId="AD" clId="Web-{3EB0D841-C2D8-BB16-7D12-BA69EA04A1BA}" dt="2024-09-08T16:06:51.065" v="59"/>
        <pc:sldMkLst>
          <pc:docMk/>
          <pc:sldMk cId="3904831089" sldId="339"/>
        </pc:sldMkLst>
      </pc:sldChg>
      <pc:sldChg chg="modSp">
        <pc:chgData name="Yuli Jiang (CSD)" userId="S::yulijiang@cuhk.edu.hk::7c291cd4-aa97-4867-8d2d-ebf5c1c3b419" providerId="AD" clId="Web-{3EB0D841-C2D8-BB16-7D12-BA69EA04A1BA}" dt="2024-09-08T17:05:16.954" v="492" actId="1076"/>
        <pc:sldMkLst>
          <pc:docMk/>
          <pc:sldMk cId="4065580447" sldId="340"/>
        </pc:sldMkLst>
      </pc:sldChg>
      <pc:sldChg chg="modSp">
        <pc:chgData name="Yuli Jiang (CSD)" userId="S::yulijiang@cuhk.edu.hk::7c291cd4-aa97-4867-8d2d-ebf5c1c3b419" providerId="AD" clId="Web-{3EB0D841-C2D8-BB16-7D12-BA69EA04A1BA}" dt="2024-09-08T17:07:24.645" v="529" actId="20577"/>
        <pc:sldMkLst>
          <pc:docMk/>
          <pc:sldMk cId="2419097457" sldId="345"/>
        </pc:sldMkLst>
      </pc:sldChg>
      <pc:sldChg chg="addSp delSp modSp add replId">
        <pc:chgData name="Yuli Jiang (CSD)" userId="S::yulijiang@cuhk.edu.hk::7c291cd4-aa97-4867-8d2d-ebf5c1c3b419" providerId="AD" clId="Web-{3EB0D841-C2D8-BB16-7D12-BA69EA04A1BA}" dt="2024-09-08T16:17:52.322" v="157" actId="20577"/>
        <pc:sldMkLst>
          <pc:docMk/>
          <pc:sldMk cId="1395710177" sldId="350"/>
        </pc:sldMkLst>
      </pc:sldChg>
      <pc:sldChg chg="addSp delSp modSp new addAnim delAnim modAnim">
        <pc:chgData name="Yuli Jiang (CSD)" userId="S::yulijiang@cuhk.edu.hk::7c291cd4-aa97-4867-8d2d-ebf5c1c3b419" providerId="AD" clId="Web-{3EB0D841-C2D8-BB16-7D12-BA69EA04A1BA}" dt="2024-09-08T16:35:15.972" v="317"/>
        <pc:sldMkLst>
          <pc:docMk/>
          <pc:sldMk cId="2395538557" sldId="351"/>
        </pc:sldMkLst>
      </pc:sldChg>
    </pc:docChg>
  </pc:docChgLst>
  <pc:docChgLst>
    <pc:chgData name="Yuli Jiang (CSD)" userId="7c291cd4-aa97-4867-8d2d-ebf5c1c3b419" providerId="ADAL" clId="{681494F4-0D0C-44BF-93BD-7C184677E990}"/>
    <pc:docChg chg="custSel modSld sldOrd">
      <pc:chgData name="Yuli Jiang (CSD)" userId="7c291cd4-aa97-4867-8d2d-ebf5c1c3b419" providerId="ADAL" clId="{681494F4-0D0C-44BF-93BD-7C184677E990}" dt="2024-09-09T05:36:52.555" v="154" actId="20577"/>
      <pc:docMkLst>
        <pc:docMk/>
      </pc:docMkLst>
      <pc:sldChg chg="mod modShow">
        <pc:chgData name="Yuli Jiang (CSD)" userId="7c291cd4-aa97-4867-8d2d-ebf5c1c3b419" providerId="ADAL" clId="{681494F4-0D0C-44BF-93BD-7C184677E990}" dt="2024-09-09T05:36:23.881" v="128" actId="729"/>
        <pc:sldMkLst>
          <pc:docMk/>
          <pc:sldMk cId="0" sldId="291"/>
        </pc:sldMkLst>
      </pc:sldChg>
      <pc:sldChg chg="modSp mod">
        <pc:chgData name="Yuli Jiang (CSD)" userId="7c291cd4-aa97-4867-8d2d-ebf5c1c3b419" providerId="ADAL" clId="{681494F4-0D0C-44BF-93BD-7C184677E990}" dt="2024-09-09T05:15:55.710" v="33" actId="20577"/>
        <pc:sldMkLst>
          <pc:docMk/>
          <pc:sldMk cId="1813253057" sldId="298"/>
        </pc:sldMkLst>
      </pc:sldChg>
      <pc:sldChg chg="mod modShow">
        <pc:chgData name="Yuli Jiang (CSD)" userId="7c291cd4-aa97-4867-8d2d-ebf5c1c3b419" providerId="ADAL" clId="{681494F4-0D0C-44BF-93BD-7C184677E990}" dt="2024-09-09T05:10:12.540" v="23" actId="729"/>
        <pc:sldMkLst>
          <pc:docMk/>
          <pc:sldMk cId="2919047067" sldId="299"/>
        </pc:sldMkLst>
      </pc:sldChg>
      <pc:sldChg chg="mod modShow">
        <pc:chgData name="Yuli Jiang (CSD)" userId="7c291cd4-aa97-4867-8d2d-ebf5c1c3b419" providerId="ADAL" clId="{681494F4-0D0C-44BF-93BD-7C184677E990}" dt="2024-09-09T05:20:15.674" v="37" actId="729"/>
        <pc:sldMkLst>
          <pc:docMk/>
          <pc:sldMk cId="1675233449" sldId="307"/>
        </pc:sldMkLst>
      </pc:sldChg>
      <pc:sldChg chg="modSp mod">
        <pc:chgData name="Yuli Jiang (CSD)" userId="7c291cd4-aa97-4867-8d2d-ebf5c1c3b419" providerId="ADAL" clId="{681494F4-0D0C-44BF-93BD-7C184677E990}" dt="2024-09-09T05:20:42.098" v="39" actId="115"/>
        <pc:sldMkLst>
          <pc:docMk/>
          <pc:sldMk cId="880753762" sldId="310"/>
        </pc:sldMkLst>
      </pc:sldChg>
      <pc:sldChg chg="modSp mod">
        <pc:chgData name="Yuli Jiang (CSD)" userId="7c291cd4-aa97-4867-8d2d-ebf5c1c3b419" providerId="ADAL" clId="{681494F4-0D0C-44BF-93BD-7C184677E990}" dt="2024-09-09T05:29:50.328" v="77" actId="122"/>
        <pc:sldMkLst>
          <pc:docMk/>
          <pc:sldMk cId="951030993" sldId="317"/>
        </pc:sldMkLst>
      </pc:sldChg>
      <pc:sldChg chg="addSp modSp mod modAnim">
        <pc:chgData name="Yuli Jiang (CSD)" userId="7c291cd4-aa97-4867-8d2d-ebf5c1c3b419" providerId="ADAL" clId="{681494F4-0D0C-44BF-93BD-7C184677E990}" dt="2024-09-09T05:31:16.422" v="99"/>
        <pc:sldMkLst>
          <pc:docMk/>
          <pc:sldMk cId="1109498715" sldId="322"/>
        </pc:sldMkLst>
      </pc:sldChg>
      <pc:sldChg chg="modSp">
        <pc:chgData name="Yuli Jiang (CSD)" userId="7c291cd4-aa97-4867-8d2d-ebf5c1c3b419" providerId="ADAL" clId="{681494F4-0D0C-44BF-93BD-7C184677E990}" dt="2024-09-09T05:24:01.416" v="54" actId="115"/>
        <pc:sldMkLst>
          <pc:docMk/>
          <pc:sldMk cId="2086632624" sldId="325"/>
        </pc:sldMkLst>
      </pc:sldChg>
      <pc:sldChg chg="modSp mod">
        <pc:chgData name="Yuli Jiang (CSD)" userId="7c291cd4-aa97-4867-8d2d-ebf5c1c3b419" providerId="ADAL" clId="{681494F4-0D0C-44BF-93BD-7C184677E990}" dt="2024-09-09T05:23:01.059" v="52" actId="20577"/>
        <pc:sldMkLst>
          <pc:docMk/>
          <pc:sldMk cId="3342617491" sldId="328"/>
        </pc:sldMkLst>
      </pc:sldChg>
      <pc:sldChg chg="modSp mod modShow">
        <pc:chgData name="Yuli Jiang (CSD)" userId="7c291cd4-aa97-4867-8d2d-ebf5c1c3b419" providerId="ADAL" clId="{681494F4-0D0C-44BF-93BD-7C184677E990}" dt="2024-09-09T05:28:12.691" v="73" actId="20577"/>
        <pc:sldMkLst>
          <pc:docMk/>
          <pc:sldMk cId="124525374" sldId="329"/>
        </pc:sldMkLst>
      </pc:sldChg>
      <pc:sldChg chg="modSp mod modAnim">
        <pc:chgData name="Yuli Jiang (CSD)" userId="7c291cd4-aa97-4867-8d2d-ebf5c1c3b419" providerId="ADAL" clId="{681494F4-0D0C-44BF-93BD-7C184677E990}" dt="2024-09-09T05:30:45.321" v="98"/>
        <pc:sldMkLst>
          <pc:docMk/>
          <pc:sldMk cId="3792797033" sldId="330"/>
        </pc:sldMkLst>
      </pc:sldChg>
      <pc:sldChg chg="mod modShow">
        <pc:chgData name="Yuli Jiang (CSD)" userId="7c291cd4-aa97-4867-8d2d-ebf5c1c3b419" providerId="ADAL" clId="{681494F4-0D0C-44BF-93BD-7C184677E990}" dt="2024-09-09T05:36:11.322" v="127" actId="729"/>
        <pc:sldMkLst>
          <pc:docMk/>
          <pc:sldMk cId="2846729869" sldId="333"/>
        </pc:sldMkLst>
      </pc:sldChg>
      <pc:sldChg chg="mod modShow">
        <pc:chgData name="Yuli Jiang (CSD)" userId="7c291cd4-aa97-4867-8d2d-ebf5c1c3b419" providerId="ADAL" clId="{681494F4-0D0C-44BF-93BD-7C184677E990}" dt="2024-09-09T05:10:01.039" v="22" actId="729"/>
        <pc:sldMkLst>
          <pc:docMk/>
          <pc:sldMk cId="233057475" sldId="337"/>
        </pc:sldMkLst>
      </pc:sldChg>
      <pc:sldChg chg="addSp modSp mod modAnim">
        <pc:chgData name="Yuli Jiang (CSD)" userId="7c291cd4-aa97-4867-8d2d-ebf5c1c3b419" providerId="ADAL" clId="{681494F4-0D0C-44BF-93BD-7C184677E990}" dt="2024-09-09T05:35:21.869" v="123" actId="1076"/>
        <pc:sldMkLst>
          <pc:docMk/>
          <pc:sldMk cId="4065580447" sldId="340"/>
        </pc:sldMkLst>
      </pc:sldChg>
      <pc:sldChg chg="modSp mod">
        <pc:chgData name="Yuli Jiang (CSD)" userId="7c291cd4-aa97-4867-8d2d-ebf5c1c3b419" providerId="ADAL" clId="{681494F4-0D0C-44BF-93BD-7C184677E990}" dt="2024-09-09T05:35:50.373" v="126" actId="14100"/>
        <pc:sldMkLst>
          <pc:docMk/>
          <pc:sldMk cId="1028041660" sldId="341"/>
        </pc:sldMkLst>
      </pc:sldChg>
      <pc:sldChg chg="modSp mod ord">
        <pc:chgData name="Yuli Jiang (CSD)" userId="7c291cd4-aa97-4867-8d2d-ebf5c1c3b419" providerId="ADAL" clId="{681494F4-0D0C-44BF-93BD-7C184677E990}" dt="2024-09-09T05:22:45.275" v="49" actId="20577"/>
        <pc:sldMkLst>
          <pc:docMk/>
          <pc:sldMk cId="1610639556" sldId="342"/>
        </pc:sldMkLst>
      </pc:sldChg>
      <pc:sldChg chg="modSp mod ord modShow">
        <pc:chgData name="Yuli Jiang (CSD)" userId="7c291cd4-aa97-4867-8d2d-ebf5c1c3b419" providerId="ADAL" clId="{681494F4-0D0C-44BF-93BD-7C184677E990}" dt="2024-09-09T05:22:58.139" v="51" actId="729"/>
        <pc:sldMkLst>
          <pc:docMk/>
          <pc:sldMk cId="3077261992" sldId="343"/>
        </pc:sldMkLst>
      </pc:sldChg>
      <pc:sldChg chg="modSp mod">
        <pc:chgData name="Yuli Jiang (CSD)" userId="7c291cd4-aa97-4867-8d2d-ebf5c1c3b419" providerId="ADAL" clId="{681494F4-0D0C-44BF-93BD-7C184677E990}" dt="2024-09-09T05:36:52.555" v="154" actId="20577"/>
        <pc:sldMkLst>
          <pc:docMk/>
          <pc:sldMk cId="2419097457" sldId="345"/>
        </pc:sldMkLst>
      </pc:sldChg>
      <pc:sldChg chg="modSp mod">
        <pc:chgData name="Yuli Jiang (CSD)" userId="7c291cd4-aa97-4867-8d2d-ebf5c1c3b419" providerId="ADAL" clId="{681494F4-0D0C-44BF-93BD-7C184677E990}" dt="2024-09-09T05:19:24.295" v="36" actId="113"/>
        <pc:sldMkLst>
          <pc:docMk/>
          <pc:sldMk cId="3361190072" sldId="348"/>
        </pc:sldMkLst>
      </pc:sldChg>
      <pc:sldChg chg="addSp modSp mod modAnim">
        <pc:chgData name="Yuli Jiang (CSD)" userId="7c291cd4-aa97-4867-8d2d-ebf5c1c3b419" providerId="ADAL" clId="{681494F4-0D0C-44BF-93BD-7C184677E990}" dt="2024-09-09T05:06:56.680" v="21"/>
        <pc:sldMkLst>
          <pc:docMk/>
          <pc:sldMk cId="1395710177" sldId="350"/>
        </pc:sldMkLst>
      </pc:sldChg>
      <pc:sldChg chg="modSp mod">
        <pc:chgData name="Yuli Jiang (CSD)" userId="7c291cd4-aa97-4867-8d2d-ebf5c1c3b419" providerId="ADAL" clId="{681494F4-0D0C-44BF-93BD-7C184677E990}" dt="2024-09-09T05:18:12.934" v="34" actId="20577"/>
        <pc:sldMkLst>
          <pc:docMk/>
          <pc:sldMk cId="2395538557" sldId="351"/>
        </pc:sldMkLst>
      </pc:sldChg>
    </pc:docChg>
  </pc:docChgLst>
  <pc:docChgLst>
    <pc:chgData name="Yuli Jiang (CSD)" userId="7c291cd4-aa97-4867-8d2d-ebf5c1c3b419" providerId="ADAL" clId="{32A94110-88B9-4A6A-9F81-D5C158392534}"/>
    <pc:docChg chg="undo custSel addSld delSld modSld sldOrd">
      <pc:chgData name="Yuli Jiang (CSD)" userId="7c291cd4-aa97-4867-8d2d-ebf5c1c3b419" providerId="ADAL" clId="{32A94110-88B9-4A6A-9F81-D5C158392534}" dt="2025-09-11T06:58:30.445" v="522" actId="20577"/>
      <pc:docMkLst>
        <pc:docMk/>
      </pc:docMkLst>
      <pc:sldChg chg="modSp mod">
        <pc:chgData name="Yuli Jiang (CSD)" userId="7c291cd4-aa97-4867-8d2d-ebf5c1c3b419" providerId="ADAL" clId="{32A94110-88B9-4A6A-9F81-D5C158392534}" dt="2025-09-10T08:36:43.761" v="5" actId="207"/>
        <pc:sldMkLst>
          <pc:docMk/>
          <pc:sldMk cId="1865750968" sldId="257"/>
        </pc:sldMkLst>
        <pc:spChg chg="mod">
          <ac:chgData name="Yuli Jiang (CSD)" userId="7c291cd4-aa97-4867-8d2d-ebf5c1c3b419" providerId="ADAL" clId="{32A94110-88B9-4A6A-9F81-D5C158392534}" dt="2025-09-10T08:36:43.761" v="5" actId="207"/>
          <ac:spMkLst>
            <pc:docMk/>
            <pc:sldMk cId="1865750968" sldId="257"/>
            <ac:spMk id="3" creationId="{00000000-0000-0000-0000-000000000000}"/>
          </ac:spMkLst>
        </pc:spChg>
      </pc:sldChg>
      <pc:sldChg chg="modSp mod modShow">
        <pc:chgData name="Yuli Jiang (CSD)" userId="7c291cd4-aa97-4867-8d2d-ebf5c1c3b419" providerId="ADAL" clId="{32A94110-88B9-4A6A-9F81-D5C158392534}" dt="2025-09-11T06:46:58.105" v="473" actId="113"/>
        <pc:sldMkLst>
          <pc:docMk/>
          <pc:sldMk cId="2919047067" sldId="299"/>
        </pc:sldMkLst>
        <pc:spChg chg="mod">
          <ac:chgData name="Yuli Jiang (CSD)" userId="7c291cd4-aa97-4867-8d2d-ebf5c1c3b419" providerId="ADAL" clId="{32A94110-88B9-4A6A-9F81-D5C158392534}" dt="2025-09-11T06:46:58.105" v="473" actId="113"/>
          <ac:spMkLst>
            <pc:docMk/>
            <pc:sldMk cId="2919047067" sldId="299"/>
            <ac:spMk id="3" creationId="{00000000-0000-0000-0000-000000000000}"/>
          </ac:spMkLst>
        </pc:spChg>
      </pc:sldChg>
      <pc:sldChg chg="addSp modSp ord modAnim">
        <pc:chgData name="Yuli Jiang (CSD)" userId="7c291cd4-aa97-4867-8d2d-ebf5c1c3b419" providerId="ADAL" clId="{32A94110-88B9-4A6A-9F81-D5C158392534}" dt="2025-09-11T06:15:14.648" v="263"/>
        <pc:sldMkLst>
          <pc:docMk/>
          <pc:sldMk cId="1675233449" sldId="307"/>
        </pc:sldMkLst>
        <pc:spChg chg="add mod">
          <ac:chgData name="Yuli Jiang (CSD)" userId="7c291cd4-aa97-4867-8d2d-ebf5c1c3b419" providerId="ADAL" clId="{32A94110-88B9-4A6A-9F81-D5C158392534}" dt="2025-09-10T08:40:48.273" v="8" actId="403"/>
          <ac:spMkLst>
            <pc:docMk/>
            <pc:sldMk cId="1675233449" sldId="307"/>
            <ac:spMk id="519213" creationId="{00000000-0000-0000-0000-000000000000}"/>
          </ac:spMkLst>
        </pc:spChg>
      </pc:sldChg>
      <pc:sldChg chg="modSp mod modAnim">
        <pc:chgData name="Yuli Jiang (CSD)" userId="7c291cd4-aa97-4867-8d2d-ebf5c1c3b419" providerId="ADAL" clId="{32A94110-88B9-4A6A-9F81-D5C158392534}" dt="2025-09-11T06:13:59.274" v="261" actId="1076"/>
        <pc:sldMkLst>
          <pc:docMk/>
          <pc:sldMk cId="2311490943" sldId="309"/>
        </pc:sldMkLst>
        <pc:spChg chg="mod">
          <ac:chgData name="Yuli Jiang (CSD)" userId="7c291cd4-aa97-4867-8d2d-ebf5c1c3b419" providerId="ADAL" clId="{32A94110-88B9-4A6A-9F81-D5C158392534}" dt="2025-09-11T06:13:59.274" v="261" actId="1076"/>
          <ac:spMkLst>
            <pc:docMk/>
            <pc:sldMk cId="2311490943" sldId="309"/>
            <ac:spMk id="2" creationId="{CA9E8EAB-8D92-74B0-401A-DA6A496EC4BC}"/>
          </ac:spMkLst>
        </pc:spChg>
        <pc:spChg chg="mod">
          <ac:chgData name="Yuli Jiang (CSD)" userId="7c291cd4-aa97-4867-8d2d-ebf5c1c3b419" providerId="ADAL" clId="{32A94110-88B9-4A6A-9F81-D5C158392534}" dt="2025-09-11T06:13:36.330" v="257"/>
          <ac:spMkLst>
            <pc:docMk/>
            <pc:sldMk cId="2311490943" sldId="309"/>
            <ac:spMk id="509955" creationId="{00000000-0000-0000-0000-000000000000}"/>
          </ac:spMkLst>
        </pc:spChg>
      </pc:sldChg>
      <pc:sldChg chg="mod modShow">
        <pc:chgData name="Yuli Jiang (CSD)" userId="7c291cd4-aa97-4867-8d2d-ebf5c1c3b419" providerId="ADAL" clId="{32A94110-88B9-4A6A-9F81-D5C158392534}" dt="2025-09-11T06:30:25.733" v="314" actId="729"/>
        <pc:sldMkLst>
          <pc:docMk/>
          <pc:sldMk cId="880753762" sldId="310"/>
        </pc:sldMkLst>
      </pc:sldChg>
      <pc:sldChg chg="mod modShow">
        <pc:chgData name="Yuli Jiang (CSD)" userId="7c291cd4-aa97-4867-8d2d-ebf5c1c3b419" providerId="ADAL" clId="{32A94110-88B9-4A6A-9F81-D5C158392534}" dt="2025-09-11T06:32:59.818" v="315" actId="729"/>
        <pc:sldMkLst>
          <pc:docMk/>
          <pc:sldMk cId="3402248385" sldId="311"/>
        </pc:sldMkLst>
      </pc:sldChg>
      <pc:sldChg chg="mod modShow">
        <pc:chgData name="Yuli Jiang (CSD)" userId="7c291cd4-aa97-4867-8d2d-ebf5c1c3b419" providerId="ADAL" clId="{32A94110-88B9-4A6A-9F81-D5C158392534}" dt="2025-09-11T06:38:26.959" v="348" actId="729"/>
        <pc:sldMkLst>
          <pc:docMk/>
          <pc:sldMk cId="682916083" sldId="312"/>
        </pc:sldMkLst>
      </pc:sldChg>
      <pc:sldChg chg="mod modShow">
        <pc:chgData name="Yuli Jiang (CSD)" userId="7c291cd4-aa97-4867-8d2d-ebf5c1c3b419" providerId="ADAL" clId="{32A94110-88B9-4A6A-9F81-D5C158392534}" dt="2025-09-11T06:57:30.480" v="476" actId="729"/>
        <pc:sldMkLst>
          <pc:docMk/>
          <pc:sldMk cId="3433458238" sldId="315"/>
        </pc:sldMkLst>
      </pc:sldChg>
      <pc:sldChg chg="addSp modSp mod">
        <pc:chgData name="Yuli Jiang (CSD)" userId="7c291cd4-aa97-4867-8d2d-ebf5c1c3b419" providerId="ADAL" clId="{32A94110-88B9-4A6A-9F81-D5C158392534}" dt="2025-09-11T06:41:55.781" v="465" actId="1076"/>
        <pc:sldMkLst>
          <pc:docMk/>
          <pc:sldMk cId="3425428985" sldId="321"/>
        </pc:sldMkLst>
        <pc:spChg chg="add mod">
          <ac:chgData name="Yuli Jiang (CSD)" userId="7c291cd4-aa97-4867-8d2d-ebf5c1c3b419" providerId="ADAL" clId="{32A94110-88B9-4A6A-9F81-D5C158392534}" dt="2025-09-11T06:41:55.781" v="465" actId="1076"/>
          <ac:spMkLst>
            <pc:docMk/>
            <pc:sldMk cId="3425428985" sldId="321"/>
            <ac:spMk id="3" creationId="{CBDFD72F-50A8-893B-8061-A8CF87F6C3BB}"/>
          </ac:spMkLst>
        </pc:spChg>
        <pc:spChg chg="mod">
          <ac:chgData name="Yuli Jiang (CSD)" userId="7c291cd4-aa97-4867-8d2d-ebf5c1c3b419" providerId="ADAL" clId="{32A94110-88B9-4A6A-9F81-D5C158392534}" dt="2025-09-11T06:41:44.696" v="460" actId="20577"/>
          <ac:spMkLst>
            <pc:docMk/>
            <pc:sldMk cId="3425428985" sldId="321"/>
            <ac:spMk id="526339" creationId="{00000000-0000-0000-0000-000000000000}"/>
          </ac:spMkLst>
        </pc:spChg>
      </pc:sldChg>
      <pc:sldChg chg="modSp mod">
        <pc:chgData name="Yuli Jiang (CSD)" userId="7c291cd4-aa97-4867-8d2d-ebf5c1c3b419" providerId="ADAL" clId="{32A94110-88B9-4A6A-9F81-D5C158392534}" dt="2025-09-11T06:43:26.248" v="466" actId="113"/>
        <pc:sldMkLst>
          <pc:docMk/>
          <pc:sldMk cId="1109498715" sldId="322"/>
        </pc:sldMkLst>
        <pc:spChg chg="mod">
          <ac:chgData name="Yuli Jiang (CSD)" userId="7c291cd4-aa97-4867-8d2d-ebf5c1c3b419" providerId="ADAL" clId="{32A94110-88B9-4A6A-9F81-D5C158392534}" dt="2025-09-11T06:43:26.248" v="466" actId="113"/>
          <ac:spMkLst>
            <pc:docMk/>
            <pc:sldMk cId="1109498715" sldId="322"/>
            <ac:spMk id="454659" creationId="{00000000-0000-0000-0000-000000000000}"/>
          </ac:spMkLst>
        </pc:spChg>
      </pc:sldChg>
      <pc:sldChg chg="modSp mod">
        <pc:chgData name="Yuli Jiang (CSD)" userId="7c291cd4-aa97-4867-8d2d-ebf5c1c3b419" providerId="ADAL" clId="{32A94110-88B9-4A6A-9F81-D5C158392534}" dt="2025-09-11T06:44:18.327" v="469" actId="113"/>
        <pc:sldMkLst>
          <pc:docMk/>
          <pc:sldMk cId="1032918976" sldId="323"/>
        </pc:sldMkLst>
        <pc:spChg chg="mod">
          <ac:chgData name="Yuli Jiang (CSD)" userId="7c291cd4-aa97-4867-8d2d-ebf5c1c3b419" providerId="ADAL" clId="{32A94110-88B9-4A6A-9F81-D5C158392534}" dt="2025-09-11T06:44:18.327" v="469" actId="113"/>
          <ac:spMkLst>
            <pc:docMk/>
            <pc:sldMk cId="1032918976" sldId="323"/>
            <ac:spMk id="172035" creationId="{00000000-0000-0000-0000-000000000000}"/>
          </ac:spMkLst>
        </pc:spChg>
      </pc:sldChg>
      <pc:sldChg chg="modSp">
        <pc:chgData name="Yuli Jiang (CSD)" userId="7c291cd4-aa97-4867-8d2d-ebf5c1c3b419" providerId="ADAL" clId="{32A94110-88B9-4A6A-9F81-D5C158392534}" dt="2025-09-11T06:56:05.556" v="474" actId="403"/>
        <pc:sldMkLst>
          <pc:docMk/>
          <pc:sldMk cId="2086632624" sldId="325"/>
        </pc:sldMkLst>
        <pc:spChg chg="mod">
          <ac:chgData name="Yuli Jiang (CSD)" userId="7c291cd4-aa97-4867-8d2d-ebf5c1c3b419" providerId="ADAL" clId="{32A94110-88B9-4A6A-9F81-D5C158392534}" dt="2025-09-11T06:56:05.556" v="474" actId="403"/>
          <ac:spMkLst>
            <pc:docMk/>
            <pc:sldMk cId="2086632624" sldId="325"/>
            <ac:spMk id="140291" creationId="{00000000-0000-0000-0000-000000000000}"/>
          </ac:spMkLst>
        </pc:spChg>
      </pc:sldChg>
      <pc:sldChg chg="modSp mod modShow">
        <pc:chgData name="Yuli Jiang (CSD)" userId="7c291cd4-aa97-4867-8d2d-ebf5c1c3b419" providerId="ADAL" clId="{32A94110-88B9-4A6A-9F81-D5C158392534}" dt="2025-09-11T06:57:15.215" v="475" actId="729"/>
        <pc:sldMkLst>
          <pc:docMk/>
          <pc:sldMk cId="124525374" sldId="329"/>
        </pc:sldMkLst>
        <pc:spChg chg="mod">
          <ac:chgData name="Yuli Jiang (CSD)" userId="7c291cd4-aa97-4867-8d2d-ebf5c1c3b419" providerId="ADAL" clId="{32A94110-88B9-4A6A-9F81-D5C158392534}" dt="2025-09-11T06:39:52.917" v="351" actId="403"/>
          <ac:spMkLst>
            <pc:docMk/>
            <pc:sldMk cId="124525374" sldId="329"/>
            <ac:spMk id="472067" creationId="{00000000-0000-0000-0000-000000000000}"/>
          </ac:spMkLst>
        </pc:spChg>
      </pc:sldChg>
      <pc:sldChg chg="modSp">
        <pc:chgData name="Yuli Jiang (CSD)" userId="7c291cd4-aa97-4867-8d2d-ebf5c1c3b419" providerId="ADAL" clId="{32A94110-88B9-4A6A-9F81-D5C158392534}" dt="2025-09-11T06:58:30.445" v="522" actId="20577"/>
        <pc:sldMkLst>
          <pc:docMk/>
          <pc:sldMk cId="3792797033" sldId="330"/>
        </pc:sldMkLst>
        <pc:spChg chg="mod">
          <ac:chgData name="Yuli Jiang (CSD)" userId="7c291cd4-aa97-4867-8d2d-ebf5c1c3b419" providerId="ADAL" clId="{32A94110-88B9-4A6A-9F81-D5C158392534}" dt="2025-09-11T06:58:30.445" v="522" actId="20577"/>
          <ac:spMkLst>
            <pc:docMk/>
            <pc:sldMk cId="3792797033" sldId="330"/>
            <ac:spMk id="2" creationId="{4951F652-DD0D-574D-DA0B-637FD1360F88}"/>
          </ac:spMkLst>
        </pc:spChg>
      </pc:sldChg>
      <pc:sldChg chg="add mod modShow">
        <pc:chgData name="Yuli Jiang (CSD)" userId="7c291cd4-aa97-4867-8d2d-ebf5c1c3b419" providerId="ADAL" clId="{32A94110-88B9-4A6A-9F81-D5C158392534}" dt="2025-09-11T06:24:09.211" v="273" actId="729"/>
        <pc:sldMkLst>
          <pc:docMk/>
          <pc:sldMk cId="391435588" sldId="334"/>
        </pc:sldMkLst>
      </pc:sldChg>
      <pc:sldChg chg="del">
        <pc:chgData name="Yuli Jiang (CSD)" userId="7c291cd4-aa97-4867-8d2d-ebf5c1c3b419" providerId="ADAL" clId="{32A94110-88B9-4A6A-9F81-D5C158392534}" dt="2025-09-11T06:16:06.813" v="264" actId="2696"/>
        <pc:sldMkLst>
          <pc:docMk/>
          <pc:sldMk cId="1239773939" sldId="334"/>
        </pc:sldMkLst>
      </pc:sldChg>
      <pc:sldChg chg="add del">
        <pc:chgData name="Yuli Jiang (CSD)" userId="7c291cd4-aa97-4867-8d2d-ebf5c1c3b419" providerId="ADAL" clId="{32A94110-88B9-4A6A-9F81-D5C158392534}" dt="2025-09-11T06:24:01.878" v="271" actId="2696"/>
        <pc:sldMkLst>
          <pc:docMk/>
          <pc:sldMk cId="3287791722" sldId="334"/>
        </pc:sldMkLst>
      </pc:sldChg>
      <pc:sldChg chg="add del">
        <pc:chgData name="Yuli Jiang (CSD)" userId="7c291cd4-aa97-4867-8d2d-ebf5c1c3b419" providerId="ADAL" clId="{32A94110-88B9-4A6A-9F81-D5C158392534}" dt="2025-09-11T06:24:01.878" v="271" actId="2696"/>
        <pc:sldMkLst>
          <pc:docMk/>
          <pc:sldMk cId="727551074" sldId="339"/>
        </pc:sldMkLst>
      </pc:sldChg>
      <pc:sldChg chg="add mod modShow">
        <pc:chgData name="Yuli Jiang (CSD)" userId="7c291cd4-aa97-4867-8d2d-ebf5c1c3b419" providerId="ADAL" clId="{32A94110-88B9-4A6A-9F81-D5C158392534}" dt="2025-09-11T06:24:10.878" v="274" actId="729"/>
        <pc:sldMkLst>
          <pc:docMk/>
          <pc:sldMk cId="1112521833" sldId="339"/>
        </pc:sldMkLst>
      </pc:sldChg>
      <pc:sldChg chg="modSp del mod modShow">
        <pc:chgData name="Yuli Jiang (CSD)" userId="7c291cd4-aa97-4867-8d2d-ebf5c1c3b419" providerId="ADAL" clId="{32A94110-88B9-4A6A-9F81-D5C158392534}" dt="2025-09-11T06:16:06.813" v="264" actId="2696"/>
        <pc:sldMkLst>
          <pc:docMk/>
          <pc:sldMk cId="3904831089" sldId="339"/>
        </pc:sldMkLst>
        <pc:picChg chg="mod">
          <ac:chgData name="Yuli Jiang (CSD)" userId="7c291cd4-aa97-4867-8d2d-ebf5c1c3b419" providerId="ADAL" clId="{32A94110-88B9-4A6A-9F81-D5C158392534}" dt="2025-09-11T06:01:18.673" v="142" actId="14100"/>
          <ac:picMkLst>
            <pc:docMk/>
            <pc:sldMk cId="3904831089" sldId="339"/>
            <ac:picMk id="8" creationId="{D3B33A1D-A361-9390-0608-EE44D6F8756B}"/>
          </ac:picMkLst>
        </pc:picChg>
      </pc:sldChg>
      <pc:sldChg chg="modSp del mod">
        <pc:chgData name="Yuli Jiang (CSD)" userId="7c291cd4-aa97-4867-8d2d-ebf5c1c3b419" providerId="ADAL" clId="{32A94110-88B9-4A6A-9F81-D5C158392534}" dt="2025-09-10T08:34:44.630" v="1" actId="47"/>
        <pc:sldMkLst>
          <pc:docMk/>
          <pc:sldMk cId="40689921" sldId="347"/>
        </pc:sldMkLst>
        <pc:spChg chg="mod">
          <ac:chgData name="Yuli Jiang (CSD)" userId="7c291cd4-aa97-4867-8d2d-ebf5c1c3b419" providerId="ADAL" clId="{32A94110-88B9-4A6A-9F81-D5C158392534}" dt="2025-09-10T08:34:41.487" v="0" actId="6549"/>
          <ac:spMkLst>
            <pc:docMk/>
            <pc:sldMk cId="40689921" sldId="347"/>
            <ac:spMk id="3" creationId="{00000000-0000-0000-0000-000000000000}"/>
          </ac:spMkLst>
        </pc:spChg>
      </pc:sldChg>
      <pc:sldChg chg="delSp ord modAnim">
        <pc:chgData name="Yuli Jiang (CSD)" userId="7c291cd4-aa97-4867-8d2d-ebf5c1c3b419" providerId="ADAL" clId="{32A94110-88B9-4A6A-9F81-D5C158392534}" dt="2025-09-11T06:05:25.111" v="147"/>
        <pc:sldMkLst>
          <pc:docMk/>
          <pc:sldMk cId="3361190072" sldId="348"/>
        </pc:sldMkLst>
        <pc:spChg chg="del">
          <ac:chgData name="Yuli Jiang (CSD)" userId="7c291cd4-aa97-4867-8d2d-ebf5c1c3b419" providerId="ADAL" clId="{32A94110-88B9-4A6A-9F81-D5C158392534}" dt="2025-09-10T08:40:41.087" v="6" actId="21"/>
          <ac:spMkLst>
            <pc:docMk/>
            <pc:sldMk cId="3361190072" sldId="348"/>
            <ac:spMk id="519213" creationId="{00000000-0000-0000-0000-000000000000}"/>
          </ac:spMkLst>
        </pc:spChg>
      </pc:sldChg>
      <pc:sldChg chg="addSp modSp mod">
        <pc:chgData name="Yuli Jiang (CSD)" userId="7c291cd4-aa97-4867-8d2d-ebf5c1c3b419" providerId="ADAL" clId="{32A94110-88B9-4A6A-9F81-D5C158392534}" dt="2025-09-11T06:34:59.399" v="340" actId="13926"/>
        <pc:sldMkLst>
          <pc:docMk/>
          <pc:sldMk cId="2958913255" sldId="349"/>
        </pc:sldMkLst>
        <pc:spChg chg="mod">
          <ac:chgData name="Yuli Jiang (CSD)" userId="7c291cd4-aa97-4867-8d2d-ebf5c1c3b419" providerId="ADAL" clId="{32A94110-88B9-4A6A-9F81-D5C158392534}" dt="2025-09-11T06:33:05.191" v="317" actId="403"/>
          <ac:spMkLst>
            <pc:docMk/>
            <pc:sldMk cId="2958913255" sldId="349"/>
            <ac:spMk id="3" creationId="{00000000-0000-0000-0000-000000000000}"/>
          </ac:spMkLst>
        </pc:spChg>
        <pc:spChg chg="add mod">
          <ac:chgData name="Yuli Jiang (CSD)" userId="7c291cd4-aa97-4867-8d2d-ebf5c1c3b419" providerId="ADAL" clId="{32A94110-88B9-4A6A-9F81-D5C158392534}" dt="2025-09-11T06:34:47.464" v="336" actId="14100"/>
          <ac:spMkLst>
            <pc:docMk/>
            <pc:sldMk cId="2958913255" sldId="349"/>
            <ac:spMk id="4" creationId="{1DB1025A-BDC2-2CF5-400C-6F738A23A2B5}"/>
          </ac:spMkLst>
        </pc:spChg>
        <pc:spChg chg="add mod">
          <ac:chgData name="Yuli Jiang (CSD)" userId="7c291cd4-aa97-4867-8d2d-ebf5c1c3b419" providerId="ADAL" clId="{32A94110-88B9-4A6A-9F81-D5C158392534}" dt="2025-09-11T06:34:59.399" v="340" actId="13926"/>
          <ac:spMkLst>
            <pc:docMk/>
            <pc:sldMk cId="2958913255" sldId="349"/>
            <ac:spMk id="5" creationId="{1C1CB82B-59FA-9C36-ED83-962B3DD19B6C}"/>
          </ac:spMkLst>
        </pc:spChg>
        <pc:picChg chg="add mod">
          <ac:chgData name="Yuli Jiang (CSD)" userId="7c291cd4-aa97-4867-8d2d-ebf5c1c3b419" providerId="ADAL" clId="{32A94110-88B9-4A6A-9F81-D5C158392534}" dt="2025-09-11T06:34:38.567" v="333" actId="1076"/>
          <ac:picMkLst>
            <pc:docMk/>
            <pc:sldMk cId="2958913255" sldId="349"/>
            <ac:picMk id="8" creationId="{EAEB3F2B-EFAB-7D28-5D69-5246B0A470DB}"/>
          </ac:picMkLst>
        </pc:picChg>
      </pc:sldChg>
      <pc:sldChg chg="mod modShow">
        <pc:chgData name="Yuli Jiang (CSD)" userId="7c291cd4-aa97-4867-8d2d-ebf5c1c3b419" providerId="ADAL" clId="{32A94110-88B9-4A6A-9F81-D5C158392534}" dt="2025-09-10T08:36:22.173" v="3" actId="729"/>
        <pc:sldMkLst>
          <pc:docMk/>
          <pc:sldMk cId="1395710177" sldId="350"/>
        </pc:sldMkLst>
      </pc:sldChg>
      <pc:sldChg chg="modAnim">
        <pc:chgData name="Yuli Jiang (CSD)" userId="7c291cd4-aa97-4867-8d2d-ebf5c1c3b419" providerId="ADAL" clId="{32A94110-88B9-4A6A-9F81-D5C158392534}" dt="2025-09-11T06:02:44.373" v="143"/>
        <pc:sldMkLst>
          <pc:docMk/>
          <pc:sldMk cId="2395538557" sldId="351"/>
        </pc:sldMkLst>
      </pc:sldChg>
      <pc:sldChg chg="addSp delSp modSp add mod modAnim">
        <pc:chgData name="Yuli Jiang (CSD)" userId="7c291cd4-aa97-4867-8d2d-ebf5c1c3b419" providerId="ADAL" clId="{32A94110-88B9-4A6A-9F81-D5C158392534}" dt="2025-09-11T06:01:09.956" v="141" actId="13926"/>
        <pc:sldMkLst>
          <pc:docMk/>
          <pc:sldMk cId="3566615136" sldId="352"/>
        </pc:sldMkLst>
        <pc:spChg chg="mod">
          <ac:chgData name="Yuli Jiang (CSD)" userId="7c291cd4-aa97-4867-8d2d-ebf5c1c3b419" providerId="ADAL" clId="{32A94110-88B9-4A6A-9F81-D5C158392534}" dt="2025-09-11T05:55:33.485" v="38" actId="20577"/>
          <ac:spMkLst>
            <pc:docMk/>
            <pc:sldMk cId="3566615136" sldId="352"/>
            <ac:spMk id="3" creationId="{88EA5642-67FD-3742-373D-62FC454E1F39}"/>
          </ac:spMkLst>
        </pc:spChg>
        <pc:spChg chg="del">
          <ac:chgData name="Yuli Jiang (CSD)" userId="7c291cd4-aa97-4867-8d2d-ebf5c1c3b419" providerId="ADAL" clId="{32A94110-88B9-4A6A-9F81-D5C158392534}" dt="2025-09-11T05:59:50.749" v="129" actId="478"/>
          <ac:spMkLst>
            <pc:docMk/>
            <pc:sldMk cId="3566615136" sldId="352"/>
            <ac:spMk id="6" creationId="{C0D56057-261A-1493-2166-56B53780F73E}"/>
          </ac:spMkLst>
        </pc:spChg>
        <pc:spChg chg="mod topLvl">
          <ac:chgData name="Yuli Jiang (CSD)" userId="7c291cd4-aa97-4867-8d2d-ebf5c1c3b419" providerId="ADAL" clId="{32A94110-88B9-4A6A-9F81-D5C158392534}" dt="2025-09-11T06:01:09.956" v="141" actId="13926"/>
          <ac:spMkLst>
            <pc:docMk/>
            <pc:sldMk cId="3566615136" sldId="352"/>
            <ac:spMk id="7" creationId="{7FD48BFF-F9B9-CA99-D0B5-0088003FBEDD}"/>
          </ac:spMkLst>
        </pc:spChg>
        <pc:spChg chg="del topLvl">
          <ac:chgData name="Yuli Jiang (CSD)" userId="7c291cd4-aa97-4867-8d2d-ebf5c1c3b419" providerId="ADAL" clId="{32A94110-88B9-4A6A-9F81-D5C158392534}" dt="2025-09-11T05:59:57.204" v="131" actId="478"/>
          <ac:spMkLst>
            <pc:docMk/>
            <pc:sldMk cId="3566615136" sldId="352"/>
            <ac:spMk id="9" creationId="{7DAD7482-3625-7229-6E4C-A9919F8C2E34}"/>
          </ac:spMkLst>
        </pc:spChg>
        <pc:spChg chg="del">
          <ac:chgData name="Yuli Jiang (CSD)" userId="7c291cd4-aa97-4867-8d2d-ebf5c1c3b419" providerId="ADAL" clId="{32A94110-88B9-4A6A-9F81-D5C158392534}" dt="2025-09-11T05:59:55.160" v="130" actId="478"/>
          <ac:spMkLst>
            <pc:docMk/>
            <pc:sldMk cId="3566615136" sldId="352"/>
            <ac:spMk id="10" creationId="{A9948724-B4D2-5E28-C599-DBC840828878}"/>
          </ac:spMkLst>
        </pc:spChg>
        <pc:grpChg chg="add del">
          <ac:chgData name="Yuli Jiang (CSD)" userId="7c291cd4-aa97-4867-8d2d-ebf5c1c3b419" providerId="ADAL" clId="{32A94110-88B9-4A6A-9F81-D5C158392534}" dt="2025-09-11T05:59:57.204" v="131" actId="478"/>
          <ac:grpSpMkLst>
            <pc:docMk/>
            <pc:sldMk cId="3566615136" sldId="352"/>
            <ac:grpSpMk id="11" creationId="{8AE6DA64-6728-299E-B20E-A27E69F89C44}"/>
          </ac:grpSpMkLst>
        </pc:grpChg>
        <pc:picChg chg="add mod">
          <ac:chgData name="Yuli Jiang (CSD)" userId="7c291cd4-aa97-4867-8d2d-ebf5c1c3b419" providerId="ADAL" clId="{32A94110-88B9-4A6A-9F81-D5C158392534}" dt="2025-09-11T06:00:16.520" v="134" actId="1076"/>
          <ac:picMkLst>
            <pc:docMk/>
            <pc:sldMk cId="3566615136" sldId="352"/>
            <ac:picMk id="13" creationId="{C1FA2D47-E0CB-4E0B-E85F-09F7B55F810E}"/>
          </ac:picMkLst>
        </pc:picChg>
        <pc:cxnChg chg="del">
          <ac:chgData name="Yuli Jiang (CSD)" userId="7c291cd4-aa97-4867-8d2d-ebf5c1c3b419" providerId="ADAL" clId="{32A94110-88B9-4A6A-9F81-D5C158392534}" dt="2025-09-11T05:59:47.289" v="126" actId="478"/>
          <ac:cxnSpMkLst>
            <pc:docMk/>
            <pc:sldMk cId="3566615136" sldId="352"/>
            <ac:cxnSpMk id="8" creationId="{E43BD419-36F7-F20B-C427-439EBB5E63C3}"/>
          </ac:cxnSpMkLst>
        </pc:cxnChg>
      </pc:sldChg>
      <pc:sldChg chg="addSp delSp modSp add mod delAnim modAnim">
        <pc:chgData name="Yuli Jiang (CSD)" userId="7c291cd4-aa97-4867-8d2d-ebf5c1c3b419" providerId="ADAL" clId="{32A94110-88B9-4A6A-9F81-D5C158392534}" dt="2025-09-11T06:06:28.463" v="157"/>
        <pc:sldMkLst>
          <pc:docMk/>
          <pc:sldMk cId="1749917272" sldId="353"/>
        </pc:sldMkLst>
        <pc:spChg chg="del">
          <ac:chgData name="Yuli Jiang (CSD)" userId="7c291cd4-aa97-4867-8d2d-ebf5c1c3b419" providerId="ADAL" clId="{32A94110-88B9-4A6A-9F81-D5C158392534}" dt="2025-09-11T06:06:01.811" v="151" actId="478"/>
          <ac:spMkLst>
            <pc:docMk/>
            <pc:sldMk cId="1749917272" sldId="353"/>
            <ac:spMk id="2" creationId="{CC8C82F1-E74F-ED2E-7E06-45EB3CA025E9}"/>
          </ac:spMkLst>
        </pc:spChg>
        <pc:spChg chg="add mod">
          <ac:chgData name="Yuli Jiang (CSD)" userId="7c291cd4-aa97-4867-8d2d-ebf5c1c3b419" providerId="ADAL" clId="{32A94110-88B9-4A6A-9F81-D5C158392534}" dt="2025-09-11T06:06:15.708" v="154" actId="1076"/>
          <ac:spMkLst>
            <pc:docMk/>
            <pc:sldMk cId="1749917272" sldId="353"/>
            <ac:spMk id="3" creationId="{F6C78C56-5CCE-BDF8-7E53-D55335A26129}"/>
          </ac:spMkLst>
        </pc:spChg>
        <pc:spChg chg="add mod">
          <ac:chgData name="Yuli Jiang (CSD)" userId="7c291cd4-aa97-4867-8d2d-ebf5c1c3b419" providerId="ADAL" clId="{32A94110-88B9-4A6A-9F81-D5C158392534}" dt="2025-09-11T06:06:15.708" v="154" actId="1076"/>
          <ac:spMkLst>
            <pc:docMk/>
            <pc:sldMk cId="1749917272" sldId="353"/>
            <ac:spMk id="4" creationId="{C30AAE8D-35FC-05A7-5762-E4822E12E599}"/>
          </ac:spMkLst>
        </pc:spChg>
        <pc:spChg chg="mod">
          <ac:chgData name="Yuli Jiang (CSD)" userId="7c291cd4-aa97-4867-8d2d-ebf5c1c3b419" providerId="ADAL" clId="{32A94110-88B9-4A6A-9F81-D5C158392534}" dt="2025-09-11T06:05:58.048" v="150" actId="27636"/>
          <ac:spMkLst>
            <pc:docMk/>
            <pc:sldMk cId="1749917272" sldId="353"/>
            <ac:spMk id="509955" creationId="{4B5A5727-6D8F-DF0D-14AE-6A836430115B}"/>
          </ac:spMkLst>
        </pc:spChg>
        <pc:picChg chg="add mod">
          <ac:chgData name="Yuli Jiang (CSD)" userId="7c291cd4-aa97-4867-8d2d-ebf5c1c3b419" providerId="ADAL" clId="{32A94110-88B9-4A6A-9F81-D5C158392534}" dt="2025-09-11T06:06:18.647" v="155" actId="1076"/>
          <ac:picMkLst>
            <pc:docMk/>
            <pc:sldMk cId="1749917272" sldId="353"/>
            <ac:picMk id="5" creationId="{D35D2801-0290-D305-8124-1B6B276941F4}"/>
          </ac:picMkLst>
        </pc:picChg>
      </pc:sldChg>
      <pc:sldChg chg="addSp modSp add mod">
        <pc:chgData name="Yuli Jiang (CSD)" userId="7c291cd4-aa97-4867-8d2d-ebf5c1c3b419" providerId="ADAL" clId="{32A94110-88B9-4A6A-9F81-D5C158392534}" dt="2025-09-11T06:35:32.625" v="347" actId="13926"/>
        <pc:sldMkLst>
          <pc:docMk/>
          <pc:sldMk cId="1740399352" sldId="354"/>
        </pc:sldMkLst>
        <pc:spChg chg="mod">
          <ac:chgData name="Yuli Jiang (CSD)" userId="7c291cd4-aa97-4867-8d2d-ebf5c1c3b419" providerId="ADAL" clId="{32A94110-88B9-4A6A-9F81-D5C158392534}" dt="2025-09-11T06:25:32.430" v="277" actId="403"/>
          <ac:spMkLst>
            <pc:docMk/>
            <pc:sldMk cId="1740399352" sldId="354"/>
            <ac:spMk id="3" creationId="{BC30847D-4B1C-8A28-483F-33118743C73C}"/>
          </ac:spMkLst>
        </pc:spChg>
        <pc:spChg chg="add mod">
          <ac:chgData name="Yuli Jiang (CSD)" userId="7c291cd4-aa97-4867-8d2d-ebf5c1c3b419" providerId="ADAL" clId="{32A94110-88B9-4A6A-9F81-D5C158392534}" dt="2025-09-11T06:35:09.192" v="343" actId="14100"/>
          <ac:spMkLst>
            <pc:docMk/>
            <pc:sldMk cId="1740399352" sldId="354"/>
            <ac:spMk id="4" creationId="{D22DDCF3-0344-ADBD-87A4-E7213BA5CEDB}"/>
          </ac:spMkLst>
        </pc:spChg>
        <pc:spChg chg="add mod">
          <ac:chgData name="Yuli Jiang (CSD)" userId="7c291cd4-aa97-4867-8d2d-ebf5c1c3b419" providerId="ADAL" clId="{32A94110-88B9-4A6A-9F81-D5C158392534}" dt="2025-09-11T06:35:32.625" v="347" actId="13926"/>
          <ac:spMkLst>
            <pc:docMk/>
            <pc:sldMk cId="1740399352" sldId="354"/>
            <ac:spMk id="5" creationId="{325A80D0-8E12-3CE4-D3F1-A0E0B065EC8F}"/>
          </ac:spMkLst>
        </pc:spChg>
        <pc:picChg chg="add mod">
          <ac:chgData name="Yuli Jiang (CSD)" userId="7c291cd4-aa97-4867-8d2d-ebf5c1c3b419" providerId="ADAL" clId="{32A94110-88B9-4A6A-9F81-D5C158392534}" dt="2025-09-11T06:35:13.209" v="344" actId="1076"/>
          <ac:picMkLst>
            <pc:docMk/>
            <pc:sldMk cId="1740399352" sldId="354"/>
            <ac:picMk id="8" creationId="{C9C2FE56-A9A0-DF1B-CCA9-FDC398BA68B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94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7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6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86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92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For some compilers </a:t>
            </a:r>
            <a:r>
              <a:rPr lang="en-US" b="0" baseline="0" dirty="0"/>
              <a:t> and some systems</a:t>
            </a:r>
            <a:r>
              <a:rPr lang="en-US" b="0" dirty="0"/>
              <a:t>, such as </a:t>
            </a:r>
            <a:r>
              <a:rPr lang="en-US" b="0" dirty="0" err="1"/>
              <a:t>Replit</a:t>
            </a:r>
            <a:r>
              <a:rPr lang="en-US" b="0" baseline="0" dirty="0"/>
              <a:t>, the sizes of “long” and “unsigned long” are 8 bytes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19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934B-B491-F3D4-981E-B1821B84E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9205-7238-0BE1-EAD6-80E32DCD3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98EEF-C717-A9C8-5FEC-2D574B74A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4CC68-EDF0-0DB1-6EB4-57055EEB2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80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22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7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96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/>
              <a:t>int main(void)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float a=0.123456;</a:t>
            </a:r>
          </a:p>
          <a:p>
            <a:r>
              <a:rPr lang="en-US" altLang="zh-CN" dirty="0"/>
              <a:t>  double b=0.123456;</a:t>
            </a:r>
          </a:p>
          <a:p>
            <a:r>
              <a:rPr lang="en-US" altLang="zh-CN" dirty="0"/>
              <a:t>  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printf</a:t>
            </a:r>
            <a:r>
              <a:rPr lang="en-US" altLang="zh-CN" dirty="0"/>
              <a:t>("%.6f \n%.6f \n\n",</a:t>
            </a:r>
            <a:r>
              <a:rPr lang="en-US" altLang="zh-CN" dirty="0" err="1"/>
              <a:t>a,b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printf</a:t>
            </a:r>
            <a:r>
              <a:rPr lang="en-US" altLang="zh-CN" dirty="0"/>
              <a:t>("%.15f \n%.15f \n\n",</a:t>
            </a:r>
            <a:r>
              <a:rPr lang="en-US" altLang="zh-CN" dirty="0" err="1"/>
              <a:t>a,b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printf</a:t>
            </a:r>
            <a:r>
              <a:rPr lang="en-US" altLang="zh-CN" dirty="0"/>
              <a:t>("%.25f \n%.25f \n\n",</a:t>
            </a:r>
            <a:r>
              <a:rPr lang="en-US" altLang="zh-CN" dirty="0" err="1"/>
              <a:t>a,b</a:t>
            </a:r>
            <a:r>
              <a:rPr lang="en-US" altLang="zh-CN" dirty="0"/>
              <a:t>);</a:t>
            </a:r>
          </a:p>
          <a:p>
            <a:endParaRPr lang="en-US" altLang="zh-CN" dirty="0"/>
          </a:p>
          <a:p>
            <a:r>
              <a:rPr lang="en-US" altLang="zh-CN" dirty="0"/>
              <a:t>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01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47A7E00-2EDE-4ABE-8952-ED91CEF9103D}" type="slidenum">
              <a:rPr lang="zh-TW" altLang="en-US" smtClean="0">
                <a:latin typeface="Helvetica" pitchFamily="34" charset="0"/>
              </a:rPr>
              <a:pPr/>
              <a:t>23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245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F3A7827-704E-412F-AB30-53A9F8FA8073}" type="slidenum">
              <a:rPr lang="zh-TW" altLang="en-US">
                <a:latin typeface="Helvetica" pitchFamily="34" charset="0"/>
              </a:rPr>
              <a:pPr/>
              <a:t>27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85FCCA4-B857-44FA-9526-9B8883213CB7}" type="slidenum">
              <a:rPr lang="zh-TW" altLang="en-US">
                <a:latin typeface="Helvetica" pitchFamily="34" charset="0"/>
              </a:rPr>
              <a:pPr/>
              <a:t>28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Detailed rules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obtained from: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https://learn.microsoft.com/en-us/cpp/c-language/usual-arithmetic-conversions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condition is not met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two conditions are not met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three conditions are not met (none of the operands are of floating types), then integral conversions are performed on the operands as follows: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condition is not met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other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both operands are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two conditions are not met,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above three conditions are not met, and either operand is of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other operand is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unsigned 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none of the above conditions are met, both operands are converted to type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eaLnBrk="1" hangingPunct="1"/>
            <a:endParaRPr lang="en-US" altLang="zh-TW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84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9D99876-C296-4930-B8EC-B304D55E6F02}" type="slidenum">
              <a:rPr lang="zh-TW" altLang="en-US" smtClean="0">
                <a:latin typeface="Helvetica" pitchFamily="34" charset="0"/>
              </a:rPr>
              <a:pPr/>
              <a:t>32</a:t>
            </a:fld>
            <a:endParaRPr lang="en-US" altLang="zh-TW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新細明體" charset="-12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9D99876-C296-4930-B8EC-B304D55E6F02}" type="slidenum">
              <a:rPr lang="zh-TW" altLang="en-US" smtClean="0">
                <a:latin typeface="Helvetica" pitchFamily="34" charset="0"/>
              </a:rPr>
              <a:pPr/>
              <a:t>33</a:t>
            </a:fld>
            <a:endParaRPr lang="en-US" altLang="zh-TW">
              <a:latin typeface="Helvetica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9A2169A-A971-483B-9AC6-C2D16EF9CEA0}" type="slidenum">
              <a:rPr lang="zh-TW" altLang="en-US">
                <a:latin typeface="Helvetica" pitchFamily="34" charset="0"/>
              </a:rPr>
              <a:pPr/>
              <a:t>34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0" dirty="0"/>
          </a:p>
          <a:p>
            <a:pPr eaLnBrk="1" hangingPunct="1"/>
            <a:r>
              <a:rPr lang="en-US" altLang="zh-TW" b="0" dirty="0"/>
              <a:t>Try 5/2 and 5./2 or 5/2.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#include &lt;</a:t>
            </a:r>
            <a:r>
              <a:rPr lang="en-US" b="0" dirty="0" err="1"/>
              <a:t>stdio.h</a:t>
            </a:r>
            <a:r>
              <a:rPr lang="en-US" b="0" dirty="0"/>
              <a:t>&gt;</a:t>
            </a:r>
          </a:p>
          <a:p>
            <a:endParaRPr lang="en-US" b="0" dirty="0"/>
          </a:p>
          <a:p>
            <a:r>
              <a:rPr lang="en-US" b="0" dirty="0"/>
              <a:t>int main(void)</a:t>
            </a:r>
          </a:p>
          <a:p>
            <a:r>
              <a:rPr lang="en-US" b="0" dirty="0"/>
              <a:t>{</a:t>
            </a:r>
          </a:p>
          <a:p>
            <a:r>
              <a:rPr lang="en-US" b="0" dirty="0"/>
              <a:t>  int a = -3.9999999999999999;</a:t>
            </a:r>
          </a:p>
          <a:p>
            <a:r>
              <a:rPr lang="en-US" b="0" dirty="0"/>
              <a:t>  double b=-3.9999999999999999;</a:t>
            </a:r>
          </a:p>
          <a:p>
            <a:r>
              <a:rPr lang="en-US" b="0" dirty="0"/>
              <a:t>  </a:t>
            </a:r>
            <a:r>
              <a:rPr lang="en-US" b="0" dirty="0" err="1"/>
              <a:t>printf</a:t>
            </a:r>
            <a:r>
              <a:rPr lang="en-US" b="0" dirty="0"/>
              <a:t>("%d, %.20f",a,b);</a:t>
            </a:r>
          </a:p>
          <a:p>
            <a:r>
              <a:rPr lang="en-US" b="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48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29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76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28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766229" TargetMode="External"/><Relationship Id="rId2" Type="http://schemas.openxmlformats.org/officeDocument/2006/relationships/hyperlink" Target="https://en.wikipedia.org/wiki/IEEE_754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981200" y="3048000"/>
            <a:ext cx="8153400" cy="1828800"/>
          </a:xfrm>
        </p:spPr>
        <p:txBody>
          <a:bodyPr anchor="t" anchorCtr="0"/>
          <a:lstStyle/>
          <a:p>
            <a:pPr algn="l"/>
            <a:r>
              <a:rPr lang="en-US" b="1" dirty="0"/>
              <a:t>Fundamental Data Types</a:t>
            </a:r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ea typeface="新細明體" charset="-120"/>
              </a:rPr>
              <a:t>Motivation</a:t>
            </a:r>
          </a:p>
          <a:p>
            <a:pPr marL="933450" lvl="1" indent="-533400">
              <a:buFont typeface="Courier New" pitchFamily="34" charset="0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Integral (Integer) Types</a:t>
            </a:r>
          </a:p>
          <a:p>
            <a:pPr marL="933450" lvl="1" indent="-533400">
              <a:buFont typeface="Courier New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Floating Point Numbers</a:t>
            </a:r>
          </a:p>
          <a:p>
            <a:pPr marL="933450" lvl="1" indent="-533400">
              <a:buFont typeface="Courier New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Type Conversion</a:t>
            </a:r>
          </a:p>
          <a:p>
            <a:pPr marL="933450" lvl="1" indent="-533400">
              <a:buFont typeface="Courier New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Back to the Original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5096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EE24-1AA6-5BE4-0199-A357023D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D5B6-E976-5F50-53A5-9B1A0526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 Motivation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A5642-67FD-3742-373D-62FC454E1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184030"/>
            <a:ext cx="11910647" cy="7190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Calculate the product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79157-AD13-6ECC-16A3-C0AD9317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8323A-7583-9091-C0ED-CE55370B4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48BFF-F9B9-CA99-D0B5-0088003FB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a, b, p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lang="en-US" altLang="zh-TW" sz="2000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a = 111111;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lang="en-US" altLang="zh-TW" sz="2000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b = 100000; 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“a = %d, b =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a, b);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b="1" dirty="0">
                <a:solidFill>
                  <a:srgbClr val="C00000"/>
                </a:solidFill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p = a * b;</a:t>
            </a:r>
            <a:endParaRPr lang="en-US" altLang="zh-TW" sz="2000" b="1" dirty="0">
              <a:solidFill>
                <a:srgbClr val="C00000"/>
              </a:solidFill>
              <a:highlight>
                <a:srgbClr val="FFFFCC"/>
              </a:highlight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"a * b =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p);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endParaRPr kumimoji="1" lang="en-US" altLang="zh-TW" sz="2000" dirty="0">
              <a:solidFill>
                <a:srgbClr val="0000FF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1FA2D47-E0CB-4E0B-E85F-09F7B55F8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251" y="1897285"/>
            <a:ext cx="5675740" cy="134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51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 Motivation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85" y="1184030"/>
            <a:ext cx="11910647" cy="7190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Calculate the area of a triangle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0041EC-7BB4-289A-5279-B917ABD0BC7F}"/>
              </a:ext>
            </a:extLst>
          </p:cNvPr>
          <p:cNvGrpSpPr/>
          <p:nvPr/>
        </p:nvGrpSpPr>
        <p:grpSpPr>
          <a:xfrm>
            <a:off x="2063750" y="1932100"/>
            <a:ext cx="8604250" cy="4389438"/>
            <a:chOff x="2063750" y="1932100"/>
            <a:chExt cx="8604250" cy="438943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E8F04ED-B5FE-4B87-8A59-F7F5B8DA7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750" y="1932100"/>
              <a:ext cx="8604250" cy="4389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TW" sz="2000" dirty="0">
                  <a:solidFill>
                    <a:srgbClr val="009900"/>
                  </a:solidFill>
                  <a:latin typeface="Consolas"/>
                  <a:ea typeface="新細明體"/>
                  <a:cs typeface="Consolas" pitchFamily="49" charset="0"/>
                </a:rPr>
                <a:t>#include &lt;</a:t>
              </a:r>
              <a:r>
                <a:rPr kumimoji="1" lang="en-US" altLang="zh-TW" sz="2000" dirty="0" err="1">
                  <a:solidFill>
                    <a:srgbClr val="009900"/>
                  </a:solidFill>
                  <a:latin typeface="Consolas"/>
                  <a:ea typeface="新細明體"/>
                  <a:cs typeface="Consolas" pitchFamily="49" charset="0"/>
                </a:rPr>
                <a:t>stdio.h</a:t>
              </a:r>
              <a:r>
                <a:rPr kumimoji="1" lang="en-US" altLang="zh-TW" sz="2000" dirty="0">
                  <a:solidFill>
                    <a:srgbClr val="009900"/>
                  </a:solidFill>
                  <a:latin typeface="Consolas"/>
                  <a:ea typeface="新細明體"/>
                  <a:cs typeface="Consolas" pitchFamily="49" charset="0"/>
                </a:rPr>
                <a:t>&gt;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TW" sz="2000" dirty="0" err="1">
                  <a:solidFill>
                    <a:srgbClr val="0000FF"/>
                  </a:solidFill>
                  <a:latin typeface="Consolas"/>
                  <a:ea typeface="新細明體"/>
                  <a:cs typeface="Consolas" pitchFamily="49" charset="0"/>
                </a:rPr>
                <a:t>int</a:t>
              </a: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 main(</a:t>
              </a:r>
              <a:r>
                <a:rPr kumimoji="1" lang="en-US" altLang="zh-TW" sz="2000" dirty="0">
                  <a:solidFill>
                    <a:srgbClr val="0000FF"/>
                  </a:solidFill>
                  <a:latin typeface="Consolas"/>
                  <a:ea typeface="新細明體"/>
                  <a:cs typeface="Consolas" pitchFamily="49" charset="0"/>
                </a:rPr>
                <a:t>void</a:t>
              </a: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)</a:t>
              </a:r>
              <a:endParaRPr lang="en-US" altLang="zh-TW" sz="2000" dirty="0">
                <a:latin typeface="Consolas"/>
                <a:ea typeface="新細明體"/>
                <a:cs typeface="Consolas" pitchFamily="49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TW" sz="2000" dirty="0">
                  <a:latin typeface="Consolas" pitchFamily="49" charset="0"/>
                  <a:ea typeface="新細明體" charset="-120"/>
                  <a:cs typeface="Consolas" pitchFamily="49" charset="0"/>
                </a:rPr>
                <a:t>{</a:t>
              </a:r>
            </a:p>
            <a:p>
              <a:pPr>
                <a:spcBef>
                  <a:spcPct val="0"/>
                </a:spcBef>
              </a:pP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 </a:t>
              </a:r>
              <a:r>
                <a:rPr kumimoji="1" lang="en-US" altLang="zh-TW" sz="2000" dirty="0">
                  <a:solidFill>
                    <a:srgbClr val="000000"/>
                  </a:solidFill>
                  <a:latin typeface="Consolas"/>
                  <a:ea typeface="新細明體"/>
                  <a:cs typeface="Consolas" pitchFamily="49" charset="0"/>
                </a:rPr>
                <a:t> </a:t>
              </a:r>
              <a:r>
                <a:rPr kumimoji="1" lang="en-US" altLang="zh-TW" sz="2000" dirty="0" err="1">
                  <a:solidFill>
                    <a:srgbClr val="0000FF"/>
                  </a:solidFill>
                  <a:latin typeface="Consolas"/>
                  <a:ea typeface="新細明體"/>
                  <a:cs typeface="Consolas" pitchFamily="49" charset="0"/>
                </a:rPr>
                <a:t>int</a:t>
              </a:r>
              <a:r>
                <a:rPr kumimoji="1" lang="en-US" altLang="zh-TW" sz="2000" dirty="0">
                  <a:solidFill>
                    <a:srgbClr val="0000FF"/>
                  </a:solidFill>
                  <a:latin typeface="Consolas"/>
                  <a:ea typeface="新細明體"/>
                  <a:cs typeface="Consolas" pitchFamily="49" charset="0"/>
                </a:rPr>
                <a:t> </a:t>
              </a:r>
              <a:r>
                <a:rPr kumimoji="1" lang="en-US" altLang="zh-TW" sz="2000" dirty="0">
                  <a:solidFill>
                    <a:srgbClr val="000000"/>
                  </a:solidFill>
                  <a:latin typeface="Consolas"/>
                  <a:ea typeface="新細明體"/>
                  <a:cs typeface="Consolas" pitchFamily="49" charset="0"/>
                </a:rPr>
                <a:t>area</a:t>
              </a: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, h, b;</a:t>
              </a:r>
              <a:endParaRPr lang="en-US" altLang="zh-TW" sz="2000" dirty="0">
                <a:latin typeface="Consolas"/>
                <a:ea typeface="新細明體"/>
                <a:cs typeface="Consolas" pitchFamily="49" charset="0"/>
              </a:endParaRPr>
            </a:p>
            <a:p>
              <a:pPr>
                <a:spcBef>
                  <a:spcPct val="0"/>
                </a:spcBef>
              </a:pPr>
              <a:endParaRPr lang="en-US" altLang="zh-TW" sz="2000" dirty="0">
                <a:latin typeface="Consolas"/>
                <a:ea typeface="新細明體"/>
                <a:cs typeface="Consolas" pitchFamily="49" charset="0"/>
              </a:endParaRPr>
            </a:p>
            <a:p>
              <a:pPr>
                <a:spcBef>
                  <a:spcPct val="0"/>
                </a:spcBef>
              </a:pPr>
              <a:r>
                <a:rPr lang="en-US" altLang="zh-TW" sz="2000" dirty="0">
                  <a:latin typeface="Consolas"/>
                  <a:ea typeface="新細明體"/>
                  <a:cs typeface="Consolas" pitchFamily="49" charset="0"/>
                </a:rPr>
                <a:t>  h = 3;</a:t>
              </a:r>
            </a:p>
            <a:p>
              <a:pPr>
                <a:spcBef>
                  <a:spcPct val="0"/>
                </a:spcBef>
              </a:pPr>
              <a:r>
                <a:rPr lang="en-US" altLang="zh-TW" sz="2000" dirty="0">
                  <a:latin typeface="Consolas"/>
                  <a:ea typeface="新細明體"/>
                  <a:cs typeface="Consolas" pitchFamily="49" charset="0"/>
                </a:rPr>
                <a:t>  b = 4; </a:t>
              </a:r>
            </a:p>
            <a:p>
              <a:pPr>
                <a:spcBef>
                  <a:spcPct val="0"/>
                </a:spcBef>
              </a:pP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  </a:t>
              </a:r>
              <a:r>
                <a:rPr kumimoji="1" lang="en-US" altLang="zh-TW" sz="2000" dirty="0" err="1">
                  <a:latin typeface="Consolas"/>
                  <a:ea typeface="新細明體"/>
                  <a:cs typeface="Consolas" pitchFamily="49" charset="0"/>
                </a:rPr>
                <a:t>printf</a:t>
              </a: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(</a:t>
              </a:r>
              <a:r>
                <a:rPr kumimoji="1" lang="en-US" altLang="zh-TW" sz="2000" dirty="0">
                  <a:solidFill>
                    <a:srgbClr val="00B0F0"/>
                  </a:solidFill>
                  <a:latin typeface="Consolas"/>
                  <a:ea typeface="新細明體"/>
                  <a:cs typeface="Consolas" pitchFamily="49" charset="0"/>
                </a:rPr>
                <a:t>"Height and base of triangle: %d, %d\n"</a:t>
              </a: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, h, b);</a:t>
              </a:r>
              <a:endParaRPr lang="en-US" altLang="zh-TW" sz="2000" dirty="0">
                <a:latin typeface="Consolas"/>
                <a:ea typeface="新細明體"/>
                <a:cs typeface="Consolas" pitchFamily="49" charset="0"/>
              </a:endParaRPr>
            </a:p>
            <a:p>
              <a:pPr>
                <a:spcBef>
                  <a:spcPct val="0"/>
                </a:spcBef>
              </a:pP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  area = (1/2) * h * b;</a:t>
              </a:r>
              <a:endParaRPr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endParaRPr>
            </a:p>
            <a:p>
              <a:pPr>
                <a:spcBef>
                  <a:spcPct val="0"/>
                </a:spcBef>
              </a:pP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  </a:t>
              </a:r>
              <a:r>
                <a:rPr kumimoji="1" lang="en-US" altLang="zh-TW" sz="2000" dirty="0" err="1">
                  <a:latin typeface="Consolas"/>
                  <a:ea typeface="新細明體"/>
                  <a:cs typeface="Consolas" pitchFamily="49" charset="0"/>
                </a:rPr>
                <a:t>printf</a:t>
              </a: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(</a:t>
              </a:r>
              <a:r>
                <a:rPr kumimoji="1" lang="en-US" altLang="zh-TW" sz="2000" dirty="0">
                  <a:solidFill>
                    <a:srgbClr val="00B0F0"/>
                  </a:solidFill>
                  <a:latin typeface="Consolas"/>
                  <a:ea typeface="新細明體"/>
                  <a:cs typeface="Consolas" pitchFamily="49" charset="0"/>
                </a:rPr>
                <a:t>"Area of triangle: %d\n"</a:t>
              </a:r>
              <a:r>
                <a:rPr kumimoji="1" lang="en-US" altLang="zh-TW" sz="2000" dirty="0">
                  <a:latin typeface="Consolas"/>
                  <a:ea typeface="新細明體"/>
                  <a:cs typeface="Consolas" pitchFamily="49" charset="0"/>
                </a:rPr>
                <a:t>, area);</a:t>
              </a:r>
              <a:endParaRPr lang="en-US" altLang="zh-TW" sz="2000" dirty="0">
                <a:latin typeface="Consolas"/>
                <a:ea typeface="新細明體"/>
                <a:cs typeface="Consolas" pitchFamily="49" charset="0"/>
              </a:endParaRPr>
            </a:p>
            <a:p>
              <a:pPr>
                <a:spcBef>
                  <a:spcPct val="0"/>
                </a:spcBef>
              </a:pPr>
              <a:endPara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endParaRPr>
            </a:p>
            <a:p>
              <a:pPr>
                <a:spcBef>
                  <a:spcPct val="0"/>
                </a:spcBef>
              </a:pPr>
              <a:r>
                <a:rPr kumimoji="1" lang="en-US" altLang="zh-TW" sz="2000" dirty="0">
                  <a:solidFill>
                    <a:srgbClr val="0000FF"/>
                  </a:solidFill>
                  <a:latin typeface="Consolas" pitchFamily="49" charset="0"/>
                  <a:ea typeface="新細明體" charset="-120"/>
                  <a:cs typeface="Consolas" pitchFamily="49" charset="0"/>
                </a:rPr>
                <a:t>  return</a:t>
              </a:r>
              <a:r>
                <a:rPr kumimoji="1" lang="en-US" altLang="zh-TW" sz="2000" dirty="0">
                  <a:latin typeface="Consolas" pitchFamily="49" charset="0"/>
                  <a:ea typeface="新細明體" charset="-120"/>
                  <a:cs typeface="Consolas" pitchFamily="49" charset="0"/>
                </a:rPr>
                <a:t> </a:t>
              </a:r>
              <a:r>
                <a:rPr kumimoji="1" lang="en-US" altLang="zh-TW" sz="2000" dirty="0">
                  <a:solidFill>
                    <a:srgbClr val="00B0F0"/>
                  </a:solidFill>
                  <a:latin typeface="Consolas" pitchFamily="49" charset="0"/>
                  <a:ea typeface="新細明體" charset="-120"/>
                  <a:cs typeface="Consolas" pitchFamily="49" charset="0"/>
                </a:rPr>
                <a:t>0</a:t>
              </a:r>
              <a:r>
                <a:rPr kumimoji="1" lang="en-US" altLang="zh-TW" sz="2000" dirty="0">
                  <a:latin typeface="Consolas" pitchFamily="49" charset="0"/>
                  <a:ea typeface="新細明體" charset="-120"/>
                  <a:cs typeface="Consolas" pitchFamily="49" charset="0"/>
                </a:rPr>
                <a:t>;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TW" sz="2000" dirty="0">
                  <a:latin typeface="Consolas" pitchFamily="49" charset="0"/>
                  <a:ea typeface="新細明體" charset="-120"/>
                  <a:cs typeface="Consolas" pitchFamily="49" charset="0"/>
                </a:rPr>
                <a:t>}</a:t>
              </a:r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FF7440C5-37D2-D882-7D3B-C442AF2B4302}"/>
                </a:ext>
              </a:extLst>
            </p:cNvPr>
            <p:cNvSpPr/>
            <p:nvPr/>
          </p:nvSpPr>
          <p:spPr>
            <a:xfrm>
              <a:off x="7257668" y="2095101"/>
              <a:ext cx="2284472" cy="1330369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80293AF-3AB9-B390-7695-E2B5FAE3BF52}"/>
                </a:ext>
              </a:extLst>
            </p:cNvPr>
            <p:cNvCxnSpPr/>
            <p:nvPr/>
          </p:nvCxnSpPr>
          <p:spPr>
            <a:xfrm>
              <a:off x="8393722" y="2102339"/>
              <a:ext cx="15633" cy="1324706"/>
            </a:xfrm>
            <a:prstGeom prst="straightConnector1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5593E8-E0EF-8D1C-E192-6619D1C49C75}"/>
                </a:ext>
              </a:extLst>
            </p:cNvPr>
            <p:cNvSpPr txBox="1"/>
            <p:nvPr/>
          </p:nvSpPr>
          <p:spPr>
            <a:xfrm>
              <a:off x="8167960" y="3426794"/>
              <a:ext cx="300892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 dirty="0">
                  <a:ea typeface="Calibri"/>
                  <a:cs typeface="Calibri"/>
                </a:rPr>
                <a:t>b</a:t>
              </a:r>
              <a:endParaRPr lang="en-US" sz="2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C676B-B1F9-E2A5-3EB6-0F3A7B844270}"/>
                </a:ext>
              </a:extLst>
            </p:cNvPr>
            <p:cNvSpPr txBox="1"/>
            <p:nvPr/>
          </p:nvSpPr>
          <p:spPr>
            <a:xfrm>
              <a:off x="8469536" y="2765768"/>
              <a:ext cx="1062892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dirty="0">
                  <a:ea typeface="Calibri"/>
                  <a:cs typeface="Calibri"/>
                </a:rPr>
                <a:t>h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43558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 Motivation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This C program, however, does not produce the expected result. Why?! All the formula looks alright to you, right?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&gt;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  <a:buNone/>
            </a:pP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)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  <a:buNone/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{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int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+mn-lt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h, b;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 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 h = 3;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 b = 4; 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 err="1">
                <a:latin typeface="Consolas"/>
                <a:ea typeface="新細明體"/>
                <a:cs typeface="+mn-lt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h, b);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area = (1/2) * h * b;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 err="1">
                <a:latin typeface="Consolas"/>
                <a:ea typeface="新細明體"/>
                <a:cs typeface="+mn-lt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area);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   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return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0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}</a:t>
            </a:r>
            <a:endParaRPr lang="en-US" altLang="zh-TW" dirty="0">
              <a:latin typeface="Consolas"/>
              <a:ea typeface="新細明體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B33A1D-A361-9390-0608-EE44D6F87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118" y="2514600"/>
            <a:ext cx="6409764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2183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 Motivation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This C program, however, does not produce the expected result. Why?! All the formula looks alright to you, right?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+mn-lt"/>
              </a:rPr>
              <a:t>&gt;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  <a:buNone/>
            </a:pP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)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  <a:buNone/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{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int </a:t>
            </a:r>
            <a:r>
              <a:rPr kumimoji="1" lang="en-US" altLang="zh-TW" sz="2000" strike="sngStrike" dirty="0">
                <a:solidFill>
                  <a:srgbClr val="000000"/>
                </a:solidFill>
                <a:latin typeface="Consolas"/>
                <a:ea typeface="新細明體"/>
                <a:cs typeface="+mn-lt"/>
              </a:rPr>
              <a:t>area</a:t>
            </a:r>
            <a:r>
              <a:rPr kumimoji="1" lang="en-US" altLang="zh-TW" sz="2000" strike="sngStrike" dirty="0">
                <a:latin typeface="Consolas"/>
                <a:ea typeface="新細明體"/>
                <a:cs typeface="+mn-lt"/>
              </a:rPr>
              <a:t>,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h, b;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 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 h = 3;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+mn-lt"/>
              </a:rPr>
              <a:t>  b = 4; 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 err="1">
                <a:latin typeface="Consolas"/>
                <a:ea typeface="新細明體"/>
                <a:cs typeface="+mn-lt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h, b);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+mn-lt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= (1/2) * h * b;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 err="1">
                <a:latin typeface="Consolas"/>
                <a:ea typeface="新細明體"/>
                <a:cs typeface="+mn-lt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, area);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   </a:t>
            </a:r>
            <a:endParaRPr lang="en-US" altLang="zh-TW" sz="2000" dirty="0">
              <a:latin typeface="Consolas"/>
              <a:ea typeface="新細明體"/>
              <a:cs typeface="+mn-lt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  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+mn-lt"/>
              </a:rPr>
              <a:t>return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+mn-lt"/>
              </a:rPr>
              <a:t>0</a:t>
            </a: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;</a:t>
            </a:r>
            <a:endParaRPr lang="en-US" altLang="zh-TW" dirty="0">
              <a:latin typeface="Consolas"/>
              <a:ea typeface="新細明體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+mn-lt"/>
              </a:rPr>
              <a:t>}</a:t>
            </a:r>
            <a:endParaRPr lang="en-US" altLang="zh-TW" dirty="0">
              <a:latin typeface="Consolas"/>
              <a:ea typeface="新細明體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A5B22-CFF4-6CB0-FCF0-501D1A0DA535}"/>
              </a:ext>
            </a:extLst>
          </p:cNvPr>
          <p:cNvSpPr txBox="1"/>
          <p:nvPr/>
        </p:nvSpPr>
        <p:spPr>
          <a:xfrm>
            <a:off x="5754961" y="2479179"/>
            <a:ext cx="3541439" cy="9541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What if we declare the area as double?</a:t>
            </a:r>
          </a:p>
        </p:txBody>
      </p:sp>
      <p:sp>
        <p:nvSpPr>
          <p:cNvPr id="6" name="乘号 5">
            <a:extLst>
              <a:ext uri="{FF2B5EF4-FFF2-40B4-BE49-F238E27FC236}">
                <a16:creationId xmlns:a16="http://schemas.microsoft.com/office/drawing/2014/main" id="{989CC5DB-ED0B-4020-C982-B9FCB33C278D}"/>
              </a:ext>
            </a:extLst>
          </p:cNvPr>
          <p:cNvSpPr/>
          <p:nvPr/>
        </p:nvSpPr>
        <p:spPr>
          <a:xfrm>
            <a:off x="8915400" y="1538593"/>
            <a:ext cx="2667000" cy="2835278"/>
          </a:xfrm>
          <a:prstGeom prst="mathMultiply">
            <a:avLst>
              <a:gd name="adj1" fmla="val 153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57101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1. </a:t>
            </a:r>
            <a:r>
              <a:rPr lang="en-US" sz="4000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800" dirty="0">
                <a:cs typeface="Calibri"/>
              </a:rPr>
              <a:t>To</a:t>
            </a:r>
            <a:r>
              <a:rPr lang="en-US" sz="2800" dirty="0"/>
              <a:t> understand the problem of the above program, you need to learn more about </a:t>
            </a:r>
            <a:r>
              <a:rPr lang="en-US" sz="2800" u="sng" dirty="0"/>
              <a:t>data types</a:t>
            </a:r>
          </a:p>
          <a:p>
            <a:r>
              <a:rPr lang="en-US" sz="2800" dirty="0">
                <a:cs typeface="Calibri"/>
              </a:rPr>
              <a:t>In the previous lecture, we have introduced the </a:t>
            </a:r>
            <a:r>
              <a:rPr lang="en-US" sz="2800" b="1" i="1" dirty="0">
                <a:solidFill>
                  <a:schemeClr val="accent1"/>
                </a:solidFill>
                <a:cs typeface="Calibri"/>
              </a:rPr>
              <a:t>integer</a:t>
            </a:r>
            <a:r>
              <a:rPr lang="en-US" sz="2800" b="1" i="1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data type:</a:t>
            </a:r>
          </a:p>
          <a:p>
            <a:pPr marL="0" indent="0" algn="ctr">
              <a:buNone/>
            </a:pPr>
            <a:endParaRPr lang="en-US" sz="2400" dirty="0">
              <a:latin typeface="Consolas" panose="020B0609020204030204" pitchFamily="49" charset="0"/>
              <a:cs typeface="Calibri"/>
            </a:endParaRPr>
          </a:p>
          <a:p>
            <a:pPr marL="0" indent="0" algn="ctr">
              <a:buNone/>
            </a:pPr>
            <a:r>
              <a:rPr lang="en-US" sz="2400" dirty="0">
                <a:latin typeface="Consolas"/>
                <a:cs typeface="Calibri"/>
              </a:rPr>
              <a:t>int x = 0;</a:t>
            </a:r>
            <a:endParaRPr lang="en-US" dirty="0">
              <a:latin typeface="Consolas"/>
            </a:endParaRPr>
          </a:p>
          <a:p>
            <a:endParaRPr lang="en-US" sz="2800" dirty="0">
              <a:cs typeface="Calibri"/>
            </a:endParaRPr>
          </a:p>
          <a:p>
            <a:r>
              <a:rPr lang="en-US" sz="2800" dirty="0">
                <a:cs typeface="Calibri"/>
              </a:rPr>
              <a:t>You may also recall a </a:t>
            </a:r>
            <a:r>
              <a:rPr lang="en-US" sz="2800" b="1" i="1" dirty="0">
                <a:solidFill>
                  <a:schemeClr val="accent1"/>
                </a:solidFill>
                <a:cs typeface="Calibri"/>
              </a:rPr>
              <a:t>double</a:t>
            </a:r>
            <a:r>
              <a:rPr lang="en-US" sz="2800" b="1" i="1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data type:</a:t>
            </a:r>
            <a:endParaRPr lang="en-US" dirty="0"/>
          </a:p>
          <a:p>
            <a:endParaRPr lang="en-US" sz="2800" dirty="0">
              <a:latin typeface="Calibri"/>
              <a:cs typeface="Calibri"/>
            </a:endParaRPr>
          </a:p>
          <a:p>
            <a:pPr marL="0" indent="0" algn="ctr">
              <a:buNone/>
            </a:pP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double pi = 3.14;</a:t>
            </a:r>
            <a:endParaRPr lang="en-US" sz="2400" dirty="0">
              <a:cs typeface="Calibri"/>
            </a:endParaRPr>
          </a:p>
          <a:p>
            <a:endParaRPr lang="en-US" sz="2800" dirty="0">
              <a:cs typeface="Calibri"/>
            </a:endParaRPr>
          </a:p>
          <a:p>
            <a:r>
              <a:rPr lang="en-US" sz="2800" dirty="0">
                <a:cs typeface="Calibri"/>
              </a:rPr>
              <a:t>How do they differ? Why do we need to have different data types?</a:t>
            </a:r>
            <a:endParaRPr lang="en-US" dirty="0"/>
          </a:p>
          <a:p>
            <a:r>
              <a:rPr lang="en-US" sz="2800" dirty="0">
                <a:cs typeface="Calibri"/>
              </a:rPr>
              <a:t>Understanding data types thoroughly is a crucial first step of being a programmer in C</a:t>
            </a:r>
          </a:p>
          <a:p>
            <a:endParaRPr lang="en-US" sz="2800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74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 Integral (Integer)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600" u="sng" dirty="0">
                <a:ea typeface="新細明體" charset="-120"/>
              </a:rPr>
              <a:t>Key concepts</a:t>
            </a:r>
          </a:p>
          <a:p>
            <a:r>
              <a:rPr lang="en-US" dirty="0"/>
              <a:t>The </a:t>
            </a:r>
            <a:r>
              <a:rPr lang="en-US" b="1" dirty="0"/>
              <a:t>smallest/largest integer </a:t>
            </a:r>
            <a:r>
              <a:rPr lang="en-US" dirty="0"/>
              <a:t>values of type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dirty="0"/>
          </a:p>
          <a:p>
            <a:endParaRPr lang="en-US" dirty="0"/>
          </a:p>
          <a:p>
            <a:r>
              <a:rPr lang="en-US" dirty="0"/>
              <a:t>Variation of integer types</a:t>
            </a:r>
          </a:p>
          <a:p>
            <a:pPr lvl="1"/>
            <a:r>
              <a:rPr lang="en-US" dirty="0"/>
              <a:t>Integer types of different sizes</a:t>
            </a:r>
          </a:p>
          <a:p>
            <a:pPr lvl="1"/>
            <a:r>
              <a:rPr lang="en-US" dirty="0"/>
              <a:t>Unsigned and signed integers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Integer </a:t>
            </a:r>
            <a:r>
              <a:rPr lang="en-US" b="1" dirty="0"/>
              <a:t>overflow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470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2.1. </a:t>
            </a:r>
            <a:r>
              <a:rPr lang="en-US" sz="4000" dirty="0"/>
              <a:t>Basic Building Block: bit, Byte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cs typeface="Calibri"/>
              </a:rPr>
              <a:t>Ultimately, a computer represent data in </a:t>
            </a:r>
            <a:r>
              <a:rPr lang="en-US" sz="2800" i="1" dirty="0">
                <a:solidFill>
                  <a:schemeClr val="accent1"/>
                </a:solidFill>
                <a:cs typeface="Calibri"/>
              </a:rPr>
              <a:t>bits</a:t>
            </a:r>
            <a:r>
              <a:rPr lang="en-US" sz="2800" dirty="0"/>
              <a:t>.</a:t>
            </a:r>
            <a:endParaRPr lang="en-US" sz="2800" i="1" dirty="0">
              <a:solidFill>
                <a:schemeClr val="accent1"/>
              </a:solidFill>
            </a:endParaRP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i="1" dirty="0">
                <a:solidFill>
                  <a:srgbClr val="0070C0"/>
                </a:solidFill>
              </a:rPr>
              <a:t>bit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70C0"/>
                </a:solidFill>
              </a:rPr>
              <a:t>b</a:t>
            </a:r>
            <a:r>
              <a:rPr lang="en-US" sz="2800" dirty="0"/>
              <a:t>inary dig</a:t>
            </a:r>
            <a:r>
              <a:rPr lang="en-US" sz="2800" dirty="0">
                <a:solidFill>
                  <a:srgbClr val="0070C0"/>
                </a:solidFill>
              </a:rPr>
              <a:t>it</a:t>
            </a:r>
            <a:r>
              <a:rPr lang="en-US" sz="2800" dirty="0"/>
              <a:t>) is the smallest unit data.</a:t>
            </a:r>
            <a:endParaRPr lang="en-US" sz="2800" dirty="0">
              <a:cs typeface="Calibri"/>
            </a:endParaRPr>
          </a:p>
          <a:p>
            <a:pPr lvl="1"/>
            <a:endParaRPr lang="en-US" sz="2400" dirty="0"/>
          </a:p>
          <a:p>
            <a:r>
              <a:rPr lang="en-US" sz="2800" dirty="0"/>
              <a:t>A bit can be either 0 or 1.</a:t>
            </a:r>
          </a:p>
          <a:p>
            <a:endParaRPr lang="en-US" sz="2800" dirty="0"/>
          </a:p>
          <a:p>
            <a:r>
              <a:rPr lang="en-US" sz="2800" dirty="0"/>
              <a:t>1 </a:t>
            </a:r>
            <a:r>
              <a:rPr lang="en-US" sz="2800" i="1" dirty="0">
                <a:solidFill>
                  <a:srgbClr val="0070C0"/>
                </a:solidFill>
              </a:rPr>
              <a:t>Byte</a:t>
            </a:r>
            <a:r>
              <a:rPr lang="en-US" sz="2800" dirty="0"/>
              <a:t> == 8 bits</a:t>
            </a:r>
          </a:p>
          <a:p>
            <a:endParaRPr lang="en-US" sz="2800" dirty="0"/>
          </a:p>
          <a:p>
            <a:r>
              <a:rPr lang="en-US" sz="2800" dirty="0"/>
              <a:t>Computers use combination of bits to represent all sorts of data.</a:t>
            </a:r>
            <a:endParaRPr lang="en-US" sz="2800" dirty="0">
              <a:cs typeface="Calibri"/>
            </a:endParaRP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5305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AFBFACC-D3D5-498A-9623-A5DE4039E3A6}" type="slidenum">
              <a:rPr lang="zh-TW" altLang="en-US" b="0"/>
              <a:pPr/>
              <a:t>10</a:t>
            </a:fld>
            <a:endParaRPr lang="en-US" altLang="zh-TW" b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2.1. From Bits to Integers</a:t>
            </a:r>
            <a:endParaRPr lang="en-US" altLang="zh-TW" sz="4000" dirty="0">
              <a:solidFill>
                <a:srgbClr val="0070C0"/>
              </a:solidFill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10980615" cy="495300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Binary number system uses </a:t>
            </a:r>
            <a:r>
              <a:rPr lang="en-US" altLang="zh-TW" i="1" dirty="0"/>
              <a:t>N</a:t>
            </a:r>
            <a:r>
              <a:rPr lang="en-US" altLang="zh-TW" dirty="0"/>
              <a:t> bits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dirty="0"/>
              <a:t>to represent integers.</a:t>
            </a:r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Typically, </a:t>
            </a:r>
            <a:r>
              <a:rPr lang="en-US" altLang="zh-TW" i="1" dirty="0">
                <a:ea typeface="新細明體" pitchFamily="18" charset="-120"/>
              </a:rPr>
              <a:t>N</a:t>
            </a:r>
            <a:r>
              <a:rPr lang="en-US" altLang="zh-TW" dirty="0">
                <a:ea typeface="新細明體" pitchFamily="18" charset="-120"/>
              </a:rPr>
              <a:t> = 8, 16, 32, 64 (corresponding to 1, 2, 4 and 8 bytes)</a:t>
            </a:r>
          </a:p>
          <a:p>
            <a:pPr lvl="1"/>
            <a:endParaRPr lang="en-US" altLang="zh-TW" sz="2400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  <a:sym typeface="Wingdings" panose="05000000000000000000" pitchFamily="2" charset="2"/>
              </a:rPr>
              <a:t>E.g. </a:t>
            </a:r>
            <a:r>
              <a:rPr lang="en-US" altLang="zh-TW" dirty="0">
                <a:sym typeface="Wingdings" panose="05000000000000000000" pitchFamily="2" charset="2"/>
              </a:rPr>
              <a:t>8 bits represent one of 2</a:t>
            </a:r>
            <a:r>
              <a:rPr lang="en-US" altLang="zh-TW" baseline="30000" dirty="0">
                <a:sym typeface="Wingdings" panose="05000000000000000000" pitchFamily="2" charset="2"/>
              </a:rPr>
              <a:t>8</a:t>
            </a:r>
            <a:r>
              <a:rPr lang="en-US" altLang="zh-TW" dirty="0">
                <a:sym typeface="Wingdings" panose="05000000000000000000" pitchFamily="2" charset="2"/>
              </a:rPr>
              <a:t>=</a:t>
            </a:r>
            <a:r>
              <a:rPr lang="en-US" altLang="zh-TW" dirty="0">
                <a:ea typeface="新細明體" pitchFamily="18" charset="-120"/>
                <a:sym typeface="Wingdings" panose="05000000000000000000" pitchFamily="2" charset="2"/>
              </a:rPr>
              <a:t>256 different bit </a:t>
            </a:r>
            <a:r>
              <a:rPr lang="en-US" altLang="zh-TW" i="1" dirty="0">
                <a:ea typeface="新細明體" pitchFamily="18" charset="-120"/>
                <a:sym typeface="Wingdings" panose="05000000000000000000" pitchFamily="2" charset="2"/>
              </a:rPr>
              <a:t>patterns</a:t>
            </a:r>
            <a:r>
              <a:rPr lang="en-US" altLang="zh-TW" dirty="0">
                <a:ea typeface="新細明體" pitchFamily="18" charset="-120"/>
                <a:sym typeface="Wingdings" panose="05000000000000000000" pitchFamily="2" charset="2"/>
              </a:rPr>
              <a:t>:</a:t>
            </a:r>
          </a:p>
          <a:p>
            <a:endParaRPr lang="en-US" altLang="zh-TW" sz="2800" dirty="0">
              <a:ea typeface="新細明體" pitchFamily="18" charset="-120"/>
              <a:sym typeface="Wingdings" panose="05000000000000000000" pitchFamily="2" charset="2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48992" y="3617890"/>
            <a:ext cx="11683283" cy="197690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altLang="zh-TW" sz="2800" dirty="0">
                <a:sym typeface="Wingdings" panose="05000000000000000000" pitchFamily="2" charset="2"/>
              </a:rPr>
              <a:t>00000000, 00000001, 00000010, 00000011, …, 11111110, 11111111</a:t>
            </a:r>
          </a:p>
          <a:p>
            <a:pPr lvl="1"/>
            <a:r>
              <a:rPr lang="en-US" altLang="zh-TW" sz="2800" dirty="0">
                <a:sym typeface="Wingdings" panose="05000000000000000000" pitchFamily="2" charset="2"/>
              </a:rPr>
              <a:t>Some people assign each a </a:t>
            </a:r>
            <a:r>
              <a:rPr lang="en-US" altLang="zh-TW" sz="2800" i="1" dirty="0">
                <a:sym typeface="Wingdings" panose="05000000000000000000" pitchFamily="2" charset="2"/>
              </a:rPr>
              <a:t>non-negative </a:t>
            </a:r>
            <a:r>
              <a:rPr lang="en-US" altLang="zh-TW" sz="2800" dirty="0">
                <a:sym typeface="Wingdings" panose="05000000000000000000" pitchFamily="2" charset="2"/>
              </a:rPr>
              <a:t>integer value, 0, 1, 2, …, 254, 255.</a:t>
            </a:r>
          </a:p>
        </p:txBody>
      </p:sp>
    </p:spTree>
    <p:extLst>
      <p:ext uri="{BB962C8B-B14F-4D97-AF65-F5344CB8AC3E}">
        <p14:creationId xmlns:p14="http://schemas.microsoft.com/office/powerpoint/2010/main" val="200183008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7D3C-0E2D-2339-0D00-657F54DFA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907" y="4388338"/>
            <a:ext cx="11910647" cy="19597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Left most digit: negative(1), non-negative(0)</a:t>
            </a:r>
          </a:p>
          <a:p>
            <a:pPr lvl="3"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8 bits:  –128 to 127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9BCD3-A12E-E7BE-6205-4CF09A7A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DD36D41-DD8D-94BC-E0DA-D328FF21593A}"/>
              </a:ext>
            </a:extLst>
          </p:cNvPr>
          <p:cNvSpPr/>
          <p:nvPr/>
        </p:nvSpPr>
        <p:spPr>
          <a:xfrm>
            <a:off x="93785" y="1066800"/>
            <a:ext cx="11916507" cy="313055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TW" sz="2800" dirty="0">
                <a:sym typeface="Wingdings" panose="05000000000000000000" pitchFamily="2" charset="2"/>
              </a:rPr>
              <a:t>Some people rearrange the patterns in a different order:</a:t>
            </a:r>
          </a:p>
          <a:p>
            <a:pPr lvl="1"/>
            <a:r>
              <a:rPr lang="en-US" altLang="zh-TW" sz="1200" dirty="0">
                <a:solidFill>
                  <a:srgbClr val="FF0000"/>
                </a:solidFill>
                <a:ea typeface="新細明體"/>
                <a:cs typeface="Calibri"/>
              </a:rPr>
              <a:t> </a:t>
            </a:r>
            <a:endParaRPr lang="en-US" altLang="zh-TW" sz="28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10000000, 10000001, 10000010, 10000011, 10000100, 1000101, …, </a:t>
            </a:r>
            <a:b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11111110, 11111111,</a:t>
            </a:r>
            <a:r>
              <a:rPr lang="en-US" altLang="zh-TW" sz="2800" dirty="0">
                <a:sym typeface="Wingdings" panose="05000000000000000000" pitchFamily="2" charset="2"/>
              </a:rPr>
              <a:t> </a:t>
            </a:r>
            <a:r>
              <a:rPr lang="en-US" altLang="zh-TW" sz="2800" dirty="0">
                <a:solidFill>
                  <a:srgbClr val="0070C0"/>
                </a:solidFill>
                <a:sym typeface="Wingdings" panose="05000000000000000000" pitchFamily="2" charset="2"/>
              </a:rPr>
              <a:t>00000000, 00000001, 00000010, …, 01111111</a:t>
            </a:r>
          </a:p>
          <a:p>
            <a:pPr lvl="1"/>
            <a:r>
              <a:rPr lang="en-US" altLang="zh-TW" sz="1200" dirty="0">
                <a:ea typeface="新細明體"/>
                <a:cs typeface="Calibri"/>
              </a:rPr>
              <a:t> </a:t>
            </a:r>
            <a:endParaRPr lang="en-US" altLang="zh-TW" sz="2800" dirty="0">
              <a:sym typeface="Wingdings" panose="05000000000000000000" pitchFamily="2" charset="2"/>
            </a:endParaRPr>
          </a:p>
          <a:p>
            <a:pPr lvl="1"/>
            <a:r>
              <a:rPr lang="en-US" altLang="zh-TW" sz="2800" dirty="0">
                <a:sym typeface="Wingdings" panose="05000000000000000000" pitchFamily="2" charset="2"/>
              </a:rPr>
              <a:t>And call them </a:t>
            </a:r>
            <a:r>
              <a:rPr lang="en-US" altLang="zh-TW" sz="2800" dirty="0">
                <a:solidFill>
                  <a:srgbClr val="FF0000"/>
                </a:solidFill>
                <a:sym typeface="Wingdings" panose="05000000000000000000" pitchFamily="2" charset="2"/>
              </a:rPr>
              <a:t>-128, -127, -126, -125, …, -2, -1, </a:t>
            </a:r>
            <a:r>
              <a:rPr lang="en-US" altLang="zh-TW" sz="2800" dirty="0">
                <a:solidFill>
                  <a:srgbClr val="0070C0"/>
                </a:solidFill>
                <a:sym typeface="Wingdings" panose="05000000000000000000" pitchFamily="2" charset="2"/>
              </a:rPr>
              <a:t>0, 1, 2,3, …, 125, 126, 127</a:t>
            </a:r>
          </a:p>
          <a:p>
            <a:pPr lvl="1"/>
            <a:r>
              <a:rPr lang="en-US" altLang="zh-TW" sz="2800" dirty="0">
                <a:sym typeface="Wingdings" panose="05000000000000000000" pitchFamily="2" charset="2"/>
              </a:rPr>
              <a:t>The patterns are used for representing both –</a:t>
            </a:r>
            <a:r>
              <a:rPr lang="en-US" altLang="zh-TW" sz="2800" dirty="0" err="1">
                <a:sym typeface="Wingdings" panose="05000000000000000000" pitchFamily="2" charset="2"/>
              </a:rPr>
              <a:t>ve</a:t>
            </a:r>
            <a:r>
              <a:rPr lang="en-US" altLang="zh-TW" sz="2800" dirty="0">
                <a:sym typeface="Wingdings" panose="05000000000000000000" pitchFamily="2" charset="2"/>
              </a:rPr>
              <a:t>, 0 and +</a:t>
            </a:r>
            <a:r>
              <a:rPr lang="en-US" altLang="zh-TW" sz="2800" dirty="0" err="1">
                <a:sym typeface="Wingdings" panose="05000000000000000000" pitchFamily="2" charset="2"/>
              </a:rPr>
              <a:t>ve</a:t>
            </a:r>
            <a:r>
              <a:rPr lang="en-US" altLang="zh-TW" sz="2800" dirty="0">
                <a:sym typeface="Wingdings" panose="05000000000000000000" pitchFamily="2" charset="2"/>
              </a:rPr>
              <a:t> integers.</a:t>
            </a:r>
            <a:endParaRPr lang="en-US" altLang="zh-TW" sz="2800" dirty="0">
              <a:solidFill>
                <a:srgbClr val="0070C0"/>
              </a:solidFill>
              <a:sym typeface="Wingdings" panose="05000000000000000000" pitchFamily="2" charset="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6523455-3C78-F2B5-52DF-D0C12E0CC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2.1. From Bits to Integers (Negative Integer)</a:t>
            </a:r>
            <a:endParaRPr lang="en-US" altLang="zh-TW" sz="4000" dirty="0">
              <a:solidFill>
                <a:srgbClr val="0070C0"/>
              </a:solidFill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5385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3AFBFACC-D3D5-498A-9623-A5DE4039E3A6}" type="slidenum">
              <a:rPr lang="zh-TW" altLang="en-US" b="0"/>
              <a:pPr/>
              <a:t>12</a:t>
            </a:fld>
            <a:endParaRPr lang="en-US" altLang="zh-TW" b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2.1. From Bits to Integers</a:t>
            </a:r>
            <a:endParaRPr lang="en-US" altLang="zh-TW" sz="4000" dirty="0">
              <a:solidFill>
                <a:srgbClr val="0070C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985" y="1172308"/>
            <a:ext cx="11850076" cy="49530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altLang="zh-TW" sz="3600" dirty="0">
                <a:ea typeface="新細明體" pitchFamily="18" charset="-120"/>
                <a:sym typeface="Wingdings" panose="05000000000000000000" pitchFamily="2" charset="2"/>
              </a:rPr>
              <a:t>With N bits, we can represent 2</a:t>
            </a:r>
            <a:r>
              <a:rPr lang="en-US" altLang="zh-TW" sz="3600" baseline="30000" dirty="0">
                <a:ea typeface="新細明體" pitchFamily="18" charset="-120"/>
                <a:sym typeface="Wingdings" panose="05000000000000000000" pitchFamily="2" charset="2"/>
              </a:rPr>
              <a:t>N</a:t>
            </a:r>
            <a:r>
              <a:rPr lang="en-US" altLang="zh-TW" sz="3600" dirty="0">
                <a:ea typeface="新細明體" pitchFamily="18" charset="-120"/>
                <a:sym typeface="Wingdings" panose="05000000000000000000" pitchFamily="2" charset="2"/>
              </a:rPr>
              <a:t> distinct values.</a:t>
            </a:r>
          </a:p>
          <a:p>
            <a:pPr lvl="1"/>
            <a:r>
              <a:rPr lang="en-US" altLang="zh-TW" sz="3200" dirty="0">
                <a:ea typeface="新細明體" pitchFamily="18" charset="-120"/>
                <a:sym typeface="Wingdings" panose="05000000000000000000" pitchFamily="2" charset="2"/>
              </a:rPr>
              <a:t>Half for negative integers, and half for non-negative integers:</a:t>
            </a:r>
          </a:p>
          <a:p>
            <a:pPr marL="457200" lvl="1" indent="0">
              <a:buNone/>
            </a:pPr>
            <a:r>
              <a:rPr lang="en-US" altLang="zh-TW" sz="3200" dirty="0">
                <a:ea typeface="新細明體" pitchFamily="18" charset="-120"/>
                <a:sym typeface="Wingdings" panose="05000000000000000000" pitchFamily="2" charset="2"/>
              </a:rPr>
              <a:t>	</a:t>
            </a:r>
            <a:r>
              <a:rPr lang="en-US" altLang="zh-TW" sz="32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-(2</a:t>
            </a:r>
            <a:r>
              <a:rPr lang="en-US" altLang="zh-TW" sz="3200" baseline="300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N-1</a:t>
            </a:r>
            <a:r>
              <a:rPr lang="en-US" altLang="zh-TW" sz="32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),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-(2</a:t>
            </a:r>
            <a:r>
              <a:rPr lang="en-US" altLang="zh-TW" sz="3200" baseline="30000" dirty="0">
                <a:solidFill>
                  <a:srgbClr val="FF0000"/>
                </a:solidFill>
                <a:sym typeface="Wingdings" panose="05000000000000000000" pitchFamily="2" charset="2"/>
              </a:rPr>
              <a:t>N-1 </a:t>
            </a:r>
            <a:r>
              <a:rPr lang="en-US" altLang="zh-TW" sz="3200" dirty="0">
                <a:solidFill>
                  <a:srgbClr val="FF0000"/>
                </a:solidFill>
                <a:sym typeface="Wingdings" panose="05000000000000000000" pitchFamily="2" charset="2"/>
              </a:rPr>
              <a:t>- 1), …, </a:t>
            </a:r>
            <a:r>
              <a:rPr lang="en-US" altLang="zh-TW" sz="3200" dirty="0">
                <a:solidFill>
                  <a:srgbClr val="FF0000"/>
                </a:solidFill>
                <a:ea typeface="新細明體" pitchFamily="18" charset="-120"/>
                <a:sym typeface="Wingdings" panose="05000000000000000000" pitchFamily="2" charset="2"/>
              </a:rPr>
              <a:t>-2, -1,      </a:t>
            </a:r>
            <a:r>
              <a:rPr lang="en-US" altLang="zh-TW" sz="3200" dirty="0">
                <a:solidFill>
                  <a:srgbClr val="0070C0"/>
                </a:solidFill>
                <a:ea typeface="新細明體" pitchFamily="18" charset="-120"/>
                <a:sym typeface="Wingdings" panose="05000000000000000000" pitchFamily="2" charset="2"/>
              </a:rPr>
              <a:t>0, +1, +2, …, +(2</a:t>
            </a:r>
            <a:r>
              <a:rPr lang="en-US" altLang="zh-TW" sz="3200" baseline="30000" dirty="0">
                <a:solidFill>
                  <a:srgbClr val="0070C0"/>
                </a:solidFill>
                <a:ea typeface="新細明體" pitchFamily="18" charset="-120"/>
                <a:sym typeface="Wingdings" panose="05000000000000000000" pitchFamily="2" charset="2"/>
              </a:rPr>
              <a:t>N-1 </a:t>
            </a:r>
            <a:r>
              <a:rPr lang="en-US" altLang="zh-TW" sz="3200" dirty="0">
                <a:solidFill>
                  <a:srgbClr val="0070C0"/>
                </a:solidFill>
                <a:ea typeface="新細明體" pitchFamily="18" charset="-120"/>
                <a:sym typeface="Wingdings" panose="05000000000000000000" pitchFamily="2" charset="2"/>
              </a:rPr>
              <a:t>- 1)</a:t>
            </a:r>
          </a:p>
          <a:p>
            <a:pPr marL="457200" lvl="1" indent="0">
              <a:buNone/>
            </a:pPr>
            <a:endParaRPr lang="en-US" altLang="zh-TW" dirty="0">
              <a:ea typeface="新細明體" pitchFamily="18" charset="-120"/>
              <a:sym typeface="Wingdings" panose="05000000000000000000" pitchFamily="2" charset="2"/>
            </a:endParaRPr>
          </a:p>
          <a:p>
            <a:r>
              <a:rPr lang="en-US" altLang="zh-TW" sz="3600" dirty="0">
                <a:ea typeface="新細明體"/>
                <a:sym typeface="Wingdings" panose="05000000000000000000" pitchFamily="2" charset="2"/>
              </a:rPr>
              <a:t>Type </a:t>
            </a:r>
            <a:r>
              <a:rPr lang="en-US" altLang="zh-TW" sz="36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  <a:sym typeface="Wingdings" panose="05000000000000000000" pitchFamily="2" charset="2"/>
              </a:rPr>
              <a:t>int</a:t>
            </a:r>
            <a:r>
              <a:rPr lang="en-US" altLang="zh-TW" sz="3600" dirty="0">
                <a:ea typeface="新細明體"/>
                <a:sym typeface="Wingdings" panose="05000000000000000000" pitchFamily="2" charset="2"/>
              </a:rPr>
              <a:t> is typically </a:t>
            </a:r>
            <a:r>
              <a:rPr lang="en-US" altLang="zh-TW" sz="3600" b="1" u="sng" dirty="0">
                <a:ea typeface="新細明體"/>
                <a:sym typeface="Wingdings" panose="05000000000000000000" pitchFamily="2" charset="2"/>
              </a:rPr>
              <a:t>32 bits</a:t>
            </a:r>
            <a:r>
              <a:rPr lang="en-US" altLang="zh-TW" sz="3600" dirty="0">
                <a:ea typeface="新細明體"/>
                <a:sym typeface="Wingdings" panose="05000000000000000000" pitchFamily="2" charset="2"/>
              </a:rPr>
              <a:t> in size </a:t>
            </a:r>
            <a:r>
              <a:rPr lang="en-US" altLang="zh-TW" sz="3600" i="1" dirty="0">
                <a:ea typeface="新細明體"/>
                <a:sym typeface="Wingdings" panose="05000000000000000000" pitchFamily="2" charset="2"/>
              </a:rPr>
              <a:t>nowadays</a:t>
            </a:r>
            <a:r>
              <a:rPr lang="en-US" altLang="zh-TW" sz="3600" dirty="0">
                <a:ea typeface="新細明體"/>
                <a:sym typeface="Wingdings" panose="05000000000000000000" pitchFamily="2" charset="2"/>
              </a:rPr>
              <a:t>. As such, it can represent integers in the following range</a:t>
            </a:r>
            <a:endParaRPr lang="en-US" altLang="zh-TW" sz="3600" dirty="0">
              <a:ea typeface="新細明體"/>
              <a:cs typeface="Calibri"/>
            </a:endParaRPr>
          </a:p>
          <a:p>
            <a:endParaRPr lang="en-US" altLang="zh-TW" sz="3600" dirty="0">
              <a:ea typeface="新細明體" pitchFamily="18" charset="-120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US" altLang="zh-TW" dirty="0">
                <a:ea typeface="新細明體" pitchFamily="18" charset="-120"/>
              </a:rPr>
              <a:t>		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-(2</a:t>
            </a:r>
            <a:r>
              <a:rPr lang="en-US" altLang="zh-TW" baseline="30000" dirty="0">
                <a:solidFill>
                  <a:srgbClr val="FF0000"/>
                </a:solidFill>
                <a:ea typeface="新細明體" pitchFamily="18" charset="-120"/>
              </a:rPr>
              <a:t>31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), -(2</a:t>
            </a:r>
            <a:r>
              <a:rPr lang="en-US" altLang="zh-TW" baseline="30000" dirty="0">
                <a:solidFill>
                  <a:srgbClr val="FF0000"/>
                </a:solidFill>
                <a:ea typeface="新細明體" pitchFamily="18" charset="-120"/>
              </a:rPr>
              <a:t>31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 - 1), … , -2, -1,      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0, +1, +2, …, +(2</a:t>
            </a:r>
            <a:r>
              <a:rPr lang="en-US" altLang="zh-TW" baseline="30000" dirty="0">
                <a:solidFill>
                  <a:srgbClr val="0070C0"/>
                </a:solidFill>
                <a:ea typeface="新細明體" pitchFamily="18" charset="-120"/>
              </a:rPr>
              <a:t>31 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- 1)</a:t>
            </a:r>
          </a:p>
          <a:p>
            <a:pPr>
              <a:buNone/>
            </a:pPr>
            <a:r>
              <a:rPr lang="en-US" altLang="zh-TW" dirty="0">
                <a:ea typeface="新細明體" pitchFamily="18" charset="-120"/>
              </a:rPr>
              <a:t>					or</a:t>
            </a:r>
          </a:p>
          <a:p>
            <a:pPr>
              <a:buNone/>
            </a:pPr>
            <a:r>
              <a:rPr lang="en-US" altLang="zh-TW" dirty="0">
                <a:ea typeface="新細明體" pitchFamily="18" charset="-120"/>
              </a:rPr>
              <a:t>		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-2147483648, …, -2, -1,      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0, 1, 2, …, 2147483647</a:t>
            </a:r>
          </a:p>
          <a:p>
            <a:pPr marL="457200" lvl="1" indent="0">
              <a:buNone/>
            </a:pPr>
            <a:endParaRPr lang="en-US" altLang="zh-TW" sz="3600" dirty="0">
              <a:ea typeface="新細明體" pitchFamily="18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70743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C20937A-7710-4149-9F24-77536BB775B0}" type="slidenum">
              <a:rPr lang="zh-TW" altLang="en-US" b="0"/>
              <a:pPr/>
              <a:t>13</a:t>
            </a:fld>
            <a:endParaRPr lang="en-US" altLang="zh-TW" b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10972800" cy="838200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ea typeface="新細明體"/>
              </a:rPr>
              <a:t>2.2. Variations of Integral Types </a:t>
            </a:r>
            <a:br>
              <a:rPr lang="en-US" altLang="zh-TW" sz="4000" dirty="0">
                <a:ea typeface="新細明體"/>
              </a:rPr>
            </a:br>
            <a:r>
              <a:rPr lang="en-US" altLang="zh-TW" sz="4000" dirty="0">
                <a:ea typeface="新細明體"/>
              </a:rPr>
              <a:t>(Can be different in different compilers)</a:t>
            </a:r>
          </a:p>
        </p:txBody>
      </p:sp>
      <p:graphicFrame>
        <p:nvGraphicFramePr>
          <p:cNvPr id="519215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31542"/>
              </p:ext>
            </p:extLst>
          </p:nvPr>
        </p:nvGraphicFramePr>
        <p:xfrm>
          <a:off x="1717675" y="1201738"/>
          <a:ext cx="8680450" cy="4143314"/>
        </p:xfrm>
        <a:graphic>
          <a:graphicData uri="http://schemas.openxmlformats.org/drawingml/2006/table">
            <a:tbl>
              <a:tblPr/>
              <a:tblGrid>
                <a:gridCol w="32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Size in bytes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[In General]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signed 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-128 to 127 (a signed byte)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short (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or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short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15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15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 (-32768 to 32767)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endParaRPr kumimoji="0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-2</a:t>
                      </a:r>
                      <a:r>
                        <a:rPr kumimoji="0" lang="en-US" altLang="zh-TW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31 </a:t>
                      </a: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31</a:t>
                      </a: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4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long (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or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long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63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63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8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to 255 (an unsigned byte)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short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16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(0 to 65535)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b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</a:b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	(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or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 unsigned)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32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4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Times New Roman" pitchFamily="18" charset="0"/>
                        </a:rPr>
                        <a:t>unsigned long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 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to 2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64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-1 (if 8 bytes)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19007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solidFill>
                  <a:prstClr val="black"/>
                </a:solidFill>
                <a:ea typeface="新細明體" pitchFamily="18" charset="-120"/>
              </a:rPr>
              <a:t>2.2. Variations of Integral Types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appropriate type to represent integers in this program?</a:t>
            </a:r>
          </a:p>
          <a:p>
            <a:pPr lvl="1"/>
            <a:r>
              <a:rPr lang="en-US" dirty="0"/>
              <a:t>When the amount of data to be processed is large and the memory space is scarce, we have to be </a:t>
            </a:r>
            <a:r>
              <a:rPr lang="en-US" i="1" dirty="0"/>
              <a:t>mean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For now it suffices to know that these variations of integral types exist. For most applications, using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is adequate.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19213" name="Text Box 45"/>
          <p:cNvSpPr txBox="1">
            <a:spLocks noChangeArrowheads="1"/>
          </p:cNvSpPr>
          <p:nvPr/>
        </p:nvSpPr>
        <p:spPr bwMode="auto">
          <a:xfrm>
            <a:off x="1717675" y="5580063"/>
            <a:ext cx="82332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800" b="0" dirty="0">
                <a:ea typeface="新細明體" pitchFamily="18" charset="-120"/>
              </a:rPr>
              <a:t>Why are there so many different types of integers?</a:t>
            </a:r>
          </a:p>
        </p:txBody>
      </p:sp>
    </p:spTree>
    <p:extLst>
      <p:ext uri="{BB962C8B-B14F-4D97-AF65-F5344CB8AC3E}">
        <p14:creationId xmlns:p14="http://schemas.microsoft.com/office/powerpoint/2010/main" val="1675233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C178-C32E-4D57-4C67-36EE1EB2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E1343121-C3AB-142A-557F-423CC1A2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9804CA6-5C36-420A-BADD-82DC5985D43A}" type="slidenum">
              <a:rPr lang="zh-TW" altLang="en-US" b="0"/>
              <a:pPr/>
              <a:t>15</a:t>
            </a:fld>
            <a:endParaRPr lang="en-US" altLang="zh-TW" b="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1DE7FDF-58F6-57FE-8C3E-8AECAD43F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2.3. Integer Overflow</a:t>
            </a:r>
          </a:p>
        </p:txBody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4B5A5727-6D8F-DF0D-14AE-6A8364301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11506200" cy="54673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i="1" dirty="0">
                <a:solidFill>
                  <a:srgbClr val="0070C0"/>
                </a:solidFill>
                <a:ea typeface="新細明體"/>
              </a:rPr>
              <a:t>Integer overflow</a:t>
            </a:r>
            <a:r>
              <a:rPr lang="en-US" altLang="zh-TW" dirty="0">
                <a:ea typeface="新細明體"/>
              </a:rPr>
              <a:t> occurs when the result of an arithmetic operation is </a:t>
            </a:r>
            <a:r>
              <a:rPr lang="en-US" altLang="zh-TW" b="1" dirty="0">
                <a:ea typeface="新細明體"/>
              </a:rPr>
              <a:t>too large</a:t>
            </a:r>
            <a:r>
              <a:rPr lang="en-US" altLang="zh-TW" dirty="0">
                <a:ea typeface="新細明體"/>
              </a:rPr>
              <a:t> to be represented by the underlying integer representation.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6C78C56-5CCE-BDF8-7E53-D55335A26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49" y="2473215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30AAE8D-35FC-05A7-5762-E4822E12E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299" y="2473215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a, b, p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lang="en-US" altLang="zh-TW" sz="2000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a = 111111;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lang="en-US" altLang="zh-TW" sz="2000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b = 100000; 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“a = %d, b =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a, b);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b="1" dirty="0">
                <a:solidFill>
                  <a:srgbClr val="C00000"/>
                </a:solidFill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p = a * b;</a:t>
            </a:r>
            <a:endParaRPr lang="en-US" altLang="zh-TW" sz="2000" b="1" dirty="0">
              <a:solidFill>
                <a:srgbClr val="C00000"/>
              </a:solidFill>
              <a:highlight>
                <a:srgbClr val="FFFFCC"/>
              </a:highlight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"a * b =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p);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endParaRPr kumimoji="1" lang="en-US" altLang="zh-TW" sz="2000" dirty="0">
              <a:solidFill>
                <a:srgbClr val="0000FF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5D2801-0290-D305-8124-1B6B27694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393" y="3200400"/>
            <a:ext cx="5675740" cy="134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172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9804CA6-5C36-420A-BADD-82DC5985D43A}" type="slidenum">
              <a:rPr lang="zh-TW" altLang="en-US" b="0"/>
              <a:pPr/>
              <a:t>16</a:t>
            </a:fld>
            <a:endParaRPr lang="en-US" altLang="zh-TW" b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2.3. Integer Overflow</a:t>
            </a:r>
          </a:p>
        </p:txBody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11506200" cy="54673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i="1" dirty="0">
                <a:solidFill>
                  <a:srgbClr val="0070C0"/>
                </a:solidFill>
                <a:ea typeface="新細明體"/>
              </a:rPr>
              <a:t>Integer overflow</a:t>
            </a:r>
            <a:r>
              <a:rPr lang="en-US" altLang="zh-TW" sz="2800" dirty="0">
                <a:ea typeface="新細明體"/>
              </a:rPr>
              <a:t> occurs when the result of an arithmetic operation is </a:t>
            </a:r>
            <a:r>
              <a:rPr lang="en-US" altLang="zh-TW" sz="2800" b="1" dirty="0">
                <a:ea typeface="新細明體"/>
              </a:rPr>
              <a:t>too large</a:t>
            </a:r>
            <a:r>
              <a:rPr lang="en-US" altLang="zh-TW" sz="2800" dirty="0">
                <a:ea typeface="新細明體"/>
              </a:rPr>
              <a:t> to be represented by the underlying integer representation.</a:t>
            </a:r>
            <a:endParaRPr lang="en-US" altLang="zh-TW" sz="28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/>
              </a:rPr>
              <a:t>For 32-bit signed integer,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rgbClr val="FF0000"/>
                </a:solidFill>
              </a:rPr>
              <a:t>           -(2</a:t>
            </a:r>
            <a:r>
              <a:rPr lang="en-US" altLang="zh-TW" sz="3000" baseline="30000" dirty="0">
                <a:solidFill>
                  <a:srgbClr val="FF0000"/>
                </a:solidFill>
              </a:rPr>
              <a:t>31</a:t>
            </a:r>
            <a:r>
              <a:rPr lang="en-US" altLang="zh-TW" sz="3000" dirty="0">
                <a:solidFill>
                  <a:srgbClr val="FF0000"/>
                </a:solidFill>
              </a:rPr>
              <a:t>), -(2</a:t>
            </a:r>
            <a:r>
              <a:rPr lang="en-US" altLang="zh-TW" sz="3000" baseline="30000" dirty="0">
                <a:solidFill>
                  <a:srgbClr val="FF0000"/>
                </a:solidFill>
              </a:rPr>
              <a:t>31</a:t>
            </a:r>
            <a:r>
              <a:rPr lang="en-US" altLang="zh-TW" sz="3000" dirty="0">
                <a:solidFill>
                  <a:srgbClr val="FF0000"/>
                </a:solidFill>
              </a:rPr>
              <a:t> - 1), … , -2, -1,      </a:t>
            </a:r>
            <a:r>
              <a:rPr lang="en-US" altLang="zh-TW" sz="3000" dirty="0">
                <a:solidFill>
                  <a:srgbClr val="0070C0"/>
                </a:solidFill>
              </a:rPr>
              <a:t>0, +1, +2, …, +(2</a:t>
            </a:r>
            <a:r>
              <a:rPr lang="en-US" altLang="zh-TW" sz="3000" baseline="30000" dirty="0">
                <a:solidFill>
                  <a:srgbClr val="0070C0"/>
                </a:solidFill>
              </a:rPr>
              <a:t>31 </a:t>
            </a:r>
            <a:r>
              <a:rPr lang="en-US" altLang="zh-TW" sz="3000" dirty="0">
                <a:solidFill>
                  <a:srgbClr val="0070C0"/>
                </a:solidFill>
              </a:rPr>
              <a:t>- 1)</a:t>
            </a:r>
          </a:p>
          <a:p>
            <a:pPr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3000" dirty="0"/>
              <a:t>					           or</a:t>
            </a:r>
          </a:p>
          <a:p>
            <a:pPr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3000" dirty="0"/>
              <a:t>		</a:t>
            </a:r>
            <a:r>
              <a:rPr lang="en-US" altLang="zh-TW" sz="3000" dirty="0">
                <a:solidFill>
                  <a:srgbClr val="FF0000"/>
                </a:solidFill>
              </a:rPr>
              <a:t>-2147483648, …, -2, -1,      </a:t>
            </a:r>
            <a:r>
              <a:rPr lang="en-US" altLang="zh-TW" sz="3000" dirty="0">
                <a:solidFill>
                  <a:srgbClr val="0070C0"/>
                </a:solidFill>
              </a:rPr>
              <a:t>0, 1, 2, …, 2147483647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Add one to the largest signed positive integer:</a:t>
            </a:r>
            <a:endParaRPr lang="en-US" altLang="zh-TW" sz="1100" dirty="0">
              <a:ea typeface="新細明體" pitchFamily="18" charset="-120"/>
              <a:cs typeface="Calibri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dirty="0">
                <a:ea typeface="新細明體"/>
              </a:rPr>
              <a:t>	</a:t>
            </a:r>
            <a:r>
              <a:rPr lang="en-US" altLang="zh-TW" sz="3000" dirty="0">
                <a:ea typeface="新細明體"/>
              </a:rPr>
              <a:t>                </a:t>
            </a:r>
            <a:r>
              <a:rPr lang="en-US" altLang="zh-TW" sz="3000" b="1" dirty="0">
                <a:ea typeface="新細明體"/>
              </a:rPr>
              <a:t>2147483647 + 1 </a:t>
            </a:r>
            <a:r>
              <a:rPr lang="en-US" altLang="zh-TW" sz="3000" b="1" dirty="0">
                <a:ea typeface="新細明體"/>
                <a:sym typeface="Wingdings" panose="05000000000000000000" pitchFamily="2" charset="2"/>
              </a:rPr>
              <a:t></a:t>
            </a:r>
            <a:r>
              <a:rPr lang="en-US" altLang="zh-TW" sz="3000" b="1" dirty="0">
                <a:ea typeface="新細明體"/>
              </a:rPr>
              <a:t> </a:t>
            </a:r>
            <a:r>
              <a:rPr lang="en-US" altLang="zh-TW" sz="3000" b="1" dirty="0">
                <a:solidFill>
                  <a:srgbClr val="FF0000"/>
                </a:solidFill>
                <a:ea typeface="新細明體"/>
              </a:rPr>
              <a:t>–</a:t>
            </a:r>
            <a:r>
              <a:rPr lang="en-US" altLang="zh-TW" sz="3000" b="1" dirty="0">
                <a:ea typeface="新細明體"/>
              </a:rPr>
              <a:t>2147483648</a:t>
            </a:r>
            <a:endParaRPr lang="en-US" altLang="zh-TW" sz="3000" b="1" dirty="0">
              <a:ea typeface="新細明體"/>
              <a:cs typeface="Calibri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1100" dirty="0">
                <a:ea typeface="新細明體"/>
                <a:cs typeface="Calibri"/>
              </a:rPr>
              <a:t> </a:t>
            </a:r>
          </a:p>
          <a:p>
            <a:pPr lvl="1">
              <a:lnSpc>
                <a:spcPct val="90000"/>
              </a:lnSpc>
              <a:buNone/>
            </a:pPr>
            <a:endParaRPr lang="en-US" altLang="zh-TW" dirty="0">
              <a:ea typeface="新細明體"/>
            </a:endParaRP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/>
              </a:rPr>
              <a:t>The correct result +2147483648 is NOT representable in 32-bit signed integer representation, i.e. </a:t>
            </a:r>
            <a:r>
              <a:rPr lang="en-US" altLang="zh-TW" b="1" dirty="0">
                <a:ea typeface="新細明體"/>
              </a:rPr>
              <a:t>out of range</a:t>
            </a:r>
            <a:r>
              <a:rPr lang="en-US" altLang="zh-TW" dirty="0">
                <a:ea typeface="新細明體"/>
              </a:rPr>
              <a:t>.</a:t>
            </a:r>
            <a:endParaRPr lang="en-US" altLang="zh-TW" dirty="0">
              <a:ea typeface="新細明體"/>
              <a:cs typeface="Calibri"/>
            </a:endParaRPr>
          </a:p>
          <a:p>
            <a:pPr lvl="2">
              <a:lnSpc>
                <a:spcPct val="90000"/>
              </a:lnSpc>
            </a:pPr>
            <a:r>
              <a:rPr lang="en-US" altLang="zh-TW" dirty="0">
                <a:ea typeface="新細明體"/>
                <a:sym typeface="Wingdings" pitchFamily="2" charset="2"/>
              </a:rPr>
              <a:t>We have to use another data type to represent such a number</a:t>
            </a:r>
            <a:endParaRPr lang="en-US" altLang="zh-TW" dirty="0">
              <a:ea typeface="新細明體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9E8EAB-8D92-74B0-401A-DA6A496EC4BC}"/>
              </a:ext>
            </a:extLst>
          </p:cNvPr>
          <p:cNvSpPr txBox="1"/>
          <p:nvPr/>
        </p:nvSpPr>
        <p:spPr>
          <a:xfrm>
            <a:off x="2362200" y="4495800"/>
            <a:ext cx="51816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0111…111  </a:t>
            </a:r>
            <a:r>
              <a:rPr lang="en-US" sz="3200" b="1" dirty="0"/>
              <a:t>+ 1 </a:t>
            </a:r>
            <a:r>
              <a:rPr lang="en-US" altLang="zh-TW" sz="3200" b="1" dirty="0">
                <a:ea typeface="新細明體"/>
                <a:sym typeface="Wingdings" panose="05000000000000000000" pitchFamily="2" charset="2"/>
              </a:rPr>
              <a:t></a:t>
            </a:r>
            <a:r>
              <a:rPr lang="en-US" sz="3200" b="1" dirty="0">
                <a:solidFill>
                  <a:srgbClr val="0070C0"/>
                </a:solidFill>
              </a:rPr>
              <a:t>  </a:t>
            </a:r>
            <a:r>
              <a:rPr lang="en-US" sz="3200" b="1" dirty="0">
                <a:solidFill>
                  <a:srgbClr val="FF0000"/>
                </a:solidFill>
              </a:rPr>
              <a:t>1000…000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114909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E04C-2BF8-9B4C-D9B6-5FF4B35D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EA17-8E69-084D-BF4B-BCC65E0C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0847D-4B1C-8A28-483F-33118743C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ea typeface="新細明體" charset="-120"/>
              </a:rPr>
              <a:t>Motivation</a:t>
            </a:r>
          </a:p>
          <a:p>
            <a:pPr marL="933450" lvl="1" indent="-533400">
              <a:buFont typeface="Courier New" pitchFamily="34" charset="0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Integral (Integer) Types</a:t>
            </a:r>
          </a:p>
          <a:p>
            <a:pPr marL="933450" lvl="1" indent="-533400">
              <a:buFont typeface="Courier New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3600" b="1" dirty="0">
                <a:ea typeface="新細明體" charset="-120"/>
              </a:rPr>
              <a:t>Floating Point Numbers</a:t>
            </a:r>
          </a:p>
          <a:p>
            <a:pPr marL="933450" lvl="1" indent="-533400">
              <a:buFont typeface="Courier New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Type Conversion</a:t>
            </a:r>
          </a:p>
          <a:p>
            <a:pPr marL="933450" lvl="1" indent="-533400">
              <a:buFont typeface="Courier New"/>
              <a:buChar char="o"/>
            </a:pPr>
            <a:endParaRPr lang="en-US" altLang="zh-TW" dirty="0">
              <a:ea typeface="新細明體"/>
              <a:cs typeface="Calibri"/>
            </a:endParaRP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Back to the Original 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2E8F1-0EFF-0B8C-1580-0E2D9E794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2DDCF3-0344-ADBD-87A4-E7213BA5C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1219200"/>
            <a:ext cx="539750" cy="3581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8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8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8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25A80D0-8E12-3CE4-D3F1-A0E0B065E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219200"/>
            <a:ext cx="5480050" cy="3581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8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8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8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8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8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8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8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8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printf("%f\n", </a:t>
            </a:r>
            <a:r>
              <a:rPr kumimoji="1" lang="pt-BR" altLang="zh-TW" sz="2800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3.3</a:t>
            </a: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  printf("</a:t>
            </a:r>
            <a:r>
              <a:rPr kumimoji="1" lang="pt-BR" altLang="zh-TW" sz="2800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%.20f</a:t>
            </a: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\n", 3.3);</a:t>
            </a:r>
          </a:p>
          <a:p>
            <a:pPr>
              <a:spcBef>
                <a:spcPct val="0"/>
              </a:spcBef>
            </a:pPr>
            <a:r>
              <a:rPr kumimoji="1" lang="en-US" altLang="zh-TW" sz="28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</a:t>
            </a: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8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9C2FE56-A9A0-DF1B-CCA9-FDC398BA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52" y="5101582"/>
            <a:ext cx="6267373" cy="122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9935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Floating Point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u="sng" dirty="0"/>
              <a:t>Key Concepts</a:t>
            </a:r>
          </a:p>
          <a:p>
            <a:r>
              <a:rPr lang="en-US" dirty="0"/>
              <a:t>Floating point numbers representation and arithmetic are </a:t>
            </a:r>
            <a:r>
              <a:rPr lang="en-US" b="1" u="sng" dirty="0"/>
              <a:t>not exact</a:t>
            </a:r>
            <a:r>
              <a:rPr lang="en-US" dirty="0"/>
              <a:t>.</a:t>
            </a:r>
          </a:p>
          <a:p>
            <a:pPr lvl="8">
              <a:buFont typeface="Wingdings" pitchFamily="34" charset="0"/>
              <a:buChar char="§"/>
            </a:pPr>
            <a:endParaRPr lang="en-HK" sz="1800" dirty="0">
              <a:ea typeface="Calibri"/>
              <a:cs typeface="Calibri"/>
            </a:endParaRPr>
          </a:p>
          <a:p>
            <a:pPr lvl="8">
              <a:buFont typeface="Wingdings" pitchFamily="34" charset="0"/>
              <a:buChar char="§"/>
            </a:pPr>
            <a:endParaRPr lang="en-HK" sz="1800" dirty="0">
              <a:ea typeface="Calibri"/>
              <a:cs typeface="Calibri"/>
            </a:endParaRPr>
          </a:p>
          <a:p>
            <a:r>
              <a:rPr lang="en-HK" dirty="0"/>
              <a:t>[Advanced and Optional] Further Reading and Reference</a:t>
            </a:r>
          </a:p>
          <a:p>
            <a:pPr marL="400050" lvl="1" indent="0">
              <a:buNone/>
            </a:pPr>
            <a:endParaRPr lang="en-HK" sz="2400" dirty="0"/>
          </a:p>
          <a:p>
            <a:pPr marL="400050" lvl="1" indent="0">
              <a:buNone/>
            </a:pPr>
            <a:r>
              <a:rPr lang="en-HK" sz="2400" dirty="0"/>
              <a:t>IEEE 754 Standard for Floating-Point Arithmetic, Wikipedia (</a:t>
            </a:r>
            <a:r>
              <a:rPr lang="en-US" sz="2400" dirty="0">
                <a:hlinkClick r:id="rId2"/>
              </a:rPr>
              <a:t>https://en.wikipedia.org/wiki/IEEE_754</a:t>
            </a:r>
            <a:r>
              <a:rPr lang="en-US" sz="2400" dirty="0"/>
              <a:t>)</a:t>
            </a:r>
            <a:endParaRPr lang="en-HK" sz="2400" dirty="0"/>
          </a:p>
          <a:p>
            <a:pPr marL="400050" lvl="1" indent="0">
              <a:buNone/>
            </a:pPr>
            <a:endParaRPr lang="en-HK" sz="2400" dirty="0"/>
          </a:p>
          <a:p>
            <a:pPr marL="400050" lvl="1" indent="0">
              <a:buNone/>
            </a:pPr>
            <a:r>
              <a:rPr lang="en-HK" sz="2400" dirty="0"/>
              <a:t>IEEE 754-2019 - IEEE Standard for Floating-Point Arithmetic (</a:t>
            </a:r>
            <a:r>
              <a:rPr lang="en-US" sz="2400" dirty="0">
                <a:hlinkClick r:id="rId3"/>
              </a:rPr>
              <a:t>https://ieeexplore.ieee.org/document/8766229</a:t>
            </a:r>
            <a:r>
              <a:rPr lang="en-US" sz="2400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Consolas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5376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C8623-BAB2-4BA8-92F3-B85032EE11C5}" type="slidenum">
              <a:rPr lang="zh-TW" altLang="en-US"/>
              <a:pPr/>
              <a:t>19</a:t>
            </a:fld>
            <a:endParaRPr lang="en-US" altLang="zh-TW"/>
          </a:p>
        </p:txBody>
      </p:sp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>3.1. Floating Point Number Representation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800" dirty="0">
                <a:ea typeface="新細明體" pitchFamily="18" charset="-120"/>
              </a:rPr>
              <a:t>Floating point numbers and integers have </a:t>
            </a:r>
            <a:r>
              <a:rPr lang="en-US" altLang="zh-TW" sz="2800" u="sng" dirty="0">
                <a:ea typeface="新細明體" pitchFamily="18" charset="-120"/>
              </a:rPr>
              <a:t>different representations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Not all real numbers are representable.</a:t>
            </a:r>
          </a:p>
          <a:p>
            <a:pPr lvl="1"/>
            <a:r>
              <a:rPr lang="en-US" altLang="zh-TW" sz="2600" b="1" u="sng" dirty="0">
                <a:ea typeface="新細明體" pitchFamily="18" charset="-120"/>
              </a:rPr>
              <a:t>Finite number of bits vs. infinitely many real numbers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Decimal to/from binary conversion error, e.g. convert 0.1 to binary</a:t>
            </a:r>
          </a:p>
          <a:p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Floating-point number representation and arithmetic operations need not be exact.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e.g.,     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("%.20f; %.20f",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3.3, </a:t>
            </a:r>
            <a:r>
              <a:rPr lang="en-US" altLang="zh-TW" sz="2400" b="1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2.1 - 2.0 - 0.1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yields</a:t>
            </a:r>
            <a:r>
              <a:rPr lang="en-US" altLang="zh-TW" sz="2400" b="1" dirty="0">
                <a:ea typeface="新細明體" pitchFamily="18" charset="-120"/>
              </a:rPr>
              <a:t>   </a:t>
            </a:r>
            <a:r>
              <a:rPr lang="en-US" altLang="zh-TW" sz="24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3.29999999999999982236; </a:t>
            </a:r>
            <a:r>
              <a:rPr lang="en-US" altLang="zh-TW" sz="2400" b="1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0.00000000000000008327</a:t>
            </a:r>
            <a:b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altLang="zh-TW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For very large computations, rounding errors may accumulate and become significant.</a:t>
            </a:r>
          </a:p>
        </p:txBody>
      </p:sp>
    </p:spTree>
    <p:extLst>
      <p:ext uri="{BB962C8B-B14F-4D97-AF65-F5344CB8AC3E}">
        <p14:creationId xmlns:p14="http://schemas.microsoft.com/office/powerpoint/2010/main" val="20866326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9F43-7EE6-4991-80FD-EA238433D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616462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"/>
              </a:rPr>
              <a:t>3.2. Using floating point with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DDE2-2D1E-49AD-9DEA-F6F813558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Remember our example last time?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592C5-ADD6-4DA3-B436-7E430EFF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B7BB0A4-073F-432C-A196-97E4FB315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817322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pi = 3.1415927;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"A)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"B) %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.2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"C) %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.7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20DD4D5-25EE-4D20-9A7E-F9806D065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17322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45014D-0F66-4D58-AAB6-8458B8DA8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525" y="2664491"/>
            <a:ext cx="2362519" cy="1275201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A) 3.141593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B) 3.14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C) 3.1415927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3D65495B-1BC3-488A-AF7D-8B9E07679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783" y="4371517"/>
            <a:ext cx="4570412" cy="165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>
                <a:latin typeface="+mn-lt"/>
                <a:ea typeface="新細明體" charset="-120"/>
              </a:rPr>
              <a:t>The format specifier,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</a:t>
            </a:r>
            <a:r>
              <a:rPr kumimoji="1"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.</a:t>
            </a:r>
            <a:r>
              <a:rPr kumimoji="1" lang="en-US" altLang="zh-TW" sz="2400" i="1" dirty="0" err="1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</a:t>
            </a:r>
            <a:r>
              <a:rPr kumimoji="1" lang="en-US" altLang="zh-TW" sz="2400" dirty="0">
                <a:latin typeface="+mn-lt"/>
                <a:ea typeface="新細明體" charset="-120"/>
              </a:rPr>
              <a:t>, tells</a:t>
            </a: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dirty="0">
                <a:latin typeface="+mn-lt"/>
                <a:ea typeface="新細明體" charset="-120"/>
              </a:rPr>
              <a:t> to format the corresponding floating point number with </a:t>
            </a:r>
            <a:r>
              <a:rPr kumimoji="1"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i="1" dirty="0">
                <a:solidFill>
                  <a:srgbClr val="FF000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400" dirty="0">
                <a:latin typeface="+mn-lt"/>
                <a:ea typeface="新細明體" charset="-120"/>
              </a:rPr>
              <a:t>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1610639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47E23-4E95-4C41-BBF5-29A69CC5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You should now realize that integers and floating point numbers are completely different things in C language </a:t>
            </a:r>
            <a:endParaRPr lang="en-US" dirty="0"/>
          </a:p>
          <a:p>
            <a:r>
              <a:rPr lang="en-US" dirty="0">
                <a:cs typeface="Calibri"/>
              </a:rPr>
              <a:t>You must specify correctly what data type you are supplying or you will see meaningless results</a:t>
            </a:r>
            <a:endParaRPr lang="en-US" dirty="0"/>
          </a:p>
          <a:p>
            <a:r>
              <a:rPr lang="en-US" dirty="0">
                <a:cs typeface="Calibri"/>
              </a:rPr>
              <a:t>What do you think the result will be in the following example?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e.g.  </a:t>
            </a:r>
            <a:r>
              <a:rPr lang="en-US" sz="2800" dirty="0" err="1">
                <a:latin typeface="Consolas" panose="020B0609020204030204" pitchFamily="49" charset="0"/>
                <a:cs typeface="Calibri"/>
              </a:rPr>
              <a:t>printf</a:t>
            </a:r>
            <a:r>
              <a:rPr lang="en-US" sz="2800" dirty="0">
                <a:latin typeface="Consolas" panose="020B0609020204030204" pitchFamily="49" charset="0"/>
                <a:cs typeface="Calibri"/>
              </a:rPr>
              <a:t>("%d", 3.14);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DBD8E-4797-4E3B-8115-B38F9AC0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672B9D-14FB-524C-BC6F-F7231FCB2D30}"/>
              </a:ext>
            </a:extLst>
          </p:cNvPr>
          <p:cNvSpPr txBox="1">
            <a:spLocks/>
          </p:cNvSpPr>
          <p:nvPr/>
        </p:nvSpPr>
        <p:spPr>
          <a:xfrm>
            <a:off x="1594338" y="76200"/>
            <a:ext cx="8616462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Calibri"/>
              </a:rPr>
              <a:t>3.2. Using floating point with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7726199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7B6E01A9-05FE-4F7F-BE60-70997DE36524}" type="slidenum">
              <a:rPr lang="zh-TW" altLang="en-US" b="0"/>
              <a:pPr/>
              <a:t>22</a:t>
            </a:fld>
            <a:endParaRPr lang="en-US" altLang="zh-TW" b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0"/>
            <a:ext cx="8462963" cy="7493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3.3. C Language Floating-Point Types</a:t>
            </a:r>
          </a:p>
        </p:txBody>
      </p:sp>
      <p:graphicFrame>
        <p:nvGraphicFramePr>
          <p:cNvPr id="520229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33585"/>
              </p:ext>
            </p:extLst>
          </p:nvPr>
        </p:nvGraphicFramePr>
        <p:xfrm>
          <a:off x="1752601" y="1219200"/>
          <a:ext cx="8682036" cy="2987040"/>
        </p:xfrm>
        <a:graphic>
          <a:graphicData uri="http://schemas.openxmlformats.org/drawingml/2006/table">
            <a:tbl>
              <a:tblPr/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Size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[In general]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Range and Precision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float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 bytes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32-bit </a:t>
                      </a:r>
                      <a:r>
                        <a:rPr kumimoji="0" lang="en-HK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single</a:t>
                      </a: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-precision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Range: ±3.4 x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10</a:t>
                      </a:r>
                      <a: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± 38 </a:t>
                      </a:r>
                      <a:b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</a:b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Precision: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6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 significant decimal places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 bytes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64-bit </a:t>
                      </a:r>
                      <a:r>
                        <a:rPr kumimoji="0" lang="en-HK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double</a:t>
                      </a: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-precision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Range: ±1.7 x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10</a:t>
                      </a:r>
                      <a: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± 308 </a:t>
                      </a:r>
                      <a:b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</a:b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Precision: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15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 significant decimal places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long double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≥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 8 bytes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[16 bytes]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System dependent; </a:t>
                      </a:r>
                      <a:r>
                        <a:rPr kumimoji="0" lang="en-HK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may provide</a:t>
                      </a:r>
                      <a:r>
                        <a:rPr kumimoji="0" lang="en-HK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 wider range and more precision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10" name="Rectangle 30"/>
          <p:cNvSpPr>
            <a:spLocks noGrp="1" noChangeArrowheads="1"/>
          </p:cNvSpPr>
          <p:nvPr>
            <p:ph type="body" idx="1"/>
          </p:nvPr>
        </p:nvSpPr>
        <p:spPr>
          <a:xfrm>
            <a:off x="533400" y="4267201"/>
            <a:ext cx="11353800" cy="2089152"/>
          </a:xfrm>
          <a:noFill/>
        </p:spPr>
        <p:txBody>
          <a:bodyPr>
            <a:normAutofit/>
          </a:bodyPr>
          <a:lstStyle/>
          <a:p>
            <a:r>
              <a:rPr lang="en-US" sz="2800" dirty="0"/>
              <a:t>123.451234512345 is more </a:t>
            </a:r>
            <a:r>
              <a:rPr lang="en-US" sz="2800" dirty="0">
                <a:sym typeface="Wingdings" panose="05000000000000000000" pitchFamily="2" charset="2"/>
              </a:rPr>
              <a:t>precise than 123.451</a:t>
            </a:r>
            <a:endParaRPr lang="en-US" sz="2800" dirty="0"/>
          </a:p>
          <a:p>
            <a:r>
              <a:rPr lang="en-US" sz="2800" b="1" dirty="0"/>
              <a:t>For most applications, using </a:t>
            </a:r>
            <a:r>
              <a:rPr lang="en-US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dirty="0"/>
              <a:t>is recommended.</a:t>
            </a:r>
          </a:p>
          <a:p>
            <a:r>
              <a:rPr lang="en-US" sz="2800" dirty="0"/>
              <a:t>If possible, </a:t>
            </a:r>
            <a:r>
              <a:rPr lang="en-US" sz="2800" u="sng" dirty="0"/>
              <a:t>avoid using </a:t>
            </a:r>
            <a:r>
              <a:rPr lang="en-US" sz="2800" u="sng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800" u="sng" dirty="0"/>
              <a:t> </a:t>
            </a:r>
            <a:r>
              <a:rPr lang="en-US" sz="2800" dirty="0"/>
              <a:t>which is imprecise in modern day standard, thus leading to loss of precision.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261749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47454D-5C83-4668-9920-F82B7CA17631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2063750" y="994745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r1, r2;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"Enter two real numbers:\n"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kumimoji="1" lang="en-US" altLang="zh-TW" sz="2000" dirty="0" err="1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lf%lf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r1,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r2);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"r1 =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r1);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"r2 =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r2);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1524000" y="994745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5404821"/>
            <a:ext cx="9144000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real numbers: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123 456.125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r1 = 123.000000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r2 = 456.125000</a:t>
            </a:r>
          </a:p>
        </p:txBody>
      </p:sp>
      <p:sp>
        <p:nvSpPr>
          <p:cNvPr id="34823" name="Rectangle 12"/>
          <p:cNvSpPr>
            <a:spLocks noChangeArrowheads="1"/>
          </p:cNvSpPr>
          <p:nvPr/>
        </p:nvSpPr>
        <p:spPr bwMode="auto">
          <a:xfrm>
            <a:off x="4829175" y="1850408"/>
            <a:ext cx="5645150" cy="56851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latin typeface="+mn-lt"/>
                <a:ea typeface="新細明體"/>
              </a:rPr>
              <a:t>Variables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r1</a:t>
            </a:r>
            <a:r>
              <a:rPr kumimoji="1" lang="en-US" altLang="zh-TW" sz="2400" dirty="0">
                <a:latin typeface="+mn-lt"/>
                <a:ea typeface="新細明體"/>
              </a:rPr>
              <a:t> and </a:t>
            </a:r>
            <a:r>
              <a:rPr kumimoji="1" lang="en-US" altLang="zh-TW" sz="24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r2</a:t>
            </a:r>
            <a:r>
              <a:rPr kumimoji="1" lang="en-US" altLang="zh-TW" sz="2400" dirty="0">
                <a:latin typeface="+mn-lt"/>
                <a:ea typeface="新細明體"/>
              </a:rPr>
              <a:t> are of type </a:t>
            </a:r>
            <a:r>
              <a:rPr kumimoji="1" lang="en-US" altLang="zh-TW" sz="24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double</a:t>
            </a:r>
            <a:r>
              <a:rPr kumimoji="1" lang="en-US" altLang="zh-TW" sz="2400" dirty="0">
                <a:solidFill>
                  <a:srgbClr val="0070C0"/>
                </a:solidFill>
                <a:latin typeface="+mn-lt"/>
                <a:ea typeface="新細明體"/>
              </a:rPr>
              <a:t> </a:t>
            </a:r>
            <a:endParaRPr lang="en-US" altLang="zh-TW" sz="2400" dirty="0">
              <a:latin typeface="+mn-lt"/>
              <a:ea typeface="新細明體"/>
              <a:cs typeface="Calibri"/>
            </a:endParaRPr>
          </a:p>
        </p:txBody>
      </p:sp>
      <p:sp>
        <p:nvSpPr>
          <p:cNvPr id="34824" name="Rectangle 12"/>
          <p:cNvSpPr>
            <a:spLocks noChangeArrowheads="1"/>
          </p:cNvSpPr>
          <p:nvPr/>
        </p:nvSpPr>
        <p:spPr bwMode="auto">
          <a:xfrm>
            <a:off x="6096000" y="3232301"/>
            <a:ext cx="4522788" cy="1701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>
                <a:latin typeface="+mn-lt"/>
                <a:ea typeface="新細明體" charset="-120"/>
              </a:rPr>
              <a:t>Concerning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  <a:r>
              <a:rPr kumimoji="1" lang="en-US" altLang="zh-TW" sz="2400" dirty="0">
                <a:latin typeface="+mn-lt"/>
                <a:ea typeface="新細明體" charset="-120"/>
              </a:rPr>
              <a:t>-typed values,</a:t>
            </a: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dirty="0">
                <a:latin typeface="+mn-lt"/>
                <a:ea typeface="新細明體" charset="-120"/>
              </a:rPr>
              <a:t> uses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%lf</a:t>
            </a:r>
            <a:r>
              <a:rPr kumimoji="1" lang="en-US" altLang="zh-TW" sz="2400" dirty="0">
                <a:latin typeface="+mn-lt"/>
                <a:ea typeface="新細明體" charset="-120"/>
              </a:rPr>
              <a:t> (‘ell’ f);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dirty="0">
                <a:latin typeface="+mn-lt"/>
                <a:ea typeface="新細明體" charset="-120"/>
              </a:rPr>
              <a:t> uses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%f</a:t>
            </a:r>
            <a:r>
              <a:rPr kumimoji="1" lang="en-US" altLang="zh-TW" sz="2400" dirty="0">
                <a:latin typeface="+mn-lt"/>
                <a:ea typeface="新細明體" charset="-120"/>
              </a:rPr>
              <a:t>.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latin typeface="+mn-lt"/>
                <a:ea typeface="新細明體" charset="-120"/>
              </a:rPr>
              <a:t>Look similar but </a:t>
            </a:r>
            <a:r>
              <a:rPr kumimoji="1" lang="en-US" altLang="zh-TW" sz="2400" i="1" dirty="0">
                <a:latin typeface="+mn-lt"/>
                <a:ea typeface="新細明體" charset="-120"/>
              </a:rPr>
              <a:t>slightly different</a:t>
            </a:r>
            <a:r>
              <a:rPr kumimoji="1" lang="en-US" altLang="zh-TW" sz="2400" dirty="0">
                <a:latin typeface="+mn-lt"/>
                <a:ea typeface="新細明體" charset="-120"/>
              </a:rPr>
              <a:t>!</a:t>
            </a:r>
          </a:p>
        </p:txBody>
      </p:sp>
      <p:sp>
        <p:nvSpPr>
          <p:cNvPr id="34825" name="Rectangle 12"/>
          <p:cNvSpPr>
            <a:spLocks noChangeArrowheads="1"/>
          </p:cNvSpPr>
          <p:nvPr/>
        </p:nvSpPr>
        <p:spPr bwMode="auto">
          <a:xfrm>
            <a:off x="5903914" y="5538171"/>
            <a:ext cx="4764087" cy="12287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  <a:r>
              <a:rPr kumimoji="1" lang="en-US" altLang="zh-TW" sz="2400" dirty="0">
                <a:latin typeface="+mn-lt"/>
                <a:ea typeface="新細明體"/>
              </a:rPr>
              <a:t>, by default, prints decimal numbers (floating point numbers) with 6 decimal places.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6E5FE-E9F6-416C-B884-0F256197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3.4. Using floating point with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97143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ea typeface="新細明體" charset="-120"/>
              </a:rPr>
              <a:t>Motivation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ea typeface="新細明體" charset="-120"/>
              </a:rPr>
              <a:t>Integral (Integer) Types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ea typeface="新細明體" charset="-120"/>
              </a:rPr>
              <a:t>Floating Point Numbers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sz="3600" b="1" dirty="0">
                <a:ea typeface="新細明體" charset="-120"/>
              </a:rPr>
              <a:t>Type Conversion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Back to the Original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B1025A-BDC2-2CF5-400C-6F738A23A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050" y="1219200"/>
            <a:ext cx="539750" cy="360562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8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8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8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8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1CB82B-59FA-9C36-ED83-962B3DD19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219200"/>
            <a:ext cx="5480050" cy="360562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8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8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8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8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8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8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8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8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printf("%f\n", </a:t>
            </a:r>
            <a:r>
              <a:rPr kumimoji="1" lang="pt-BR" altLang="zh-TW" sz="2800" b="1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1/2</a:t>
            </a: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  printf("%f\n", </a:t>
            </a:r>
            <a:r>
              <a:rPr kumimoji="1" lang="pt-BR" altLang="zh-TW" sz="2800" b="1" dirty="0">
                <a:highlight>
                  <a:srgbClr val="FFFFCC"/>
                </a:highlight>
                <a:latin typeface="Consolas"/>
                <a:ea typeface="新細明體"/>
                <a:cs typeface="Consolas" pitchFamily="49" charset="0"/>
              </a:rPr>
              <a:t>1.0/2</a:t>
            </a:r>
            <a:r>
              <a:rPr kumimoji="1" lang="pt-BR" altLang="zh-TW" sz="2800" dirty="0">
                <a:latin typeface="Consolas"/>
                <a:ea typeface="新細明體"/>
                <a:cs typeface="Consolas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kumimoji="1" lang="en-US" altLang="zh-TW" sz="28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</a:t>
            </a: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8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AEB3F2B-EFAB-7D28-5D69-5246B0A4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5008975"/>
            <a:ext cx="3352800" cy="125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1325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1909839-3CD1-4F16-9BE2-215240485736}" type="slidenum">
              <a:rPr lang="zh-TW" altLang="en-US" b="0"/>
              <a:pPr/>
              <a:t>25</a:t>
            </a:fld>
            <a:endParaRPr lang="en-US" altLang="zh-TW" b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76200"/>
            <a:ext cx="8721725" cy="762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/>
              </a:rPr>
              <a:t>4. Type Conversion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333" y="1219201"/>
            <a:ext cx="11678015" cy="50133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TW" b="1" u="sng" dirty="0">
                <a:ea typeface="新細明體" pitchFamily="18" charset="-120"/>
              </a:rPr>
              <a:t>Key Concepts</a:t>
            </a:r>
          </a:p>
          <a:p>
            <a:pPr eaLnBrk="1" hangingPunct="1"/>
            <a:r>
              <a:rPr lang="en-US" altLang="zh-TW" dirty="0">
                <a:ea typeface="新細明體"/>
              </a:rPr>
              <a:t>How types are converted in an expression with </a:t>
            </a:r>
            <a:r>
              <a:rPr lang="en-US" altLang="zh-TW" b="1" dirty="0">
                <a:ea typeface="新細明體"/>
              </a:rPr>
              <a:t>mixed types</a:t>
            </a:r>
            <a:r>
              <a:rPr lang="en-US" altLang="zh-TW" dirty="0">
                <a:ea typeface="新細明體"/>
              </a:rPr>
              <a:t> of numbers</a:t>
            </a:r>
            <a:endParaRPr lang="en-US" altLang="zh-TW" dirty="0">
              <a:ea typeface="新細明體"/>
              <a:cs typeface="Calibri"/>
            </a:endParaRP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e.g., 	double a=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2.5 + 5 / 2;</a:t>
            </a:r>
          </a:p>
          <a:p>
            <a:pPr marL="457200" lvl="1" indent="0"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a=?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How a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 type value is converted to an integral type value</a:t>
            </a:r>
          </a:p>
          <a:p>
            <a:r>
              <a:rPr lang="en-US" altLang="zh-TW" sz="2800" dirty="0"/>
              <a:t>Implicit Type Conversion</a:t>
            </a:r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Explicit Type Conversion (Type Casting)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52537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B1909839-3CD1-4F16-9BE2-215240485736}" type="slidenum">
              <a:rPr lang="zh-TW" altLang="en-US" b="0"/>
              <a:pPr/>
              <a:t>26</a:t>
            </a:fld>
            <a:endParaRPr lang="en-US" altLang="zh-TW" b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76200"/>
            <a:ext cx="8721725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4.1. Expressions with mixed types of data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3102" y="1219201"/>
            <a:ext cx="11365400" cy="501332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HK$1000 + US$100 	= ?</a:t>
            </a: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3.1 + 2</a:t>
            </a:r>
            <a:r>
              <a:rPr lang="en-US" altLang="zh-TW" sz="2800" dirty="0">
                <a:ea typeface="新細明體" pitchFamily="18" charset="-120"/>
              </a:rPr>
              <a:t>	   		= ?</a:t>
            </a: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double d = 4;	</a:t>
            </a:r>
            <a:r>
              <a:rPr lang="en-US" altLang="zh-TW" sz="2800" dirty="0">
                <a:ea typeface="新細明體" pitchFamily="18" charset="-120"/>
              </a:rPr>
              <a:t>	What value will </a:t>
            </a:r>
            <a:r>
              <a:rPr lang="en-US" altLang="zh-TW" sz="2800" b="1" dirty="0">
                <a:latin typeface="Consolas" panose="020B0609020204030204" pitchFamily="49" charset="0"/>
                <a:ea typeface="新細明體" pitchFamily="18" charset="-120"/>
              </a:rPr>
              <a:t>d</a:t>
            </a:r>
            <a:r>
              <a:rPr lang="en-US" altLang="zh-TW" sz="2800" dirty="0">
                <a:ea typeface="新細明體" pitchFamily="18" charset="-120"/>
              </a:rPr>
              <a:t> hold?</a:t>
            </a: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 x = 4.1;</a:t>
            </a:r>
            <a:r>
              <a:rPr lang="en-US" altLang="zh-TW" sz="2800" dirty="0">
                <a:ea typeface="新細明體" pitchFamily="18" charset="-120"/>
              </a:rPr>
              <a:t> 		What value will </a:t>
            </a:r>
            <a:r>
              <a:rPr lang="en-US" altLang="zh-TW" sz="2800" b="1" dirty="0"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800" dirty="0">
                <a:ea typeface="新細明體" pitchFamily="18" charset="-120"/>
              </a:rPr>
              <a:t> hold?</a:t>
            </a: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Some kind of </a:t>
            </a:r>
            <a:r>
              <a:rPr lang="en-US" altLang="zh-TW" u="sng" dirty="0">
                <a:ea typeface="新細明體" pitchFamily="18" charset="-120"/>
              </a:rPr>
              <a:t>conversion</a:t>
            </a:r>
            <a:r>
              <a:rPr lang="en-US" altLang="zh-TW" dirty="0">
                <a:ea typeface="新細明體" pitchFamily="18" charset="-120"/>
              </a:rPr>
              <a:t> is needed to ensure the type of both operands are compatible before the computer can evaluate the expressions.</a:t>
            </a:r>
          </a:p>
        </p:txBody>
      </p:sp>
    </p:spTree>
    <p:extLst>
      <p:ext uri="{BB962C8B-B14F-4D97-AF65-F5344CB8AC3E}">
        <p14:creationId xmlns:p14="http://schemas.microsoft.com/office/powerpoint/2010/main" val="34022483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0442B58-B734-4686-8E1B-65A730E640E2}" type="slidenum">
              <a:rPr lang="zh-TW" altLang="en-US" b="0"/>
              <a:pPr/>
              <a:t>27</a:t>
            </a:fld>
            <a:endParaRPr lang="en-US" altLang="zh-TW" b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52400"/>
            <a:ext cx="8462963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4.1. Implicit Type Conversion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46333" y="1123951"/>
            <a:ext cx="11151453" cy="523325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C language has a set of conversion rules to resolve </a:t>
            </a:r>
            <a:r>
              <a:rPr lang="en-US" altLang="zh-TW" u="sng" dirty="0">
                <a:ea typeface="新細明體" pitchFamily="18" charset="-120"/>
              </a:rPr>
              <a:t>certain</a:t>
            </a:r>
            <a:r>
              <a:rPr lang="en-US" altLang="zh-TW" dirty="0">
                <a:ea typeface="新細明體" pitchFamily="18" charset="-120"/>
              </a:rPr>
              <a:t> mismatched operand types.</a:t>
            </a:r>
          </a:p>
          <a:p>
            <a:pPr eaLnBrk="1" hangingPunct="1"/>
            <a:endParaRPr lang="en-US" altLang="zh-TW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/>
              </a:rPr>
              <a:t>As a convenient to programmers, compilers </a:t>
            </a:r>
            <a:r>
              <a:rPr lang="en-US" altLang="zh-TW" b="1" u="sng" dirty="0">
                <a:ea typeface="新細明體"/>
              </a:rPr>
              <a:t>automatically convert</a:t>
            </a:r>
            <a:r>
              <a:rPr lang="en-US" altLang="zh-TW" dirty="0">
                <a:ea typeface="新細明體"/>
              </a:rPr>
              <a:t> the value of an operand from one type to another based on these rules whenever possible.</a:t>
            </a:r>
            <a:endParaRPr lang="en-US" altLang="zh-TW" dirty="0">
              <a:ea typeface="新細明體"/>
              <a:cs typeface="Calibri"/>
            </a:endParaRPr>
          </a:p>
          <a:p>
            <a:pPr eaLnBrk="1" hangingPunct="1"/>
            <a:endParaRPr lang="en-US" altLang="zh-TW" dirty="0">
              <a:solidFill>
                <a:srgbClr val="0000FF"/>
              </a:solidFill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Sometimes called </a:t>
            </a:r>
            <a:r>
              <a:rPr lang="en-US" altLang="zh-TW" i="1" dirty="0">
                <a:solidFill>
                  <a:srgbClr val="FF3300"/>
                </a:solidFill>
                <a:ea typeface="新細明體" pitchFamily="18" charset="-120"/>
              </a:rPr>
              <a:t>coercion</a:t>
            </a:r>
            <a:r>
              <a:rPr lang="en-US" altLang="zh-TW" dirty="0"/>
              <a:t>.</a:t>
            </a:r>
            <a:endParaRPr lang="en-US" altLang="zh-TW" dirty="0">
              <a:solidFill>
                <a:srgbClr val="0000FF"/>
              </a:solidFill>
              <a:ea typeface="新細明體" pitchFamily="18" charset="-120"/>
            </a:endParaRPr>
          </a:p>
          <a:p>
            <a:pPr eaLnBrk="1" hangingPunct="1"/>
            <a:endParaRPr lang="en-US" altLang="zh-TW" dirty="0">
              <a:solidFill>
                <a:srgbClr val="0000FF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291608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472832-AD4B-44AB-ACC6-B774B4ACBDE4}" type="slidenum">
              <a:rPr lang="zh-TW" altLang="en-US" b="0"/>
              <a:pPr/>
              <a:t>28</a:t>
            </a:fld>
            <a:endParaRPr lang="en-US" altLang="zh-TW" b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76200"/>
            <a:ext cx="8839200" cy="89535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3600" dirty="0">
                <a:ea typeface="新細明體" pitchFamily="18" charset="-120"/>
              </a:rPr>
              <a:t>4.1. Arithmetic Conversions (Simplified Rules)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948" y="1085851"/>
            <a:ext cx="11092837" cy="5262563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If either operand is a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dirty="0">
                <a:ea typeface="新細明體" pitchFamily="18" charset="-120"/>
              </a:rPr>
              <a:t>, the other is converted to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dirty="0">
                <a:ea typeface="新細明體" pitchFamily="18" charset="-120"/>
              </a:rPr>
              <a:t>. The result type is also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b="1" dirty="0">
                <a:ea typeface="新細明體" pitchFamily="18" charset="-120"/>
              </a:rPr>
              <a:t>	e.g.:</a:t>
            </a:r>
            <a:r>
              <a:rPr lang="en-US" altLang="zh-TW" sz="2400" dirty="0">
                <a:ea typeface="新細明體" pitchFamily="18" charset="-12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   					 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(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1.0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 is of type 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double</a:t>
            </a:r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en-US" altLang="zh-TW" sz="2400" dirty="0">
                <a:latin typeface="Consolas"/>
                <a:ea typeface="新細明體"/>
              </a:rPr>
              <a:t>  						 </a:t>
            </a:r>
            <a:r>
              <a:rPr lang="en-US" altLang="zh-TW" sz="2400" dirty="0">
                <a:ea typeface="新細明體"/>
              </a:rPr>
              <a:t>(Therefore, </a:t>
            </a:r>
            <a:r>
              <a:rPr lang="en-US" altLang="zh-TW" sz="2400" dirty="0">
                <a:latin typeface="Consolas"/>
                <a:ea typeface="新細明體"/>
                <a:sym typeface="Wingdings" pitchFamily="2" charset="2"/>
              </a:rPr>
              <a:t>2</a:t>
            </a:r>
            <a:r>
              <a:rPr lang="en-US" altLang="zh-TW" sz="2400" dirty="0">
                <a:ea typeface="新細明體"/>
                <a:sym typeface="Wingdings" pitchFamily="2" charset="2"/>
              </a:rPr>
              <a:t> is converted to </a:t>
            </a:r>
            <a:r>
              <a:rPr lang="en-US" altLang="zh-TW" sz="2400" dirty="0">
                <a:latin typeface="Consolas"/>
                <a:ea typeface="新細明體"/>
                <a:sym typeface="Wingdings" pitchFamily="2" charset="2"/>
              </a:rPr>
              <a:t>2.0</a:t>
            </a:r>
            <a:r>
              <a:rPr lang="en-US" altLang="zh-TW" sz="2400" dirty="0">
                <a:ea typeface="新細明體"/>
                <a:sym typeface="Wingdings" pitchFamily="2" charset="2"/>
              </a:rPr>
              <a:t>)</a:t>
            </a:r>
            <a:endParaRPr lang="en-US" altLang="zh-TW" sz="2400" dirty="0">
              <a:latin typeface="Consolas" panose="020B0609020204030204" pitchFamily="49" charset="0"/>
              <a:ea typeface="新細明體"/>
            </a:endParaRPr>
          </a:p>
          <a:p>
            <a:pPr>
              <a:buNone/>
            </a:pPr>
            <a:r>
              <a:rPr lang="en-US" altLang="zh-TW" sz="2400" dirty="0">
                <a:latin typeface="Consolas"/>
                <a:ea typeface="新細明體"/>
              </a:rPr>
              <a:t>						 </a:t>
            </a:r>
            <a:r>
              <a:rPr lang="en-US" altLang="zh-TW" sz="2400" dirty="0">
                <a:ea typeface="新細明體"/>
              </a:rPr>
              <a:t>(Result is of type </a:t>
            </a:r>
            <a:r>
              <a:rPr lang="en-US" altLang="zh-TW" sz="2400" dirty="0">
                <a:latin typeface="Consolas"/>
                <a:ea typeface="新細明體"/>
              </a:rPr>
              <a:t>double</a:t>
            </a:r>
            <a:r>
              <a:rPr lang="en-US" altLang="zh-TW" sz="2400" dirty="0">
                <a:ea typeface="新細明體"/>
              </a:rPr>
              <a:t>)</a:t>
            </a:r>
            <a:endParaRPr lang="en-US" altLang="zh-TW" sz="2400" dirty="0">
              <a:latin typeface="Consolas" panose="020B0609020204030204" pitchFamily="49" charset="0"/>
              <a:ea typeface="新細明體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2800" dirty="0">
              <a:ea typeface="新細明體" pitchFamily="18" charset="-120"/>
            </a:endParaRPr>
          </a:p>
          <a:p>
            <a:pPr lvl="0"/>
            <a:r>
              <a:rPr lang="en-US" altLang="zh-TW" dirty="0">
                <a:solidFill>
                  <a:prstClr val="black"/>
                </a:solidFill>
                <a:ea typeface="新細明體"/>
              </a:rPr>
              <a:t>If both operands are of one of the integral types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char</a:t>
            </a:r>
            <a:r>
              <a:rPr lang="en-US" altLang="zh-TW" dirty="0">
                <a:solidFill>
                  <a:prstClr val="black"/>
                </a:solidFill>
                <a:ea typeface="新細明體"/>
              </a:rPr>
              <a:t>,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short</a:t>
            </a:r>
            <a:r>
              <a:rPr lang="en-US" altLang="zh-TW" dirty="0">
                <a:solidFill>
                  <a:prstClr val="black"/>
                </a:solidFill>
                <a:ea typeface="新細明體"/>
              </a:rPr>
              <a:t> and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ea typeface="新細明體"/>
              </a:rPr>
              <a:t>, then both operands are converted to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ea typeface="新細明體"/>
              </a:rPr>
              <a:t>. The result type is also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prstClr val="black"/>
                </a:solidFill>
                <a:ea typeface="新細明體"/>
              </a:rPr>
              <a:t>.</a:t>
            </a:r>
            <a:endParaRPr lang="en-US" altLang="zh-TW" dirty="0">
              <a:solidFill>
                <a:prstClr val="black"/>
              </a:solidFill>
              <a:ea typeface="新細明體"/>
              <a:cs typeface="Calibri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prstClr val="black"/>
                </a:solidFill>
                <a:ea typeface="新細明體"/>
                <a:cs typeface="Calibri"/>
              </a:rPr>
              <a:t>                                                    </a:t>
            </a:r>
            <a:r>
              <a:rPr lang="en-US" altLang="zh-TW" b="1" dirty="0">
                <a:solidFill>
                  <a:prstClr val="black"/>
                </a:solidFill>
                <a:ea typeface="新細明體"/>
                <a:cs typeface="Calibri"/>
              </a:rPr>
              <a:t>1 / 2 = 0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800" dirty="0">
              <a:ea typeface="新細明體" pitchFamily="18" charset="-120"/>
              <a:cs typeface="Calibri"/>
            </a:endParaRPr>
          </a:p>
          <a:p>
            <a:pPr>
              <a:buNone/>
            </a:pPr>
            <a:endParaRPr lang="en-US" altLang="zh-TW" sz="1400" dirty="0">
              <a:ea typeface="新細明體" pitchFamily="18" charset="-120"/>
              <a:cs typeface="Calibr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DFD72F-50A8-893B-8061-A8CF87F6C3BB}"/>
              </a:ext>
            </a:extLst>
          </p:cNvPr>
          <p:cNvSpPr txBox="1"/>
          <p:nvPr/>
        </p:nvSpPr>
        <p:spPr>
          <a:xfrm>
            <a:off x="1905000" y="26670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altLang="zh-TW" sz="3200" b="1" dirty="0">
                <a:solidFill>
                  <a:prstClr val="black"/>
                </a:solidFill>
                <a:ea typeface="新細明體"/>
                <a:cs typeface="Calibri"/>
              </a:rPr>
              <a:t>1.0  /  2  =  0.5</a:t>
            </a:r>
            <a:endParaRPr lang="en-US" altLang="zh-TW" sz="32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542898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C3EEF96-815D-47DD-A734-078C3B603748}" type="slidenum">
              <a:rPr lang="zh-TW" altLang="en-US" b="0"/>
              <a:pPr/>
              <a:t>29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ea typeface="新細明體" pitchFamily="18" charset="-120"/>
              </a:rPr>
              <a:t>4.2. </a:t>
            </a:r>
            <a:r>
              <a:rPr lang="en-US" altLang="zh-TW" sz="4000" dirty="0">
                <a:ea typeface="新細明體" pitchFamily="18" charset="-120"/>
              </a:rPr>
              <a:t>Converting Integral Type to 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endParaRPr lang="en-US" altLang="zh-TW" sz="360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1" y="1143001"/>
            <a:ext cx="8645525" cy="5205413"/>
          </a:xfrm>
        </p:spPr>
        <p:txBody>
          <a:bodyPr/>
          <a:lstStyle/>
          <a:p>
            <a:r>
              <a:rPr lang="en-US" altLang="zh-TW" sz="2800" dirty="0">
                <a:ea typeface="新細明體" pitchFamily="18" charset="-120"/>
              </a:rPr>
              <a:t>Converting integral type to 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double</a:t>
            </a:r>
            <a:r>
              <a:rPr lang="en-US" altLang="zh-TW" sz="2800" dirty="0">
                <a:ea typeface="新細明體" pitchFamily="18" charset="-120"/>
              </a:rPr>
              <a:t> is safe.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No warning is given at compile time</a:t>
            </a:r>
          </a:p>
          <a:p>
            <a:pPr lvl="1"/>
            <a:endParaRPr lang="en-US" altLang="zh-TW" sz="2400" dirty="0">
              <a:ea typeface="新細明體" pitchFamily="18" charset="-120"/>
            </a:endParaRP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 d;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d = 4;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/* 4 is converted to 4.0,</a:t>
            </a:r>
          </a:p>
          <a:p>
            <a:pPr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and then 4.0 is assigned to d */</a:t>
            </a:r>
          </a:p>
          <a:p>
            <a:pPr marL="1828800" lvl="4" indent="0">
              <a:buNone/>
            </a:pPr>
            <a:endParaRPr lang="en-US" altLang="zh-TW" sz="1800" dirty="0">
              <a:solidFill>
                <a:srgbClr val="0000FF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345823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9C3EEF96-815D-47DD-A734-078C3B603748}" type="slidenum">
              <a:rPr lang="zh-TW" altLang="en-US" b="0"/>
              <a:pPr/>
              <a:t>30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4.2. Converting </a:t>
            </a:r>
            <a:r>
              <a:rPr lang="en-US" altLang="zh-TW" sz="4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4000" dirty="0">
                <a:ea typeface="新細明體" pitchFamily="18" charset="-120"/>
              </a:rPr>
              <a:t> to Integral Type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9832" y="1143001"/>
            <a:ext cx="11302755" cy="5205413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Converting a 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</a:rPr>
              <a:t>double</a:t>
            </a:r>
            <a:r>
              <a:rPr lang="en-US" altLang="zh-TW" dirty="0">
                <a:ea typeface="新細明體" pitchFamily="18" charset="-120"/>
              </a:rPr>
              <a:t> to an integral type may result in </a:t>
            </a:r>
            <a:r>
              <a:rPr lang="en-US" altLang="zh-TW" i="1" dirty="0">
                <a:solidFill>
                  <a:srgbClr val="FF0000"/>
                </a:solidFill>
                <a:ea typeface="新細明體" pitchFamily="18" charset="-120"/>
              </a:rPr>
              <a:t>loss of data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If the number is within the range of the integral type, </a:t>
            </a:r>
            <a:r>
              <a:rPr lang="en-US" altLang="zh-TW" b="1" dirty="0">
                <a:ea typeface="新細明體" pitchFamily="18" charset="-120"/>
              </a:rPr>
              <a:t>the fractional part is </a:t>
            </a:r>
            <a:r>
              <a:rPr lang="en-US" altLang="zh-TW" b="1" i="1" dirty="0">
                <a:ea typeface="新細明體" pitchFamily="18" charset="-120"/>
              </a:rPr>
              <a:t>truncated</a:t>
            </a:r>
            <a:r>
              <a:rPr lang="en-US" altLang="zh-TW" b="1" dirty="0">
                <a:ea typeface="新細明體" pitchFamily="18" charset="-120"/>
              </a:rPr>
              <a:t>, i.e. </a:t>
            </a:r>
            <a:r>
              <a:rPr lang="en-US" altLang="zh-TW" b="1" i="1" dirty="0">
                <a:ea typeface="新細明體" pitchFamily="18" charset="-120"/>
              </a:rPr>
              <a:t>discarded</a:t>
            </a:r>
            <a:r>
              <a:rPr lang="en-US" altLang="zh-TW" b="1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Compilers </a:t>
            </a:r>
            <a:r>
              <a:rPr lang="en-US" altLang="zh-TW" i="1" dirty="0">
                <a:solidFill>
                  <a:srgbClr val="FF3300"/>
                </a:solidFill>
                <a:ea typeface="新細明體" pitchFamily="18" charset="-120"/>
              </a:rPr>
              <a:t>usually</a:t>
            </a:r>
            <a:r>
              <a:rPr lang="en-US" altLang="zh-TW" dirty="0">
                <a:ea typeface="新細明體" pitchFamily="18" charset="-120"/>
              </a:rPr>
              <a:t> warn at compile time (but NOT guaranteed.)</a:t>
            </a:r>
          </a:p>
          <a:p>
            <a:pPr lvl="1"/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337776" y="3751385"/>
            <a:ext cx="9765085" cy="19976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sz="24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4.1;		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/* 4.1 is converted to 4 */</a:t>
            </a:r>
          </a:p>
          <a:p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= 2 * 4.1;		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/* 8.2 is converted to 8 */</a:t>
            </a:r>
          </a:p>
          <a:p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= 92345678901.2;	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/* </a:t>
            </a:r>
            <a:r>
              <a:rPr lang="en-US" altLang="zh-TW" sz="24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behaviour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is undefined </a:t>
            </a:r>
          </a:p>
          <a:p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 when the value is too </a:t>
            </a:r>
          </a:p>
          <a:p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 large to hold in x */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493D9-649C-C0BF-9C0B-5715E4CBE224}"/>
              </a:ext>
            </a:extLst>
          </p:cNvPr>
          <p:cNvSpPr txBox="1"/>
          <p:nvPr/>
        </p:nvSpPr>
        <p:spPr>
          <a:xfrm>
            <a:off x="1359547" y="5263130"/>
            <a:ext cx="2983853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How about</a:t>
            </a:r>
          </a:p>
          <a:p>
            <a:r>
              <a:rPr lang="en-US" sz="2800" dirty="0">
                <a:ea typeface="Calibri"/>
                <a:cs typeface="Calibri"/>
              </a:rPr>
              <a:t>int x=4.9;</a:t>
            </a:r>
          </a:p>
        </p:txBody>
      </p:sp>
    </p:spTree>
    <p:extLst>
      <p:ext uri="{BB962C8B-B14F-4D97-AF65-F5344CB8AC3E}">
        <p14:creationId xmlns:p14="http://schemas.microsoft.com/office/powerpoint/2010/main" val="11094987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1D8ED-140F-40FE-97DE-C5FAF6AF346E}" type="slidenum">
              <a:rPr lang="zh-TW" altLang="en-US"/>
              <a:pPr/>
              <a:t>31</a:t>
            </a:fld>
            <a:endParaRPr lang="en-US" altLang="zh-TW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4.3. Explicit Type Conversion (Casting)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3062" y="1219200"/>
            <a:ext cx="11635153" cy="4876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zh-TW" sz="2800" dirty="0">
                <a:ea typeface="新細明體" pitchFamily="18" charset="-120"/>
              </a:rPr>
              <a:t>		</a:t>
            </a:r>
            <a:r>
              <a:rPr lang="en-US" altLang="zh-TW" sz="2800" b="1" dirty="0">
                <a:ea typeface="新細明體" pitchFamily="18" charset="-120"/>
              </a:rPr>
              <a:t>Syntax</a:t>
            </a:r>
            <a:r>
              <a:rPr lang="en-US" altLang="zh-TW" sz="2800" dirty="0">
                <a:ea typeface="新細明體" pitchFamily="18" charset="-120"/>
              </a:rPr>
              <a:t>:	  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8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new_type</a:t>
            </a:r>
            <a:r>
              <a:rPr lang="en-US" altLang="zh-TW" sz="2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)</a:t>
            </a:r>
            <a:r>
              <a:rPr lang="en-US" altLang="zh-TW" sz="2800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operand</a:t>
            </a:r>
            <a:endParaRPr lang="en-US" altLang="zh-TW" dirty="0">
              <a:ea typeface="新細明體" pitchFamily="18" charset="-120"/>
            </a:endParaRPr>
          </a:p>
          <a:p>
            <a:endParaRPr lang="en-US" altLang="zh-TW" sz="16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Converts the </a:t>
            </a:r>
            <a:r>
              <a:rPr lang="en-US" altLang="zh-TW" sz="2800" i="1" u="sng" dirty="0">
                <a:solidFill>
                  <a:srgbClr val="FF3300"/>
                </a:solidFill>
                <a:ea typeface="新細明體" pitchFamily="18" charset="-120"/>
              </a:rPr>
              <a:t>value of</a:t>
            </a:r>
            <a:r>
              <a:rPr lang="en-US" altLang="zh-TW" sz="2800" dirty="0">
                <a:ea typeface="新細明體" pitchFamily="18" charset="-120"/>
              </a:rPr>
              <a:t> </a:t>
            </a: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operand</a:t>
            </a:r>
            <a:r>
              <a:rPr lang="en-US" altLang="zh-TW" sz="2800" dirty="0">
                <a:ea typeface="新細明體" pitchFamily="18" charset="-120"/>
              </a:rPr>
              <a:t> to the equivalent value of type </a:t>
            </a:r>
            <a:r>
              <a:rPr lang="en-US" altLang="zh-TW" sz="28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new_type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(</a:t>
            </a:r>
            <a:r>
              <a:rPr lang="en-US" altLang="zh-TW" sz="24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new_type</a:t>
            </a: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)</a:t>
            </a:r>
            <a:r>
              <a:rPr lang="en-US" altLang="zh-TW" sz="2400" dirty="0">
                <a:ea typeface="新細明體" pitchFamily="18" charset="-120"/>
              </a:rPr>
              <a:t> is called the type casting operator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Note that not every type conversion is possible, however.</a:t>
            </a:r>
          </a:p>
          <a:p>
            <a:pPr marL="457200" lvl="1" indent="0">
              <a:buNone/>
            </a:pPr>
            <a:r>
              <a:rPr lang="en-US" altLang="zh-TW" sz="2400" dirty="0">
                <a:ea typeface="新細明體" pitchFamily="18" charset="-120"/>
              </a:rPr>
              <a:t>e.g.,</a:t>
            </a:r>
          </a:p>
          <a:p>
            <a:pPr marL="463550" lvl="1" indent="-6350"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double d = 4.2;</a:t>
            </a:r>
          </a:p>
          <a:p>
            <a:pPr marL="463550" lvl="1" indent="-6350">
              <a:buNone/>
            </a:pP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y = 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d;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y becomes 4, no warning</a:t>
            </a:r>
          </a:p>
          <a:p>
            <a:pPr marL="463550" lvl="1" indent="-6350"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= d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 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x becomes 4, compiler warns</a:t>
            </a:r>
          </a:p>
          <a:p>
            <a:pPr marL="463550" lvl="1" indent="-6350"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	// because of missing type casting</a:t>
            </a:r>
          </a:p>
          <a:p>
            <a:pPr marL="463550" lvl="1" indent="-6350">
              <a:buNone/>
            </a:pPr>
            <a:endParaRPr lang="en-US" altLang="zh-TW" sz="240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endParaRPr lang="en-US" altLang="zh-TW" sz="2800" dirty="0">
              <a:ea typeface="新細明體" pitchFamily="18" charset="-120"/>
            </a:endParaRPr>
          </a:p>
          <a:p>
            <a:endParaRPr lang="en-US" altLang="zh-TW" sz="2800" dirty="0">
              <a:ea typeface="新細明體" pitchFamily="18" charset="-120"/>
            </a:endParaRPr>
          </a:p>
          <a:p>
            <a:endParaRPr lang="en-US" altLang="zh-TW" sz="2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291897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E72E08-D9CD-4261-9DF6-479FD3E381A2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1981200" y="914400"/>
            <a:ext cx="9996487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 </a:t>
            </a:r>
            <a:r>
              <a:rPr kumimoji="1" lang="en-US" altLang="zh-TW" sz="2400" dirty="0">
                <a:latin typeface="Consolas"/>
                <a:ea typeface="新細明體"/>
                <a:cs typeface="Consolas" pitchFamily="49" charset="0"/>
              </a:rPr>
              <a:t>x = 5, y = 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400" dirty="0">
                <a:latin typeface="Consolas" pitchFamily="49" charset="0"/>
                <a:ea typeface="新細明體" charset="-120"/>
                <a:cs typeface="Consolas" pitchFamily="49" charset="0"/>
              </a:rPr>
              <a:t>a, b;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latin typeface="Consolas"/>
                <a:ea typeface="新細明體"/>
                <a:cs typeface="Consolas" pitchFamily="49" charset="0"/>
              </a:rPr>
              <a:t>a = 2.5 + (x / y);           </a:t>
            </a:r>
            <a:r>
              <a:rPr kumimoji="1"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/*    R.H.S. is evaluated as</a:t>
            </a:r>
            <a:endParaRPr lang="en-US" altLang="zh-TW" sz="24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   2.5 + (5 / 2)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+ 2.0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                              =&gt; 4.5        */</a:t>
            </a:r>
            <a:endParaRPr lang="en-US" altLang="zh-TW" sz="24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latin typeface="Consolas"/>
                <a:ea typeface="新細明體"/>
                <a:cs typeface="Consolas" pitchFamily="49" charset="0"/>
              </a:rPr>
              <a:t>b = 2.5 + ((double)x / y);   </a:t>
            </a:r>
            <a:r>
              <a:rPr kumimoji="1"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/*    R.H.S. is evaluated as</a:t>
            </a:r>
            <a:endParaRPr lang="en-US" altLang="zh-TW" sz="2400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   2.5 + (5.0 / 2)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(5.0 / 2.0)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                             =&gt; 2.5 + 2.5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                               =&gt; 5.0        */</a:t>
            </a:r>
            <a:endParaRPr lang="en-US" altLang="zh-TW" sz="2400" dirty="0">
              <a:latin typeface="Consolas"/>
              <a:ea typeface="新細明體"/>
              <a:cs typeface="Consolas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4.4. Type Conversion (Examples)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0" y="5791200"/>
            <a:ext cx="9144000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/>
              <a:t>Example 4.1. Expression </a:t>
            </a:r>
            <a:r>
              <a:rPr lang="en-US" sz="2800" b="1" dirty="0"/>
              <a:t>with</a:t>
            </a:r>
            <a:r>
              <a:rPr lang="en-US" sz="2400" b="1" dirty="0"/>
              <a:t> </a:t>
            </a:r>
            <a:r>
              <a:rPr lang="en-US" sz="2800" b="1" dirty="0"/>
              <a:t>mixed</a:t>
            </a:r>
            <a:r>
              <a:rPr lang="en-US" sz="2400" b="1" dirty="0"/>
              <a:t> data types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520826" y="914400"/>
            <a:ext cx="460375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0" bIns="45720" anchor="t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4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4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24180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E72E08-D9CD-4261-9DF6-479FD3E381A2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2076450" y="1700212"/>
            <a:ext cx="8686800" cy="18526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 </a:t>
            </a:r>
            <a:r>
              <a:rPr kumimoji="1" lang="en-US" altLang="zh-TW" dirty="0">
                <a:latin typeface="Consolas"/>
                <a:ea typeface="新細明體"/>
                <a:cs typeface="Consolas" pitchFamily="49" charset="0"/>
              </a:rPr>
              <a:t>x, y;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dirty="0">
                <a:latin typeface="Consolas" pitchFamily="49" charset="0"/>
                <a:ea typeface="新細明體" charset="-120"/>
                <a:cs typeface="Consolas" pitchFamily="49" charset="0"/>
              </a:rPr>
              <a:t>a = 2.6, b = 2.4;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dirty="0">
                <a:latin typeface="Consolas"/>
                <a:ea typeface="新細明體"/>
                <a:cs typeface="Consolas" pitchFamily="49" charset="0"/>
              </a:rPr>
              <a:t>x = (int)(a + 0.5);     </a:t>
            </a:r>
            <a:r>
              <a:rPr kumimoji="1" lang="en-US" altLang="zh-TW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// x is assigned 3</a:t>
            </a:r>
            <a:endParaRPr lang="en-US" altLang="zh-TW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dirty="0">
                <a:latin typeface="Consolas"/>
                <a:ea typeface="新細明體"/>
                <a:cs typeface="Consolas" pitchFamily="49" charset="0"/>
              </a:rPr>
              <a:t>y = (int)(b + 0.5);     </a:t>
            </a:r>
            <a:r>
              <a:rPr kumimoji="1" lang="en-US" altLang="zh-TW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 // y is assigned 2</a:t>
            </a:r>
            <a:endParaRPr lang="en-US" altLang="zh-TW" dirty="0">
              <a:solidFill>
                <a:srgbClr val="009900"/>
              </a:solidFill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altLang="zh-TW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  <a:buClrTx/>
              <a:buNone/>
            </a:pPr>
            <a:endParaRPr lang="en-US" altLang="zh-TW" dirty="0">
              <a:latin typeface="Consolas" pitchFamily="49" charset="0"/>
              <a:ea typeface="新細明體" charset="-120"/>
              <a:cs typeface="Consolas" pitchFamily="49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4000" dirty="0">
                <a:ea typeface="新細明體" pitchFamily="18" charset="-120"/>
              </a:rPr>
              <a:t>4.4. </a:t>
            </a:r>
            <a:r>
              <a:rPr lang="en-US" altLang="zh-TW" sz="4000" dirty="0">
                <a:ea typeface="新細明體"/>
              </a:rPr>
              <a:t>Type Conversion (Examples)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1845469" y="3612356"/>
            <a:ext cx="9144000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/>
              <a:t>Example 4.2. Rounding floating point </a:t>
            </a:r>
            <a:r>
              <a:rPr lang="en-US" sz="2400" b="1" dirty="0"/>
              <a:t>numbers</a:t>
            </a:r>
            <a:r>
              <a:rPr lang="en-US" sz="2000" b="1" dirty="0"/>
              <a:t> to nearest integer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16076" y="1700212"/>
            <a:ext cx="460375" cy="18526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51F652-DD0D-574D-DA0B-637FD1360F88}"/>
              </a:ext>
            </a:extLst>
          </p:cNvPr>
          <p:cNvSpPr txBox="1"/>
          <p:nvPr/>
        </p:nvSpPr>
        <p:spPr>
          <a:xfrm>
            <a:off x="1620257" y="4240351"/>
            <a:ext cx="6779416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Calibri"/>
                <a:cs typeface="Calibri"/>
              </a:rPr>
              <a:t>How about</a:t>
            </a:r>
          </a:p>
          <a:p>
            <a:r>
              <a:rPr lang="en-US" sz="2800" dirty="0">
                <a:ea typeface="Calibri"/>
                <a:cs typeface="Calibri"/>
              </a:rPr>
              <a:t>                       x=(int)a+0.5</a:t>
            </a:r>
          </a:p>
          <a:p>
            <a:r>
              <a:rPr lang="en-US" sz="2800" dirty="0">
                <a:ea typeface="Calibri"/>
                <a:cs typeface="Calibri"/>
              </a:rPr>
              <a:t>                       y=(int)b+0.5</a:t>
            </a:r>
          </a:p>
        </p:txBody>
      </p:sp>
    </p:spTree>
    <p:extLst>
      <p:ext uri="{BB962C8B-B14F-4D97-AF65-F5344CB8AC3E}">
        <p14:creationId xmlns:p14="http://schemas.microsoft.com/office/powerpoint/2010/main" val="37927970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99A7059-1B0C-41A6-B36F-CFB9334D7CE8}" type="slidenum">
              <a:rPr lang="zh-TW" altLang="en-US" b="0"/>
              <a:pPr/>
              <a:t>34</a:t>
            </a:fld>
            <a:endParaRPr lang="en-US" altLang="zh-TW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165100"/>
            <a:ext cx="8839199" cy="673100"/>
          </a:xfrm>
        </p:spPr>
        <p:txBody>
          <a:bodyPr>
            <a:noAutofit/>
          </a:bodyPr>
          <a:lstStyle/>
          <a:p>
            <a:r>
              <a:rPr lang="en-US" sz="3600" dirty="0">
                <a:ea typeface="新細明體"/>
              </a:rPr>
              <a:t>4.4. </a:t>
            </a:r>
            <a:r>
              <a:rPr lang="en-US" altLang="zh-TW" sz="3600" dirty="0">
                <a:ea typeface="新細明體"/>
              </a:rPr>
              <a:t>Using Type Casting Operators (Exercise)</a:t>
            </a:r>
            <a:endParaRPr lang="zh-TW" altLang="en-US" sz="3600" dirty="0">
              <a:ea typeface="新細明體"/>
              <a:cs typeface="Calibri"/>
            </a:endParaRP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041" y="1219200"/>
            <a:ext cx="11380299" cy="53464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/>
              </a:rPr>
              <a:t>Average of </a:t>
            </a:r>
            <a:r>
              <a:rPr lang="en-US" altLang="zh-TW" sz="2800" b="1" i="1" dirty="0">
                <a:latin typeface="Times New Roman"/>
                <a:ea typeface="新細明體"/>
                <a:cs typeface="Times New Roman"/>
              </a:rPr>
              <a:t>N</a:t>
            </a:r>
            <a:r>
              <a:rPr lang="en-US" altLang="zh-TW" sz="2800" dirty="0">
                <a:ea typeface="新細明體"/>
              </a:rPr>
              <a:t> integers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Consider the following declaration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 total, N;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double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 avg;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Suppose we have obtained the value of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 and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  calculated the total of  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N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 integers.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</a:t>
            </a:r>
            <a:r>
              <a:rPr lang="en-US" altLang="zh-TW" sz="2400" dirty="0">
                <a:solidFill>
                  <a:srgbClr val="009900"/>
                </a:solidFill>
                <a:ea typeface="新細明體" pitchFamily="18" charset="-120"/>
              </a:rPr>
              <a:t>Which of these will correctly calculate the average?</a:t>
            </a:r>
          </a:p>
          <a:p>
            <a:pPr>
              <a:lnSpc>
                <a:spcPct val="80000"/>
              </a:lnSpc>
              <a:buNone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avg = total / N;</a:t>
            </a:r>
            <a:r>
              <a:rPr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                  // A</a:t>
            </a:r>
          </a:p>
          <a:p>
            <a:pPr>
              <a:lnSpc>
                <a:spcPct val="80000"/>
              </a:lnSpc>
              <a:buNone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avg = (double)total / N;</a:t>
            </a:r>
            <a:r>
              <a:rPr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          // B</a:t>
            </a:r>
          </a:p>
          <a:p>
            <a:pPr>
              <a:lnSpc>
                <a:spcPct val="80000"/>
              </a:lnSpc>
              <a:buNone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avg = total / (double)N;</a:t>
            </a:r>
            <a:r>
              <a:rPr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          // C</a:t>
            </a:r>
          </a:p>
          <a:p>
            <a:pPr>
              <a:lnSpc>
                <a:spcPct val="80000"/>
              </a:lnSpc>
              <a:buNone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avg = (double)(total / N);</a:t>
            </a:r>
            <a:r>
              <a:rPr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        // D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avg = (double)total / (double)N;</a:t>
            </a:r>
            <a:r>
              <a:rPr lang="en-US" altLang="zh-TW" sz="240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  // 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E0659-483F-0CB4-2EB1-F5FD1EB65E4F}"/>
              </a:ext>
            </a:extLst>
          </p:cNvPr>
          <p:cNvSpPr txBox="1"/>
          <p:nvPr/>
        </p:nvSpPr>
        <p:spPr>
          <a:xfrm>
            <a:off x="8077200" y="4648200"/>
            <a:ext cx="27431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/>
                <a:cs typeface="Calibri"/>
              </a:rPr>
              <a:t>Ureply</a:t>
            </a:r>
            <a:endParaRPr lang="en-US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1030993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79A2FBB4-E11F-4B73-9CC7-648BAB3673D3}" type="slidenum">
              <a:rPr lang="zh-TW" altLang="en-US" b="0"/>
              <a:pPr/>
              <a:t>35</a:t>
            </a:fld>
            <a:endParaRPr lang="en-US" altLang="zh-TW" b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4.5. How are numbers converted?</a:t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sz="2200" dirty="0">
                <a:ea typeface="新細明體"/>
              </a:rPr>
              <a:t>(Apply to both implicit and explicit conversions)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063" y="1143001"/>
            <a:ext cx="11094670" cy="5213229"/>
          </a:xfrm>
        </p:spPr>
        <p:txBody>
          <a:bodyPr/>
          <a:lstStyle/>
          <a:p>
            <a:pPr eaLnBrk="1" hangingPunct="1"/>
            <a:r>
              <a:rPr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dirty="0">
                <a:ea typeface="新細明體" pitchFamily="18" charset="-120"/>
              </a:rPr>
              <a:t> to integral types</a:t>
            </a:r>
          </a:p>
          <a:p>
            <a:pPr lvl="1" eaLnBrk="1" hangingPunct="1"/>
            <a:r>
              <a:rPr lang="en-US" altLang="zh-TW" sz="2500" dirty="0">
                <a:ea typeface="新細明體" pitchFamily="18" charset="-120"/>
              </a:rPr>
              <a:t>Only retain the integer part (no rounding)</a:t>
            </a:r>
          </a:p>
          <a:p>
            <a:pPr lvl="1" eaLnBrk="1" hangingPunct="1"/>
            <a:r>
              <a:rPr lang="en-US" altLang="zh-TW" sz="2000" dirty="0">
                <a:ea typeface="新細明體" pitchFamily="18" charset="-120"/>
              </a:rPr>
              <a:t>e.g.: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 = (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4.9;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x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gets 4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y = (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-3.99;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y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gets -3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dirty="0">
                <a:ea typeface="新細明體" pitchFamily="18" charset="-120"/>
              </a:rPr>
              <a:t>"Larger" integral types to "smaller" integral types</a:t>
            </a:r>
            <a:endParaRPr lang="en-US" altLang="zh-TW" sz="2000" dirty="0">
              <a:solidFill>
                <a:srgbClr val="4D4D4D"/>
              </a:solidFill>
              <a:ea typeface="新細明體" pitchFamily="18" charset="-120"/>
            </a:endParaRPr>
          </a:p>
          <a:p>
            <a:pPr lvl="1" eaLnBrk="1" hangingPunct="1"/>
            <a:r>
              <a:rPr lang="en-US" altLang="zh-TW" sz="2000" dirty="0">
                <a:ea typeface="新細明體" pitchFamily="18" charset="-120"/>
              </a:rPr>
              <a:t>Retain only the </a:t>
            </a:r>
            <a:r>
              <a:rPr lang="en-US" altLang="zh-TW" sz="2000" b="1" i="1" dirty="0">
                <a:ea typeface="新細明體" pitchFamily="18" charset="-120"/>
              </a:rPr>
              <a:t>least significant bits (LS-bit)</a:t>
            </a:r>
          </a:p>
          <a:p>
            <a:pPr lvl="1" eaLnBrk="1" hangingPunct="1"/>
            <a:r>
              <a:rPr lang="en-US" altLang="zh-TW" sz="2000" dirty="0">
                <a:ea typeface="新細明體" pitchFamily="18" charset="-120"/>
              </a:rPr>
              <a:t>e.g.: 32-bit integer (</a:t>
            </a:r>
            <a:r>
              <a:rPr lang="en-US" altLang="zh-TW" sz="20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000" dirty="0">
                <a:ea typeface="新細明體" pitchFamily="18" charset="-120"/>
              </a:rPr>
              <a:t>) to 16-bit integer (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</a:rPr>
              <a:t>short</a:t>
            </a:r>
            <a:r>
              <a:rPr lang="en-US" altLang="zh-TW" sz="2000" dirty="0">
                <a:ea typeface="新細明體" pitchFamily="18" charset="-120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0000000000000010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0000000000000011	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 131075</a:t>
            </a:r>
            <a:r>
              <a:rPr lang="en-US" altLang="zh-TW" sz="2000" baseline="-25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        0000000000000011</a:t>
            </a:r>
            <a:r>
              <a:rPr lang="en-US" altLang="zh-TW" sz="20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 3</a:t>
            </a:r>
            <a:r>
              <a:rPr lang="en-US" altLang="zh-TW" sz="2000" baseline="-250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	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short x = (short)131075;	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// x becomes 3</a:t>
            </a:r>
          </a:p>
        </p:txBody>
      </p:sp>
    </p:spTree>
    <p:extLst>
      <p:ext uri="{BB962C8B-B14F-4D97-AF65-F5344CB8AC3E}">
        <p14:creationId xmlns:p14="http://schemas.microsoft.com/office/powerpoint/2010/main" val="22353842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5. Back to the Original Example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Given your understanding of data types now, what is wrong with our original example?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87869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687869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h = 3;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b = 4; 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area = (1/2) * h * b;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area);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  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F5B3161-2D6B-88E6-FC51-1EFFC8BCB885}"/>
              </a:ext>
            </a:extLst>
          </p:cNvPr>
          <p:cNvSpPr txBox="1"/>
          <p:nvPr/>
        </p:nvSpPr>
        <p:spPr>
          <a:xfrm>
            <a:off x="5843814" y="2057400"/>
            <a:ext cx="43434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ea typeface="Calibri"/>
                <a:cs typeface="Calibri"/>
              </a:rPr>
              <a:t>How to correct it?</a:t>
            </a:r>
          </a:p>
        </p:txBody>
      </p:sp>
    </p:spTree>
    <p:extLst>
      <p:ext uri="{BB962C8B-B14F-4D97-AF65-F5344CB8AC3E}">
        <p14:creationId xmlns:p14="http://schemas.microsoft.com/office/powerpoint/2010/main" val="406558044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632-73C7-4E61-BD5E-00ED4DF6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5. Back to the Original Example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D0C3-4DB9-44C9-99CC-97D4BFA9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Given your understanding of data types now, what is wrong with our original example?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0A64B-AAF9-484F-97C3-ECB45583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dirty="0" smtClean="0"/>
              <a:pPr/>
              <a:t>37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0CE01-46CB-40A8-86E4-A6DDDE9D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210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8F04ED-B5FE-4B87-8A59-F7F5B8DA7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3210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/>
                <a:ea typeface="新細明體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)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0000FF"/>
                </a:solidFill>
                <a:latin typeface="Consolas"/>
                <a:ea typeface="新細明體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0000"/>
                </a:solidFill>
                <a:latin typeface="Consolas"/>
                <a:ea typeface="新細明體"/>
                <a:cs typeface="Consolas" pitchFamily="49" charset="0"/>
              </a:rPr>
              <a:t>area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h = 3;</a:t>
            </a:r>
          </a:p>
          <a:p>
            <a:pPr>
              <a:spcBef>
                <a:spcPct val="0"/>
              </a:spcBef>
            </a:pPr>
            <a:r>
              <a:rPr lang="en-US" altLang="zh-TW" sz="2000" dirty="0">
                <a:latin typeface="Consolas"/>
                <a:ea typeface="新細明體"/>
                <a:cs typeface="Consolas" pitchFamily="49" charset="0"/>
              </a:rPr>
              <a:t>  b = 4; </a:t>
            </a: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"Height and base of triangle: %d,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h, b);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area = (1/2) * h * b;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/>
                <a:ea typeface="新細明體"/>
                <a:cs typeface="Consolas" pitchFamily="49" charset="0"/>
              </a:rPr>
              <a:t>"Area of triangle: %d\n"</a:t>
            </a: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, area);</a:t>
            </a:r>
            <a:endParaRPr lang="en-US" altLang="zh-TW" sz="2000" dirty="0">
              <a:latin typeface="Consolas"/>
              <a:ea typeface="新細明體"/>
              <a:cs typeface="Consolas" pitchFamily="49" charset="0"/>
            </a:endParaRPr>
          </a:p>
          <a:p>
            <a:pPr>
              <a:spcBef>
                <a:spcPct val="0"/>
              </a:spcBef>
            </a:pPr>
            <a:r>
              <a:rPr kumimoji="1" lang="en-US" altLang="zh-TW" sz="2000" dirty="0">
                <a:latin typeface="Consolas"/>
                <a:ea typeface="新細明體"/>
                <a:cs typeface="Consolas" pitchFamily="49" charset="0"/>
              </a:rPr>
              <a:t>    </a:t>
            </a:r>
            <a:endParaRPr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9EC3AC-6EB4-494F-8040-3B6D5D69E2C7}"/>
              </a:ext>
            </a:extLst>
          </p:cNvPr>
          <p:cNvSpPr/>
          <p:nvPr/>
        </p:nvSpPr>
        <p:spPr>
          <a:xfrm>
            <a:off x="2214582" y="3105707"/>
            <a:ext cx="2434254" cy="516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4C8DBC-AEA9-4902-969D-CDC6C9AB5385}"/>
              </a:ext>
            </a:extLst>
          </p:cNvPr>
          <p:cNvSpPr/>
          <p:nvPr/>
        </p:nvSpPr>
        <p:spPr>
          <a:xfrm>
            <a:off x="5843820" y="4231968"/>
            <a:ext cx="3071579" cy="1347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503FDD-F0F6-4EC5-B265-FE1F27DF9B6F}"/>
              </a:ext>
            </a:extLst>
          </p:cNvPr>
          <p:cNvSpPr/>
          <p:nvPr/>
        </p:nvSpPr>
        <p:spPr>
          <a:xfrm>
            <a:off x="3171065" y="4640864"/>
            <a:ext cx="1353426" cy="5165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AE504-83FC-415C-8F82-E69C065DFE78}"/>
              </a:ext>
            </a:extLst>
          </p:cNvPr>
          <p:cNvSpPr txBox="1"/>
          <p:nvPr/>
        </p:nvSpPr>
        <p:spPr>
          <a:xfrm>
            <a:off x="4690924" y="284650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Are we using the proper type? Are these variables always integers?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2E398-E59B-457E-ADD2-C8E6FAA299D0}"/>
              </a:ext>
            </a:extLst>
          </p:cNvPr>
          <p:cNvSpPr txBox="1"/>
          <p:nvPr/>
        </p:nvSpPr>
        <p:spPr>
          <a:xfrm>
            <a:off x="7330823" y="3621254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about this? What are we telling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9CEF6D-5417-4A53-A10F-9746ABC8DC3B}"/>
              </a:ext>
            </a:extLst>
          </p:cNvPr>
          <p:cNvSpPr txBox="1"/>
          <p:nvPr/>
        </p:nvSpPr>
        <p:spPr>
          <a:xfrm>
            <a:off x="3849215" y="5338144"/>
            <a:ext cx="31449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Does 1/2 give integer as result, or floating point? Should we use, say, 0.5 instead? </a:t>
            </a:r>
            <a:endParaRPr lang="en-US" dirty="0">
              <a:solidFill>
                <a:srgbClr val="FF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8041660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339" y="1066800"/>
            <a:ext cx="11140831" cy="5105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All number types have an intended purpose, precision, and range.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Choose a proper data type to represent data</a:t>
            </a:r>
          </a:p>
          <a:p>
            <a:pPr lvl="1"/>
            <a:r>
              <a:rPr lang="en-US" dirty="0"/>
              <a:t>Beware of and prevent overflow</a:t>
            </a:r>
          </a:p>
          <a:p>
            <a:pPr lvl="7">
              <a:buChar char="–"/>
            </a:pPr>
            <a:endParaRPr lang="en-US" dirty="0">
              <a:ea typeface="Calibri"/>
              <a:cs typeface="Calibri"/>
            </a:endParaRPr>
          </a:p>
          <a:p>
            <a:r>
              <a:rPr lang="en-US" dirty="0"/>
              <a:t>Floating-point representation and arithmetic may not be exact.</a:t>
            </a:r>
          </a:p>
          <a:p>
            <a:pPr lvl="8">
              <a:buFont typeface="Wingdings" pitchFamily="34" charset="0"/>
              <a:buChar char="§"/>
            </a:pPr>
            <a:endParaRPr lang="en-US" dirty="0">
              <a:ea typeface="Calibri"/>
              <a:cs typeface="Calibri"/>
            </a:endParaRPr>
          </a:p>
          <a:p>
            <a:r>
              <a:rPr lang="en-US" dirty="0"/>
              <a:t>Expressions with mixed types of data</a:t>
            </a:r>
          </a:p>
          <a:p>
            <a:pPr lvl="1"/>
            <a:r>
              <a:rPr lang="en-US" dirty="0"/>
              <a:t>Automatic and explicit type conversion</a:t>
            </a:r>
          </a:p>
          <a:p>
            <a:pPr lvl="1"/>
            <a:r>
              <a:rPr lang="en-US" dirty="0"/>
              <a:t>Number conversion (</a:t>
            </a:r>
            <a:r>
              <a:rPr lang="en-US" dirty="0">
                <a:latin typeface="Consolas"/>
                <a:cs typeface="Consolas" panose="020B0609020204030204" pitchFamily="49" charset="0"/>
              </a:rPr>
              <a:t>double</a:t>
            </a:r>
            <a:r>
              <a:rPr lang="en-US" dirty="0"/>
              <a:t> to </a:t>
            </a:r>
            <a:r>
              <a:rPr lang="en-US" dirty="0">
                <a:latin typeface="Consolas"/>
                <a:cs typeface="Consolas" panose="020B0609020204030204" pitchFamily="49" charset="0"/>
              </a:rPr>
              <a:t>int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dirty="0" smtClean="0"/>
              <a:pPr/>
              <a:t>38</a:t>
            </a:fld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6088E-157D-4920-9B96-BD8BCC44BAF4}" type="slidenum">
              <a:rPr lang="zh-TW" altLang="en-US"/>
              <a:pPr/>
              <a:t>39</a:t>
            </a:fld>
            <a:endParaRPr lang="en-US" altLang="zh-TW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4982" y="76200"/>
            <a:ext cx="8684419" cy="9144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ea typeface="新細明體" pitchFamily="18" charset="-120"/>
              </a:rPr>
              <a:t>Appendix: Finding out the size of an integer</a:t>
            </a:r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1981200" y="990600"/>
            <a:ext cx="8686800" cy="220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1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main(void) {</a:t>
            </a:r>
          </a:p>
          <a:p>
            <a:pPr>
              <a:lnSpc>
                <a:spcPct val="110000"/>
              </a:lnSpc>
            </a:pP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1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("size of </a:t>
            </a:r>
            <a:r>
              <a:rPr lang="en-US" altLang="zh-TW" sz="2000" b="1" dirty="0" err="1"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 = %d bytes\n", </a:t>
            </a:r>
            <a:r>
              <a:rPr lang="en-US" altLang="zh-TW" sz="2000" b="1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1" dirty="0" err="1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000" b="1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1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sizeof</a:t>
            </a:r>
            <a:r>
              <a:rPr lang="en-US" altLang="zh-TW" sz="2000" b="1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1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1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000" b="1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1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return 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220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1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1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endParaRPr lang="en-US" altLang="zh-TW" sz="2000" b="1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1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31078" name="Rectangle 6"/>
          <p:cNvSpPr>
            <a:spLocks noChangeArrowheads="1"/>
          </p:cNvSpPr>
          <p:nvPr/>
        </p:nvSpPr>
        <p:spPr bwMode="auto">
          <a:xfrm>
            <a:off x="1754982" y="4038600"/>
            <a:ext cx="8684419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¡"/>
              <a:defRPr sz="27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TW" sz="28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sizeof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800" i="1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data_type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sz="2800" dirty="0">
                <a:latin typeface="+mn-lt"/>
                <a:ea typeface="新細明體"/>
              </a:rPr>
              <a:t> yields the number of bytes used to represent a value of type </a:t>
            </a:r>
            <a:r>
              <a:rPr lang="en-US" altLang="zh-TW" sz="2800" i="1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data_type</a:t>
            </a:r>
            <a:r>
              <a:rPr lang="en-US" altLang="zh-TW" sz="2800" dirty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 (as unsigned long).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(</a:t>
            </a:r>
            <a:r>
              <a:rPr lang="en-US" altLang="zh-TW" sz="2800" dirty="0" err="1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int</a:t>
            </a:r>
            <a:r>
              <a:rPr lang="en-US" altLang="zh-TW" sz="2800" dirty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)</a:t>
            </a:r>
            <a:r>
              <a:rPr lang="en-US" altLang="zh-TW" sz="2800" dirty="0">
                <a:latin typeface="Calibri"/>
                <a:ea typeface="新細明體"/>
                <a:cs typeface="Calibri"/>
              </a:rPr>
              <a:t> explicitly converts the value to int.</a:t>
            </a:r>
          </a:p>
        </p:txBody>
      </p:sp>
      <p:sp>
        <p:nvSpPr>
          <p:cNvPr id="131080" name="Rectangle 8"/>
          <p:cNvSpPr>
            <a:spLocks noChangeArrowheads="1"/>
          </p:cNvSpPr>
          <p:nvPr/>
        </p:nvSpPr>
        <p:spPr bwMode="auto">
          <a:xfrm>
            <a:off x="1524000" y="3209192"/>
            <a:ext cx="91440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/>
          <a:p>
            <a:pPr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</a:pPr>
            <a:r>
              <a:rPr lang="en-US" altLang="zh-TW" sz="2000" b="1" dirty="0">
                <a:solidFill>
                  <a:srgbClr val="000000"/>
                </a:solidFill>
                <a:latin typeface="Consolas" pitchFamily="49" charset="0"/>
                <a:ea typeface="新細明體" pitchFamily="18" charset="-120"/>
                <a:cs typeface="Consolas" pitchFamily="49" charset="0"/>
              </a:rPr>
              <a:t>size of </a:t>
            </a:r>
            <a:r>
              <a:rPr lang="en-US" altLang="zh-TW" sz="2000" b="1" dirty="0" err="1">
                <a:solidFill>
                  <a:srgbClr val="000000"/>
                </a:solidFill>
                <a:latin typeface="Consolas" pitchFamily="49" charset="0"/>
                <a:ea typeface="新細明體" pitchFamily="18" charset="-120"/>
                <a:cs typeface="Consolas" pitchFamily="49" charset="0"/>
              </a:rPr>
              <a:t>int</a:t>
            </a:r>
            <a:r>
              <a:rPr lang="en-US" altLang="zh-TW" sz="2000" b="1" dirty="0">
                <a:solidFill>
                  <a:srgbClr val="000000"/>
                </a:solidFill>
                <a:latin typeface="Consolas" pitchFamily="49" charset="0"/>
                <a:ea typeface="新細明體" pitchFamily="18" charset="-120"/>
                <a:cs typeface="Consolas" pitchFamily="49" charset="0"/>
              </a:rPr>
              <a:t> = 4 bytes</a:t>
            </a:r>
          </a:p>
        </p:txBody>
      </p:sp>
    </p:spTree>
    <p:extLst>
      <p:ext uri="{BB962C8B-B14F-4D97-AF65-F5344CB8AC3E}">
        <p14:creationId xmlns:p14="http://schemas.microsoft.com/office/powerpoint/2010/main" val="226534752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Appendix C Number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29869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D27A-F7DA-4ED7-BC7B-5DD3E4CF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Reminder: </a:t>
            </a:r>
            <a:r>
              <a:rPr lang="en-US" dirty="0" err="1">
                <a:cs typeface="Calibri"/>
              </a:rPr>
              <a:t>PreLabs</a:t>
            </a:r>
            <a:r>
              <a:rPr lang="en-US" dirty="0">
                <a:cs typeface="Calibri"/>
              </a:rPr>
              <a:t> are Ready!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2E128-67DC-4079-B610-6266594B8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78" y="1066801"/>
            <a:ext cx="11414369" cy="315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Every </a:t>
            </a:r>
            <a:r>
              <a:rPr lang="en-US" u="sng" dirty="0">
                <a:cs typeface="Calibri"/>
              </a:rPr>
              <a:t>Mon</a:t>
            </a:r>
            <a:r>
              <a:rPr lang="en-US" dirty="0">
                <a:cs typeface="Calibri"/>
              </a:rPr>
              <a:t> afternoon we will release the </a:t>
            </a:r>
            <a:r>
              <a:rPr lang="en-US" b="1" dirty="0" err="1">
                <a:solidFill>
                  <a:schemeClr val="accent6"/>
                </a:solidFill>
                <a:cs typeface="Calibri"/>
              </a:rPr>
              <a:t>PreLabs</a:t>
            </a:r>
            <a:endParaRPr lang="en-US" b="1" dirty="0">
              <a:solidFill>
                <a:schemeClr val="accent6"/>
              </a:solidFill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Meant to help you prepare for the lab</a:t>
            </a:r>
          </a:p>
          <a:p>
            <a:pPr lvl="1"/>
            <a:r>
              <a:rPr lang="en-US" dirty="0">
                <a:cs typeface="Calibri"/>
              </a:rPr>
              <a:t>Please try it after the lecture and submit before Thu.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altLang="zh-CN" dirty="0">
                <a:ea typeface="宋体"/>
                <a:cs typeface="Calibri"/>
              </a:rPr>
              <a:t>Don't worry – it's </a:t>
            </a:r>
            <a:r>
              <a:rPr lang="en-US" altLang="zh-CN" u="sng" dirty="0">
                <a:ea typeface="宋体"/>
                <a:cs typeface="Calibri"/>
              </a:rPr>
              <a:t>super easy</a:t>
            </a:r>
            <a:r>
              <a:rPr lang="en-US" altLang="zh-CN" dirty="0">
                <a:ea typeface="宋体"/>
                <a:cs typeface="Calibri"/>
              </a:rPr>
              <a:t> (takes &lt; 30 min) and it helps to prepare your Lab! </a:t>
            </a:r>
            <a:r>
              <a:rPr lang="en-US" altLang="zh-CN" u="sng" dirty="0">
                <a:ea typeface="宋体"/>
                <a:cs typeface="Calibri"/>
              </a:rPr>
              <a:t>Don't forget!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E98B7-FD25-462F-A099-A99FEF17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2CEFC-D2BF-4B29-A47E-2C174B55C702}"/>
              </a:ext>
            </a:extLst>
          </p:cNvPr>
          <p:cNvSpPr txBox="1"/>
          <p:nvPr/>
        </p:nvSpPr>
        <p:spPr>
          <a:xfrm>
            <a:off x="7010401" y="3807017"/>
            <a:ext cx="3429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ea typeface="宋体"/>
              </a:rPr>
              <a:t>Marked in </a:t>
            </a:r>
            <a:r>
              <a:rPr lang="en-US" sz="2400" dirty="0">
                <a:solidFill>
                  <a:schemeClr val="tx2"/>
                </a:solidFill>
              </a:rPr>
              <a:t>"(</a:t>
            </a:r>
            <a:r>
              <a:rPr lang="en-US" sz="2400" dirty="0" err="1">
                <a:solidFill>
                  <a:schemeClr val="tx2"/>
                </a:solidFill>
              </a:rPr>
              <a:t>PreLab</a:t>
            </a:r>
            <a:r>
              <a:rPr lang="en-US" sz="2400" dirty="0">
                <a:solidFill>
                  <a:schemeClr val="tx2"/>
                </a:solidFill>
              </a:rPr>
              <a:t>)" </a:t>
            </a:r>
          </a:p>
          <a:p>
            <a:endParaRPr lang="en-US" sz="2400" dirty="0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n-US" sz="3200" b="1" dirty="0">
                <a:solidFill>
                  <a:schemeClr val="tx2"/>
                </a:solidFill>
                <a:ea typeface="Calibri"/>
                <a:cs typeface="Calibri"/>
              </a:rPr>
              <a:t>Not graded</a:t>
            </a:r>
          </a:p>
          <a:p>
            <a:r>
              <a:rPr lang="en-US" sz="3200" b="1" dirty="0">
                <a:solidFill>
                  <a:schemeClr val="tx2"/>
                </a:solidFill>
                <a:ea typeface="Calibri"/>
                <a:cs typeface="Calibri"/>
              </a:rPr>
              <a:t>Not Required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B74FA9C-BEC1-BABE-0D2E-98BBA107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322" y="3807017"/>
            <a:ext cx="3943350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83B5BB-225D-4304-913B-6194BBCE2200}"/>
              </a:ext>
            </a:extLst>
          </p:cNvPr>
          <p:cNvSpPr/>
          <p:nvPr/>
        </p:nvSpPr>
        <p:spPr>
          <a:xfrm>
            <a:off x="5178778" y="5147733"/>
            <a:ext cx="917222" cy="492317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09745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9198</TotalTime>
  <Words>4213</Words>
  <Application>Microsoft Office PowerPoint</Application>
  <PresentationFormat>宽屏</PresentationFormat>
  <Paragraphs>782</Paragraphs>
  <Slides>41</Slides>
  <Notes>22</Notes>
  <HiddenSlides>13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新細明體</vt:lpstr>
      <vt:lpstr>宋体</vt:lpstr>
      <vt:lpstr>Arial</vt:lpstr>
      <vt:lpstr>Calibri</vt:lpstr>
      <vt:lpstr>Consolas</vt:lpstr>
      <vt:lpstr>Courier New</vt:lpstr>
      <vt:lpstr>Helvetica</vt:lpstr>
      <vt:lpstr>Times New Roman</vt:lpstr>
      <vt:lpstr>Wingdings</vt:lpstr>
      <vt:lpstr>Office Theme</vt:lpstr>
      <vt:lpstr>Fundamental Data Types</vt:lpstr>
      <vt:lpstr>Outline</vt:lpstr>
      <vt:lpstr>1. Motivation</vt:lpstr>
      <vt:lpstr>1. Motivation</vt:lpstr>
      <vt:lpstr>1. Motivation</vt:lpstr>
      <vt:lpstr>1. Motivation</vt:lpstr>
      <vt:lpstr>1. Motivation</vt:lpstr>
      <vt:lpstr>2. Integral (Integer) Types</vt:lpstr>
      <vt:lpstr>2.1. Basic Building Block: bit, Byte</vt:lpstr>
      <vt:lpstr>2.1. From Bits to Integers</vt:lpstr>
      <vt:lpstr>2.1. From Bits to Integers (Negative Integer)</vt:lpstr>
      <vt:lpstr>2.1. From Bits to Integers</vt:lpstr>
      <vt:lpstr>2.2. Variations of Integral Types  (Can be different in different compilers)</vt:lpstr>
      <vt:lpstr>2.2. Variations of Integral Types</vt:lpstr>
      <vt:lpstr>2.3. Integer Overflow</vt:lpstr>
      <vt:lpstr>2.3. Integer Overflow</vt:lpstr>
      <vt:lpstr>Outline</vt:lpstr>
      <vt:lpstr>3. Floating Point Numbers</vt:lpstr>
      <vt:lpstr>3.1. Floating Point Number Representation</vt:lpstr>
      <vt:lpstr>3.2. Using floating point with printf()</vt:lpstr>
      <vt:lpstr>PowerPoint 演示文稿</vt:lpstr>
      <vt:lpstr>3.3. C Language Floating-Point Types</vt:lpstr>
      <vt:lpstr>3.4. Using floating point with scanf()</vt:lpstr>
      <vt:lpstr>Outline</vt:lpstr>
      <vt:lpstr>4. Type Conversion</vt:lpstr>
      <vt:lpstr>4.1. Expressions with mixed types of data</vt:lpstr>
      <vt:lpstr>4.1. Implicit Type Conversion</vt:lpstr>
      <vt:lpstr>4.1. Arithmetic Conversions (Simplified Rules)</vt:lpstr>
      <vt:lpstr>4.2. Converting Integral Type to double</vt:lpstr>
      <vt:lpstr>4.2. Converting double to Integral Type</vt:lpstr>
      <vt:lpstr>4.3. Explicit Type Conversion (Casting)</vt:lpstr>
      <vt:lpstr>4.4. Type Conversion (Examples)</vt:lpstr>
      <vt:lpstr>4.4. Type Conversion (Examples)</vt:lpstr>
      <vt:lpstr>4.4. Using Type Casting Operators (Exercise)</vt:lpstr>
      <vt:lpstr>4.5. How are numbers converted? (Apply to both implicit and explicit conversions)</vt:lpstr>
      <vt:lpstr>5. Back to the Original Example</vt:lpstr>
      <vt:lpstr>5. Back to the Original Example</vt:lpstr>
      <vt:lpstr>Summary</vt:lpstr>
      <vt:lpstr>Appendix: Finding out the size of an integer</vt:lpstr>
      <vt:lpstr>Reading Assignment</vt:lpstr>
      <vt:lpstr>Reminder: PreLabs are Ready!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Data Types</dc:title>
  <cp:lastModifiedBy>Yuli Jiang (CSD)</cp:lastModifiedBy>
  <cp:revision>234</cp:revision>
  <dcterms:created xsi:type="dcterms:W3CDTF">2011-07-19T12:51:33Z</dcterms:created>
  <dcterms:modified xsi:type="dcterms:W3CDTF">2025-09-11T06:58:33Z</dcterms:modified>
</cp:coreProperties>
</file>
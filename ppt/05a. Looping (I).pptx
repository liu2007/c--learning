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80" r:id="rId2"/>
    <p:sldId id="379" r:id="rId3"/>
    <p:sldId id="381" r:id="rId4"/>
    <p:sldId id="334" r:id="rId5"/>
    <p:sldId id="370" r:id="rId6"/>
    <p:sldId id="296" r:id="rId7"/>
    <p:sldId id="286" r:id="rId8"/>
    <p:sldId id="298" r:id="rId9"/>
    <p:sldId id="393" r:id="rId10"/>
    <p:sldId id="382" r:id="rId11"/>
    <p:sldId id="340" r:id="rId12"/>
    <p:sldId id="341" r:id="rId13"/>
    <p:sldId id="342" r:id="rId14"/>
    <p:sldId id="346" r:id="rId15"/>
    <p:sldId id="347" r:id="rId16"/>
    <p:sldId id="349" r:id="rId17"/>
    <p:sldId id="383" r:id="rId18"/>
    <p:sldId id="389" r:id="rId19"/>
    <p:sldId id="350" r:id="rId20"/>
    <p:sldId id="394" r:id="rId21"/>
    <p:sldId id="392" r:id="rId22"/>
    <p:sldId id="384" r:id="rId23"/>
    <p:sldId id="351" r:id="rId24"/>
    <p:sldId id="385" r:id="rId25"/>
    <p:sldId id="352" r:id="rId26"/>
    <p:sldId id="390" r:id="rId27"/>
    <p:sldId id="376" r:id="rId28"/>
    <p:sldId id="375" r:id="rId29"/>
    <p:sldId id="386" r:id="rId30"/>
    <p:sldId id="360" r:id="rId31"/>
    <p:sldId id="353" r:id="rId32"/>
    <p:sldId id="358" r:id="rId33"/>
    <p:sldId id="361" r:id="rId34"/>
    <p:sldId id="359" r:id="rId35"/>
    <p:sldId id="391" r:id="rId36"/>
    <p:sldId id="357" r:id="rId37"/>
    <p:sldId id="365" r:id="rId38"/>
    <p:sldId id="387" r:id="rId39"/>
    <p:sldId id="369" r:id="rId40"/>
    <p:sldId id="366" r:id="rId41"/>
    <p:sldId id="367" r:id="rId42"/>
    <p:sldId id="368" r:id="rId43"/>
    <p:sldId id="348" r:id="rId44"/>
    <p:sldId id="355" r:id="rId45"/>
    <p:sldId id="304" r:id="rId46"/>
    <p:sldId id="305" r:id="rId47"/>
    <p:sldId id="306" r:id="rId48"/>
    <p:sldId id="371" r:id="rId49"/>
    <p:sldId id="373" r:id="rId50"/>
  </p:sldIdLst>
  <p:sldSz cx="12192000" cy="6858000"/>
  <p:notesSz cx="6858000" cy="9144000"/>
  <p:embeddedFontLst>
    <p:embeddedFont>
      <p:font typeface="新細明體" panose="02020500000000000000" pitchFamily="18" charset="-120"/>
      <p:regular r:id="rId53"/>
    </p:embeddedFont>
    <p:embeddedFont>
      <p:font typeface="Consolas" panose="020B0609020204030204" pitchFamily="49" charset="0"/>
      <p:regular r:id="rId54"/>
      <p:bold r:id="rId55"/>
      <p:italic r:id="rId56"/>
      <p:boldItalic r:id="rId57"/>
    </p:embeddedFont>
  </p:embeddedFontLst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8" clrIdx="0">
    <p:extLst>
      <p:ext uri="{19B8F6BF-5375-455C-9EA6-DF929625EA0E}">
        <p15:presenceInfo xmlns:p15="http://schemas.microsoft.com/office/powerpoint/2012/main" userId="S::chuckjee.chau@cuhk.edu.hk::7aa7a09e-983f-4214-9e5a-071cbb678e81" providerId="AD"/>
      </p:ext>
    </p:extLst>
  </p:cmAuthor>
  <p:cmAuthor id="2" name="William Hui (IEG)" initials="W(" lastIdx="2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  <p:cmAuthor id="3" name="Chuck-jee Chau" initials="CCJ" lastIdx="2" clrIdx="2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4" name="Chuck jee Chau (CSD)" initials="CjC( [2]" lastIdx="13" clrIdx="3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CCFFCC"/>
    <a:srgbClr val="FFFFCC"/>
    <a:srgbClr val="3399FF"/>
    <a:srgbClr val="0000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681F5-23ED-41F2-A987-6569F753FF89}" v="199" dt="2025-09-29T03:23:42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4" autoAdjust="0"/>
    <p:restoredTop sz="75728" autoAdjust="0"/>
  </p:normalViewPr>
  <p:slideViewPr>
    <p:cSldViewPr>
      <p:cViewPr varScale="1">
        <p:scale>
          <a:sx n="111" d="100"/>
          <a:sy n="111" d="100"/>
        </p:scale>
        <p:origin x="42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6366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FE9BEE75-5F92-EF02-49A4-EF44F472C3F3}"/>
    <pc:docChg chg="modSld">
      <pc:chgData name="William Hui (IEG)" userId="S::kyhui@cuhk.edu.hk::07728535-8fdc-4325-b24f-20cc4d58a3a3" providerId="AD" clId="Web-{FE9BEE75-5F92-EF02-49A4-EF44F472C3F3}" dt="2019-08-25T12:44:16.016" v="77" actId="20577"/>
      <pc:docMkLst>
        <pc:docMk/>
      </pc:docMkLst>
      <pc:sldChg chg="modSp">
        <pc:chgData name="William Hui (IEG)" userId="S::kyhui@cuhk.edu.hk::07728535-8fdc-4325-b24f-20cc4d58a3a3" providerId="AD" clId="Web-{FE9BEE75-5F92-EF02-49A4-EF44F472C3F3}" dt="2019-08-25T12:37:06.516" v="75" actId="20577"/>
        <pc:sldMkLst>
          <pc:docMk/>
          <pc:sldMk cId="1870489681" sldId="299"/>
        </pc:sldMkLst>
      </pc:sldChg>
      <pc:sldChg chg="modSp">
        <pc:chgData name="William Hui (IEG)" userId="S::kyhui@cuhk.edu.hk::07728535-8fdc-4325-b24f-20cc4d58a3a3" providerId="AD" clId="Web-{FE9BEE75-5F92-EF02-49A4-EF44F472C3F3}" dt="2019-08-25T12:35:56.704" v="12" actId="20577"/>
        <pc:sldMkLst>
          <pc:docMk/>
          <pc:sldMk cId="537847125" sldId="347"/>
        </pc:sldMkLst>
      </pc:sldChg>
      <pc:sldChg chg="modSp">
        <pc:chgData name="William Hui (IEG)" userId="S::kyhui@cuhk.edu.hk::07728535-8fdc-4325-b24f-20cc4d58a3a3" providerId="AD" clId="Web-{FE9BEE75-5F92-EF02-49A4-EF44F472C3F3}" dt="2019-08-25T12:36:48.345" v="54" actId="20577"/>
        <pc:sldMkLst>
          <pc:docMk/>
          <pc:sldMk cId="1741792711" sldId="348"/>
        </pc:sldMkLst>
      </pc:sldChg>
      <pc:sldChg chg="modSp">
        <pc:chgData name="William Hui (IEG)" userId="S::kyhui@cuhk.edu.hk::07728535-8fdc-4325-b24f-20cc4d58a3a3" providerId="AD" clId="Web-{FE9BEE75-5F92-EF02-49A4-EF44F472C3F3}" dt="2019-08-25T12:36:01.376" v="18" actId="20577"/>
        <pc:sldMkLst>
          <pc:docMk/>
          <pc:sldMk cId="2665989882" sldId="349"/>
        </pc:sldMkLst>
      </pc:sldChg>
      <pc:sldChg chg="modSp">
        <pc:chgData name="William Hui (IEG)" userId="S::kyhui@cuhk.edu.hk::07728535-8fdc-4325-b24f-20cc4d58a3a3" providerId="AD" clId="Web-{FE9BEE75-5F92-EF02-49A4-EF44F472C3F3}" dt="2019-08-25T12:36:11.298" v="22" actId="20577"/>
        <pc:sldMkLst>
          <pc:docMk/>
          <pc:sldMk cId="311679337" sldId="350"/>
        </pc:sldMkLst>
      </pc:sldChg>
      <pc:sldChg chg="modSp">
        <pc:chgData name="William Hui (IEG)" userId="S::kyhui@cuhk.edu.hk::07728535-8fdc-4325-b24f-20cc4d58a3a3" providerId="AD" clId="Web-{FE9BEE75-5F92-EF02-49A4-EF44F472C3F3}" dt="2019-08-25T12:36:14.688" v="24" actId="20577"/>
        <pc:sldMkLst>
          <pc:docMk/>
          <pc:sldMk cId="3542512084" sldId="351"/>
        </pc:sldMkLst>
      </pc:sldChg>
      <pc:sldChg chg="modSp">
        <pc:chgData name="William Hui (IEG)" userId="S::kyhui@cuhk.edu.hk::07728535-8fdc-4325-b24f-20cc4d58a3a3" providerId="AD" clId="Web-{FE9BEE75-5F92-EF02-49A4-EF44F472C3F3}" dt="2019-08-25T12:36:20.579" v="32" actId="20577"/>
        <pc:sldMkLst>
          <pc:docMk/>
          <pc:sldMk cId="3058054832" sldId="352"/>
        </pc:sldMkLst>
      </pc:sldChg>
      <pc:sldChg chg="modSp">
        <pc:chgData name="William Hui (IEG)" userId="S::kyhui@cuhk.edu.hk::07728535-8fdc-4325-b24f-20cc4d58a3a3" providerId="AD" clId="Web-{FE9BEE75-5F92-EF02-49A4-EF44F472C3F3}" dt="2019-08-25T12:36:34.079" v="38" actId="20577"/>
        <pc:sldMkLst>
          <pc:docMk/>
          <pc:sldMk cId="2598150674" sldId="353"/>
        </pc:sldMkLst>
      </pc:sldChg>
      <pc:sldChg chg="modSp">
        <pc:chgData name="William Hui (IEG)" userId="S::kyhui@cuhk.edu.hk::07728535-8fdc-4325-b24f-20cc4d58a3a3" providerId="AD" clId="Web-{FE9BEE75-5F92-EF02-49A4-EF44F472C3F3}" dt="2019-08-25T12:36:37.985" v="47" actId="20577"/>
        <pc:sldMkLst>
          <pc:docMk/>
          <pc:sldMk cId="89801017" sldId="357"/>
        </pc:sldMkLst>
      </pc:sldChg>
      <pc:sldChg chg="modSp">
        <pc:chgData name="William Hui (IEG)" userId="S::kyhui@cuhk.edu.hk::07728535-8fdc-4325-b24f-20cc4d58a3a3" providerId="AD" clId="Web-{FE9BEE75-5F92-EF02-49A4-EF44F472C3F3}" dt="2019-08-25T12:36:53.251" v="58" actId="20577"/>
        <pc:sldMkLst>
          <pc:docMk/>
          <pc:sldMk cId="3464330936" sldId="358"/>
        </pc:sldMkLst>
      </pc:sldChg>
      <pc:sldChg chg="modSp">
        <pc:chgData name="William Hui (IEG)" userId="S::kyhui@cuhk.edu.hk::07728535-8fdc-4325-b24f-20cc4d58a3a3" providerId="AD" clId="Web-{FE9BEE75-5F92-EF02-49A4-EF44F472C3F3}" dt="2019-08-25T12:36:56.251" v="61" actId="20577"/>
        <pc:sldMkLst>
          <pc:docMk/>
          <pc:sldMk cId="3565846311" sldId="359"/>
        </pc:sldMkLst>
      </pc:sldChg>
      <pc:sldChg chg="modSp">
        <pc:chgData name="William Hui (IEG)" userId="S::kyhui@cuhk.edu.hk::07728535-8fdc-4325-b24f-20cc4d58a3a3" providerId="AD" clId="Web-{FE9BEE75-5F92-EF02-49A4-EF44F472C3F3}" dt="2019-08-25T12:36:27.282" v="35" actId="20577"/>
        <pc:sldMkLst>
          <pc:docMk/>
          <pc:sldMk cId="618452833" sldId="360"/>
        </pc:sldMkLst>
      </pc:sldChg>
      <pc:sldChg chg="modSp">
        <pc:chgData name="William Hui (IEG)" userId="S::kyhui@cuhk.edu.hk::07728535-8fdc-4325-b24f-20cc4d58a3a3" providerId="AD" clId="Web-{FE9BEE75-5F92-EF02-49A4-EF44F472C3F3}" dt="2019-08-25T12:36:58.391" v="63" actId="20577"/>
        <pc:sldMkLst>
          <pc:docMk/>
          <pc:sldMk cId="3260857522" sldId="361"/>
        </pc:sldMkLst>
      </pc:sldChg>
    </pc:docChg>
  </pc:docChgLst>
  <pc:docChgLst>
    <pc:chgData name="Yim Pan Chui, Dr. (CSD)" userId="06f431c5-cc1a-4439-a61b-5f3af947c103" providerId="ADAL" clId="{8DCF5D13-2F34-400C-962D-4CDEC25F04D1}"/>
    <pc:docChg chg="undo custSel modSld">
      <pc:chgData name="Yim Pan Chui, Dr. (CSD)" userId="06f431c5-cc1a-4439-a61b-5f3af947c103" providerId="ADAL" clId="{8DCF5D13-2F34-400C-962D-4CDEC25F04D1}" dt="2024-02-02T03:14:27.477" v="238" actId="1076"/>
      <pc:docMkLst>
        <pc:docMk/>
      </pc:docMkLst>
      <pc:sldChg chg="modSp mod">
        <pc:chgData name="Yim Pan Chui, Dr. (CSD)" userId="06f431c5-cc1a-4439-a61b-5f3af947c103" providerId="ADAL" clId="{8DCF5D13-2F34-400C-962D-4CDEC25F04D1}" dt="2024-02-02T03:14:12.473" v="228" actId="20577"/>
        <pc:sldMkLst>
          <pc:docMk/>
          <pc:sldMk cId="411688544" sldId="300"/>
        </pc:sldMkLst>
      </pc:sldChg>
      <pc:sldChg chg="addSp modSp mod">
        <pc:chgData name="Yim Pan Chui, Dr. (CSD)" userId="06f431c5-cc1a-4439-a61b-5f3af947c103" providerId="ADAL" clId="{8DCF5D13-2F34-400C-962D-4CDEC25F04D1}" dt="2024-02-02T03:07:58.957" v="102" actId="1076"/>
        <pc:sldMkLst>
          <pc:docMk/>
          <pc:sldMk cId="3317880975" sldId="302"/>
        </pc:sldMkLst>
      </pc:sldChg>
      <pc:sldChg chg="modSp mod">
        <pc:chgData name="Yim Pan Chui, Dr. (CSD)" userId="06f431c5-cc1a-4439-a61b-5f3af947c103" providerId="ADAL" clId="{8DCF5D13-2F34-400C-962D-4CDEC25F04D1}" dt="2024-02-02T03:14:15.353" v="232" actId="20577"/>
        <pc:sldMkLst>
          <pc:docMk/>
          <pc:sldMk cId="3002568572" sldId="303"/>
        </pc:sldMkLst>
      </pc:sldChg>
      <pc:sldChg chg="modSp mod">
        <pc:chgData name="Yim Pan Chui, Dr. (CSD)" userId="06f431c5-cc1a-4439-a61b-5f3af947c103" providerId="ADAL" clId="{8DCF5D13-2F34-400C-962D-4CDEC25F04D1}" dt="2024-02-02T03:14:27.477" v="238" actId="1076"/>
        <pc:sldMkLst>
          <pc:docMk/>
          <pc:sldMk cId="3517283377" sldId="356"/>
        </pc:sldMkLst>
      </pc:sldChg>
    </pc:docChg>
  </pc:docChgLst>
  <pc:docChgLst>
    <pc:chgData name="William Hui (IEG)" userId="S::kyhui@cuhk.edu.hk::07728535-8fdc-4325-b24f-20cc4d58a3a3" providerId="AD" clId="Web-{7F584837-E33D-B1DC-F7B0-90EFBD211DFA}"/>
    <pc:docChg chg="modSld">
      <pc:chgData name="William Hui (IEG)" userId="S::kyhui@cuhk.edu.hk::07728535-8fdc-4325-b24f-20cc4d58a3a3" providerId="AD" clId="Web-{7F584837-E33D-B1DC-F7B0-90EFBD211DFA}" dt="2019-09-03T09:35:00.241" v="13" actId="20577"/>
      <pc:docMkLst>
        <pc:docMk/>
      </pc:docMkLst>
      <pc:sldChg chg="modSp">
        <pc:chgData name="William Hui (IEG)" userId="S::kyhui@cuhk.edu.hk::07728535-8fdc-4325-b24f-20cc4d58a3a3" providerId="AD" clId="Web-{7F584837-E33D-B1DC-F7B0-90EFBD211DFA}" dt="2019-09-03T09:33:59.004" v="8" actId="20577"/>
        <pc:sldMkLst>
          <pc:docMk/>
          <pc:sldMk cId="311679337" sldId="350"/>
        </pc:sldMkLst>
      </pc:sldChg>
      <pc:sldChg chg="modSp">
        <pc:chgData name="William Hui (IEG)" userId="S::kyhui@cuhk.edu.hk::07728535-8fdc-4325-b24f-20cc4d58a3a3" providerId="AD" clId="Web-{7F584837-E33D-B1DC-F7B0-90EFBD211DFA}" dt="2019-09-03T09:35:00.225" v="12" actId="20577"/>
        <pc:sldMkLst>
          <pc:docMk/>
          <pc:sldMk cId="3360042840" sldId="354"/>
        </pc:sldMkLst>
      </pc:sldChg>
    </pc:docChg>
  </pc:docChgLst>
  <pc:docChgLst>
    <pc:chgData name="Yuli Jiang (CSD)" userId="7c291cd4-aa97-4867-8d2d-ebf5c1c3b419" providerId="ADAL" clId="{11D96530-E172-44C8-9206-77ED427D2383}"/>
    <pc:docChg chg="custSel addSld delSld modSld sldOrd modMainMaster modNotesMaster">
      <pc:chgData name="Yuli Jiang (CSD)" userId="7c291cd4-aa97-4867-8d2d-ebf5c1c3b419" providerId="ADAL" clId="{11D96530-E172-44C8-9206-77ED427D2383}" dt="2024-02-02T11:07:41.084" v="12"/>
      <pc:docMkLst>
        <pc:docMk/>
      </pc:docMkLst>
      <pc:sldChg chg="modNotes">
        <pc:chgData name="Yuli Jiang (CSD)" userId="7c291cd4-aa97-4867-8d2d-ebf5c1c3b419" providerId="ADAL" clId="{11D96530-E172-44C8-9206-77ED427D2383}" dt="2024-02-02T11:07:34.698" v="2"/>
        <pc:sldMkLst>
          <pc:docMk/>
          <pc:sldMk cId="2389990707" sldId="268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60582746" sldId="286"/>
        </pc:sldMkLst>
      </pc:sldChg>
      <pc:sldChg chg="modSp mod modNotes">
        <pc:chgData name="Yuli Jiang (CSD)" userId="7c291cd4-aa97-4867-8d2d-ebf5c1c3b419" providerId="ADAL" clId="{11D96530-E172-44C8-9206-77ED427D2383}" dt="2024-02-02T11:07:34.845" v="3" actId="27636"/>
        <pc:sldMkLst>
          <pc:docMk/>
          <pc:sldMk cId="1228135940" sldId="296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521825324" sldId="298"/>
        </pc:sldMkLst>
      </pc:sldChg>
      <pc:sldChg chg="modSp mod modNotes">
        <pc:chgData name="Yuli Jiang (CSD)" userId="7c291cd4-aa97-4867-8d2d-ebf5c1c3b419" providerId="ADAL" clId="{11D96530-E172-44C8-9206-77ED427D2383}" dt="2024-02-02T11:07:34.871" v="6" actId="27636"/>
        <pc:sldMkLst>
          <pc:docMk/>
          <pc:sldMk cId="1870489681" sldId="299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411688544" sldId="300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3317880975" sldId="302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002568572" sldId="303"/>
        </pc:sldMkLst>
      </pc:sldChg>
      <pc:sldChg chg="modNotes">
        <pc:chgData name="Yuli Jiang (CSD)" userId="7c291cd4-aa97-4867-8d2d-ebf5c1c3b419" providerId="ADAL" clId="{11D96530-E172-44C8-9206-77ED427D2383}" dt="2024-02-02T11:07:34.698" v="2"/>
        <pc:sldMkLst>
          <pc:docMk/>
          <pc:sldMk cId="968428340" sldId="304"/>
        </pc:sldMkLst>
      </pc:sldChg>
      <pc:sldChg chg="modSp mod modNotes">
        <pc:chgData name="Yuli Jiang (CSD)" userId="7c291cd4-aa97-4867-8d2d-ebf5c1c3b419" providerId="ADAL" clId="{11D96530-E172-44C8-9206-77ED427D2383}" dt="2024-02-02T11:07:34.883" v="8" actId="27636"/>
        <pc:sldMkLst>
          <pc:docMk/>
          <pc:sldMk cId="1853803826" sldId="305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2123121090" sldId="306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1971017547" sldId="334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2986658161" sldId="338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310407791" sldId="339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1864794358" sldId="340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2531711953" sldId="341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2069753761" sldId="342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613418614" sldId="346"/>
        </pc:sldMkLst>
      </pc:sldChg>
      <pc:sldChg chg="modSp mod">
        <pc:chgData name="Yuli Jiang (CSD)" userId="7c291cd4-aa97-4867-8d2d-ebf5c1c3b419" providerId="ADAL" clId="{11D96530-E172-44C8-9206-77ED427D2383}" dt="2024-02-02T11:07:34.864" v="5" actId="27636"/>
        <pc:sldMkLst>
          <pc:docMk/>
          <pc:sldMk cId="1741792711" sldId="348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2665989882" sldId="349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11679337" sldId="350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542512084" sldId="351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3058054832" sldId="352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2598150674" sldId="353"/>
        </pc:sldMkLst>
      </pc:sldChg>
      <pc:sldChg chg="modSp mod">
        <pc:chgData name="Yuli Jiang (CSD)" userId="7c291cd4-aa97-4867-8d2d-ebf5c1c3b419" providerId="ADAL" clId="{11D96530-E172-44C8-9206-77ED427D2383}" dt="2024-02-02T11:07:34.877" v="7" actId="27636"/>
        <pc:sldMkLst>
          <pc:docMk/>
          <pc:sldMk cId="3360042840" sldId="354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3241123535" sldId="355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517283377" sldId="356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89801017" sldId="357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464330936" sldId="358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565846311" sldId="359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618452833" sldId="360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3260857522" sldId="361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3945441049" sldId="365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4237953005" sldId="366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1642688416" sldId="367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1926677519" sldId="368"/>
        </pc:sldMkLst>
      </pc:sldChg>
      <pc:sldChg chg="modSp modNotes">
        <pc:chgData name="Yuli Jiang (CSD)" userId="7c291cd4-aa97-4867-8d2d-ebf5c1c3b419" providerId="ADAL" clId="{11D96530-E172-44C8-9206-77ED427D2383}" dt="2024-02-02T11:07:34.698" v="2"/>
        <pc:sldMkLst>
          <pc:docMk/>
          <pc:sldMk cId="4080931472" sldId="369"/>
        </pc:sldMkLst>
      </pc:sldChg>
      <pc:sldChg chg="modSp">
        <pc:chgData name="Yuli Jiang (CSD)" userId="7c291cd4-aa97-4867-8d2d-ebf5c1c3b419" providerId="ADAL" clId="{11D96530-E172-44C8-9206-77ED427D2383}" dt="2024-02-02T11:07:34.698" v="2"/>
        <pc:sldMkLst>
          <pc:docMk/>
          <pc:sldMk cId="1364407813" sldId="375"/>
        </pc:sldMkLst>
      </pc:sldChg>
      <pc:sldChg chg="modSp mod">
        <pc:chgData name="Yuli Jiang (CSD)" userId="7c291cd4-aa97-4867-8d2d-ebf5c1c3b419" providerId="ADAL" clId="{11D96530-E172-44C8-9206-77ED427D2383}" dt="2024-02-02T11:07:34.853" v="4" actId="27636"/>
        <pc:sldMkLst>
          <pc:docMk/>
          <pc:sldMk cId="4085693794" sldId="376"/>
        </pc:sldMkLst>
      </pc:sldChg>
      <pc:sldChg chg="modSp add del mod ord">
        <pc:chgData name="Yuli Jiang (CSD)" userId="7c291cd4-aa97-4867-8d2d-ebf5c1c3b419" providerId="ADAL" clId="{11D96530-E172-44C8-9206-77ED427D2383}" dt="2024-02-02T11:07:41.084" v="12"/>
        <pc:sldMkLst>
          <pc:docMk/>
          <pc:sldMk cId="1755307977" sldId="379"/>
        </pc:sldMkLst>
      </pc:sldChg>
      <pc:sldMasterChg chg="modSp modSldLayout">
        <pc:chgData name="Yuli Jiang (CSD)" userId="7c291cd4-aa97-4867-8d2d-ebf5c1c3b419" providerId="ADAL" clId="{11D96530-E172-44C8-9206-77ED427D2383}" dt="2024-02-02T11:07:34.698" v="2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11D96530-E172-44C8-9206-77ED427D2383}" dt="2024-02-02T11:07:34.698" v="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11D96530-E172-44C8-9206-77ED427D2383}" dt="2024-02-02T11:07:34.698" v="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11D96530-E172-44C8-9206-77ED427D2383}" dt="2024-02-02T11:07:34.698" v="2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308277D1-3336-E836-3BDE-800BE9CC3C2E}"/>
    <pc:docChg chg="">
      <pc:chgData name="William Hui (IEG)" userId="S::kyhui@cuhk.edu.hk::07728535-8fdc-4325-b24f-20cc4d58a3a3" providerId="AD" clId="Web-{308277D1-3336-E836-3BDE-800BE9CC3C2E}" dt="2019-09-25T03:19:42.434" v="0"/>
      <pc:docMkLst>
        <pc:docMk/>
      </pc:docMkLst>
      <pc:sldChg chg="addCm">
        <pc:chgData name="William Hui (IEG)" userId="S::kyhui@cuhk.edu.hk::07728535-8fdc-4325-b24f-20cc4d58a3a3" providerId="AD" clId="Web-{308277D1-3336-E836-3BDE-800BE9CC3C2E}" dt="2019-09-25T03:19:42.434" v="0"/>
        <pc:sldMkLst>
          <pc:docMk/>
          <pc:sldMk cId="1642688416" sldId="367"/>
        </pc:sldMkLst>
      </pc:sldChg>
    </pc:docChg>
  </pc:docChgLst>
  <pc:docChgLst>
    <pc:chgData name="Yim Pan Chui, Dr. (CSD)" userId="06f431c5-cc1a-4439-a61b-5f3af947c103" providerId="ADAL" clId="{01307403-5CF4-4E15-A7FF-2346C6611F8C}"/>
    <pc:docChg chg="undo custSel modSld">
      <pc:chgData name="Yim Pan Chui, Dr. (CSD)" userId="06f431c5-cc1a-4439-a61b-5f3af947c103" providerId="ADAL" clId="{01307403-5CF4-4E15-A7FF-2346C6611F8C}" dt="2024-02-02T08:51:44.707" v="166" actId="207"/>
      <pc:docMkLst>
        <pc:docMk/>
      </pc:docMkLst>
      <pc:sldChg chg="modSp mod">
        <pc:chgData name="Yim Pan Chui, Dr. (CSD)" userId="06f431c5-cc1a-4439-a61b-5f3af947c103" providerId="ADAL" clId="{01307403-5CF4-4E15-A7FF-2346C6611F8C}" dt="2024-02-02T08:35:47.503" v="69" actId="20577"/>
        <pc:sldMkLst>
          <pc:docMk/>
          <pc:sldMk cId="411688544" sldId="300"/>
        </pc:sldMkLst>
      </pc:sldChg>
      <pc:sldChg chg="addSp delSp modSp mod">
        <pc:chgData name="Yim Pan Chui, Dr. (CSD)" userId="06f431c5-cc1a-4439-a61b-5f3af947c103" providerId="ADAL" clId="{01307403-5CF4-4E15-A7FF-2346C6611F8C}" dt="2024-02-02T08:40:57.168" v="117" actId="1076"/>
        <pc:sldMkLst>
          <pc:docMk/>
          <pc:sldMk cId="3317880975" sldId="302"/>
        </pc:sldMkLst>
      </pc:sldChg>
      <pc:sldChg chg="modSp mod">
        <pc:chgData name="Yim Pan Chui, Dr. (CSD)" userId="06f431c5-cc1a-4439-a61b-5f3af947c103" providerId="ADAL" clId="{01307403-5CF4-4E15-A7FF-2346C6611F8C}" dt="2024-02-02T08:35:05.937" v="60"/>
        <pc:sldMkLst>
          <pc:docMk/>
          <pc:sldMk cId="3002568572" sldId="303"/>
        </pc:sldMkLst>
      </pc:sldChg>
      <pc:sldChg chg="modSp mod">
        <pc:chgData name="Yim Pan Chui, Dr. (CSD)" userId="06f431c5-cc1a-4439-a61b-5f3af947c103" providerId="ADAL" clId="{01307403-5CF4-4E15-A7FF-2346C6611F8C}" dt="2024-02-02T08:51:44.707" v="166" actId="207"/>
        <pc:sldMkLst>
          <pc:docMk/>
          <pc:sldMk cId="2598150674" sldId="353"/>
        </pc:sldMkLst>
      </pc:sldChg>
      <pc:sldChg chg="modSp mod">
        <pc:chgData name="Yim Pan Chui, Dr. (CSD)" userId="06f431c5-cc1a-4439-a61b-5f3af947c103" providerId="ADAL" clId="{01307403-5CF4-4E15-A7FF-2346C6611F8C}" dt="2024-02-02T08:41:59.045" v="121" actId="1076"/>
        <pc:sldMkLst>
          <pc:docMk/>
          <pc:sldMk cId="3517283377" sldId="356"/>
        </pc:sldMkLst>
      </pc:sldChg>
      <pc:sldChg chg="modSp mod">
        <pc:chgData name="Yim Pan Chui, Dr. (CSD)" userId="06f431c5-cc1a-4439-a61b-5f3af947c103" providerId="ADAL" clId="{01307403-5CF4-4E15-A7FF-2346C6611F8C}" dt="2024-02-02T08:51:31.628" v="163" actId="13926"/>
        <pc:sldMkLst>
          <pc:docMk/>
          <pc:sldMk cId="3464330936" sldId="358"/>
        </pc:sldMkLst>
      </pc:sldChg>
      <pc:sldChg chg="modSp mod">
        <pc:chgData name="Yim Pan Chui, Dr. (CSD)" userId="06f431c5-cc1a-4439-a61b-5f3af947c103" providerId="ADAL" clId="{01307403-5CF4-4E15-A7FF-2346C6611F8C}" dt="2024-02-02T08:51:26.762" v="162" actId="13926"/>
        <pc:sldMkLst>
          <pc:docMk/>
          <pc:sldMk cId="3565846311" sldId="359"/>
        </pc:sldMkLst>
      </pc:sldChg>
      <pc:sldChg chg="modSp mod">
        <pc:chgData name="Yim Pan Chui, Dr. (CSD)" userId="06f431c5-cc1a-4439-a61b-5f3af947c103" providerId="ADAL" clId="{01307403-5CF4-4E15-A7FF-2346C6611F8C}" dt="2024-02-02T08:50:23.605" v="161" actId="13926"/>
        <pc:sldMkLst>
          <pc:docMk/>
          <pc:sldMk cId="3260857522" sldId="361"/>
        </pc:sldMkLst>
      </pc:sldChg>
    </pc:docChg>
  </pc:docChgLst>
  <pc:docChgLst>
    <pc:chgData name="William Hui (IEG)" userId="S::kyhui@cuhk.edu.hk::07728535-8fdc-4325-b24f-20cc4d58a3a3" providerId="AD" clId="Web-{C1019F70-130F-5591-7503-910E34F71E8C}"/>
    <pc:docChg chg="modSld">
      <pc:chgData name="William Hui (IEG)" userId="S::kyhui@cuhk.edu.hk::07728535-8fdc-4325-b24f-20cc4d58a3a3" providerId="AD" clId="Web-{C1019F70-130F-5591-7503-910E34F71E8C}" dt="2019-09-23T02:05:54.471" v="7" actId="20577"/>
      <pc:docMkLst>
        <pc:docMk/>
      </pc:docMkLst>
      <pc:sldChg chg="modSp">
        <pc:chgData name="William Hui (IEG)" userId="S::kyhui@cuhk.edu.hk::07728535-8fdc-4325-b24f-20cc4d58a3a3" providerId="AD" clId="Web-{C1019F70-130F-5591-7503-910E34F71E8C}" dt="2019-09-23T02:05:45.002" v="2" actId="20577"/>
        <pc:sldMkLst>
          <pc:docMk/>
          <pc:sldMk cId="3542512084" sldId="351"/>
        </pc:sldMkLst>
      </pc:sldChg>
      <pc:sldChg chg="modSp">
        <pc:chgData name="William Hui (IEG)" userId="S::kyhui@cuhk.edu.hk::07728535-8fdc-4325-b24f-20cc4d58a3a3" providerId="AD" clId="Web-{C1019F70-130F-5591-7503-910E34F71E8C}" dt="2019-09-23T02:05:54.471" v="6" actId="20577"/>
        <pc:sldMkLst>
          <pc:docMk/>
          <pc:sldMk cId="3058054832" sldId="352"/>
        </pc:sldMkLst>
      </pc:sldChg>
    </pc:docChg>
  </pc:docChgLst>
  <pc:docChgLst>
    <pc:chgData name="Michael PF Fung (CSD)" userId="f1fbcc7d-b65c-4009-a6fb-0bd17f4bf7ea" providerId="ADAL" clId="{6E02903E-904B-BC4E-BE97-CB21F036C551}"/>
    <pc:docChg chg="custSel modSld">
      <pc:chgData name="Michael PF Fung (CSD)" userId="f1fbcc7d-b65c-4009-a6fb-0bd17f4bf7ea" providerId="ADAL" clId="{6E02903E-904B-BC4E-BE97-CB21F036C551}" dt="2023-09-30T03:58:28.182" v="326" actId="20577"/>
      <pc:docMkLst>
        <pc:docMk/>
      </pc:docMkLst>
      <pc:sldChg chg="modSp mod">
        <pc:chgData name="Michael PF Fung (CSD)" userId="f1fbcc7d-b65c-4009-a6fb-0bd17f4bf7ea" providerId="ADAL" clId="{6E02903E-904B-BC4E-BE97-CB21F036C551}" dt="2023-09-30T03:58:28.182" v="326" actId="20577"/>
        <pc:sldMkLst>
          <pc:docMk/>
          <pc:sldMk cId="3058054832" sldId="352"/>
        </pc:sldMkLst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 sldOrd">
      <pc:chgData name="William Hui (IEG)" userId="S::kyhui@cuhk.edu.hk::07728535-8fdc-4325-b24f-20cc4d58a3a3" providerId="AD" clId="Web-{783E9276-7FBB-642D-8921-EAC91788C987}" dt="2019-08-24T13:20:27.567" v="1976" actId="20577"/>
      <pc:docMkLst>
        <pc:docMk/>
      </pc:docMkLst>
      <pc:sldChg chg="modSp">
        <pc:chgData name="William Hui (IEG)" userId="S::kyhui@cuhk.edu.hk::07728535-8fdc-4325-b24f-20cc4d58a3a3" providerId="AD" clId="Web-{783E9276-7FBB-642D-8921-EAC91788C987}" dt="2019-08-24T11:29:31.447" v="155" actId="20577"/>
        <pc:sldMkLst>
          <pc:docMk/>
          <pc:sldMk cId="2389990707" sldId="268"/>
        </pc:sldMkLst>
      </pc:sldChg>
      <pc:sldChg chg="ord">
        <pc:chgData name="William Hui (IEG)" userId="S::kyhui@cuhk.edu.hk::07728535-8fdc-4325-b24f-20cc4d58a3a3" providerId="AD" clId="Web-{783E9276-7FBB-642D-8921-EAC91788C987}" dt="2019-08-24T12:46:52.648" v="711"/>
        <pc:sldMkLst>
          <pc:docMk/>
          <pc:sldMk cId="521825324" sldId="298"/>
        </pc:sldMkLst>
      </pc:sldChg>
      <pc:sldChg chg="modSp">
        <pc:chgData name="William Hui (IEG)" userId="S::kyhui@cuhk.edu.hk::07728535-8fdc-4325-b24f-20cc4d58a3a3" providerId="AD" clId="Web-{783E9276-7FBB-642D-8921-EAC91788C987}" dt="2019-08-24T13:14:24.675" v="1726" actId="20577"/>
        <pc:sldMkLst>
          <pc:docMk/>
          <pc:sldMk cId="1870489681" sldId="299"/>
        </pc:sldMkLst>
      </pc:sldChg>
      <pc:sldChg chg="modSp">
        <pc:chgData name="William Hui (IEG)" userId="S::kyhui@cuhk.edu.hk::07728535-8fdc-4325-b24f-20cc4d58a3a3" providerId="AD" clId="Web-{783E9276-7FBB-642D-8921-EAC91788C987}" dt="2019-08-24T13:16:14.634" v="1743" actId="20577"/>
        <pc:sldMkLst>
          <pc:docMk/>
          <pc:sldMk cId="411688544" sldId="300"/>
        </pc:sldMkLst>
      </pc:sldChg>
      <pc:sldChg chg="modSp">
        <pc:chgData name="William Hui (IEG)" userId="S::kyhui@cuhk.edu.hk::07728535-8fdc-4325-b24f-20cc4d58a3a3" providerId="AD" clId="Web-{783E9276-7FBB-642D-8921-EAC91788C987}" dt="2019-08-24T13:16:09.821" v="1740" actId="20577"/>
        <pc:sldMkLst>
          <pc:docMk/>
          <pc:sldMk cId="3317880975" sldId="302"/>
        </pc:sldMkLst>
      </pc:sldChg>
      <pc:sldChg chg="modSp">
        <pc:chgData name="William Hui (IEG)" userId="S::kyhui@cuhk.edu.hk::07728535-8fdc-4325-b24f-20cc4d58a3a3" providerId="AD" clId="Web-{783E9276-7FBB-642D-8921-EAC91788C987}" dt="2019-08-24T13:16:22.853" v="1744" actId="20577"/>
        <pc:sldMkLst>
          <pc:docMk/>
          <pc:sldMk cId="3002568572" sldId="303"/>
        </pc:sldMkLst>
      </pc:sldChg>
      <pc:sldChg chg="modSp">
        <pc:chgData name="William Hui (IEG)" userId="S::kyhui@cuhk.edu.hk::07728535-8fdc-4325-b24f-20cc4d58a3a3" providerId="AD" clId="Web-{783E9276-7FBB-642D-8921-EAC91788C987}" dt="2019-08-24T13:14:48.473" v="1735" actId="20577"/>
        <pc:sldMkLst>
          <pc:docMk/>
          <pc:sldMk cId="968428340" sldId="304"/>
        </pc:sldMkLst>
      </pc:sldChg>
      <pc:sldChg chg="modSp">
        <pc:chgData name="William Hui (IEG)" userId="S::kyhui@cuhk.edu.hk::07728535-8fdc-4325-b24f-20cc4d58a3a3" providerId="AD" clId="Web-{783E9276-7FBB-642D-8921-EAC91788C987}" dt="2019-08-24T13:14:53.458" v="1738" actId="20577"/>
        <pc:sldMkLst>
          <pc:docMk/>
          <pc:sldMk cId="1853803826" sldId="305"/>
        </pc:sldMkLst>
      </pc:sldChg>
      <pc:sldChg chg="modSp">
        <pc:chgData name="William Hui (IEG)" userId="S::kyhui@cuhk.edu.hk::07728535-8fdc-4325-b24f-20cc4d58a3a3" providerId="AD" clId="Web-{783E9276-7FBB-642D-8921-EAC91788C987}" dt="2019-08-24T13:14:58.661" v="1739" actId="20577"/>
        <pc:sldMkLst>
          <pc:docMk/>
          <pc:sldMk cId="2123121090" sldId="306"/>
        </pc:sldMkLst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</pc:sldChg>
      <pc:sldChg chg="addSp delSp modSp add delAnim">
        <pc:chgData name="William Hui (IEG)" userId="S::kyhui@cuhk.edu.hk::07728535-8fdc-4325-b24f-20cc4d58a3a3" providerId="AD" clId="Web-{783E9276-7FBB-642D-8921-EAC91788C987}" dt="2019-08-24T12:41:57.510" v="496" actId="20577"/>
        <pc:sldMkLst>
          <pc:docMk/>
          <pc:sldMk cId="2986658161" sldId="338"/>
        </pc:sldMkLst>
      </pc:sldChg>
      <pc:sldChg chg="delSp modSp add ord replId">
        <pc:chgData name="William Hui (IEG)" userId="S::kyhui@cuhk.edu.hk::07728535-8fdc-4325-b24f-20cc4d58a3a3" providerId="AD" clId="Web-{783E9276-7FBB-642D-8921-EAC91788C987}" dt="2019-08-24T13:18:47.453" v="1857" actId="20577"/>
        <pc:sldMkLst>
          <pc:docMk/>
          <pc:sldMk cId="3310407791" sldId="339"/>
        </pc:sldMkLst>
      </pc:sldChg>
      <pc:sldChg chg="delSp modSp add replId">
        <pc:chgData name="William Hui (IEG)" userId="S::kyhui@cuhk.edu.hk::07728535-8fdc-4325-b24f-20cc4d58a3a3" providerId="AD" clId="Web-{783E9276-7FBB-642D-8921-EAC91788C987}" dt="2019-08-24T13:18:52.875" v="1861" actId="20577"/>
        <pc:sldMkLst>
          <pc:docMk/>
          <pc:sldMk cId="1864794358" sldId="340"/>
        </pc:sldMkLst>
      </pc:sldChg>
      <pc:sldChg chg="modSp add replId">
        <pc:chgData name="William Hui (IEG)" userId="S::kyhui@cuhk.edu.hk::07728535-8fdc-4325-b24f-20cc4d58a3a3" providerId="AD" clId="Web-{783E9276-7FBB-642D-8921-EAC91788C987}" dt="2019-08-24T13:18:58.266" v="1863" actId="20577"/>
        <pc:sldMkLst>
          <pc:docMk/>
          <pc:sldMk cId="2531711953" sldId="341"/>
        </pc:sldMkLst>
      </pc:sldChg>
      <pc:sldChg chg="modSp add replId">
        <pc:chgData name="William Hui (IEG)" userId="S::kyhui@cuhk.edu.hk::07728535-8fdc-4325-b24f-20cc4d58a3a3" providerId="AD" clId="Web-{783E9276-7FBB-642D-8921-EAC91788C987}" dt="2019-08-24T13:19:03.454" v="1866" actId="20577"/>
        <pc:sldMkLst>
          <pc:docMk/>
          <pc:sldMk cId="2069753761" sldId="342"/>
        </pc:sldMkLst>
      </pc:sldChg>
      <pc:sldChg chg="modSp add replId">
        <pc:chgData name="William Hui (IEG)" userId="S::kyhui@cuhk.edu.hk::07728535-8fdc-4325-b24f-20cc4d58a3a3" providerId="AD" clId="Web-{783E9276-7FBB-642D-8921-EAC91788C987}" dt="2019-08-24T13:19:08.111" v="1869" actId="20577"/>
        <pc:sldMkLst>
          <pc:docMk/>
          <pc:sldMk cId="3613418614" sldId="346"/>
        </pc:sldMkLst>
      </pc:sldChg>
      <pc:sldChg chg="modSp new ord">
        <pc:chgData name="William Hui (IEG)" userId="S::kyhui@cuhk.edu.hk::07728535-8fdc-4325-b24f-20cc4d58a3a3" providerId="AD" clId="Web-{783E9276-7FBB-642D-8921-EAC91788C987}" dt="2019-08-24T13:20:26.739" v="1974" actId="20577"/>
        <pc:sldMkLst>
          <pc:docMk/>
          <pc:sldMk cId="537847125" sldId="347"/>
        </pc:sldMkLst>
      </pc:sldChg>
      <pc:sldMasterChg chg="addSldLayout">
        <pc:chgData name="William Hui (IEG)" userId="S::kyhui@cuhk.edu.hk::07728535-8fdc-4325-b24f-20cc4d58a3a3" providerId="AD" clId="Web-{783E9276-7FBB-642D-8921-EAC91788C987}" dt="2019-08-24T12:37:25.683" v="350"/>
        <pc:sldMasterMkLst>
          <pc:docMk/>
          <pc:sldMasterMk cId="0" sldId="2147483648"/>
        </pc:sldMasterMkLst>
        <pc:sldLayoutChg chg="add">
          <pc:chgData name="William Hui (IEG)" userId="S::kyhui@cuhk.edu.hk::07728535-8fdc-4325-b24f-20cc4d58a3a3" providerId="AD" clId="Web-{783E9276-7FBB-642D-8921-EAC91788C987}" dt="2019-08-24T12:37:25.683" v="350"/>
          <pc:sldLayoutMkLst>
            <pc:docMk/>
            <pc:sldMasterMk cId="0" sldId="2147483648"/>
            <pc:sldLayoutMk cId="2525190407" sldId="2147483652"/>
          </pc:sldLayoutMkLst>
        </pc:sldLayoutChg>
      </pc:sldMasterChg>
    </pc:docChg>
  </pc:docChgLst>
  <pc:docChgLst>
    <pc:chgData name="Chuck jee Chau (CSD)" userId="7aa7a09e-983f-4214-9e5a-071cbb678e81" providerId="ADAL" clId="{981E6B02-8AA1-584D-974C-9DBB611A7022}"/>
    <pc:docChg chg="undo redo custSel addSld modSld">
      <pc:chgData name="Chuck jee Chau (CSD)" userId="7aa7a09e-983f-4214-9e5a-071cbb678e81" providerId="ADAL" clId="{981E6B02-8AA1-584D-974C-9DBB611A7022}" dt="2019-09-28T13:57:49.520" v="1078" actId="1592"/>
      <pc:docMkLst>
        <pc:docMk/>
      </pc:docMkLst>
      <pc:sldChg chg="modSp">
        <pc:chgData name="Chuck jee Chau (CSD)" userId="7aa7a09e-983f-4214-9e5a-071cbb678e81" providerId="ADAL" clId="{981E6B02-8AA1-584D-974C-9DBB611A7022}" dt="2019-09-25T02:18:04.198" v="199" actId="20577"/>
        <pc:sldMkLst>
          <pc:docMk/>
          <pc:sldMk cId="2389990707" sldId="268"/>
        </pc:sldMkLst>
      </pc:sldChg>
      <pc:sldChg chg="modSp">
        <pc:chgData name="Chuck jee Chau (CSD)" userId="7aa7a09e-983f-4214-9e5a-071cbb678e81" providerId="ADAL" clId="{981E6B02-8AA1-584D-974C-9DBB611A7022}" dt="2019-09-25T02:20:41.047" v="222" actId="1076"/>
        <pc:sldMkLst>
          <pc:docMk/>
          <pc:sldMk cId="360582746" sldId="286"/>
        </pc:sldMkLst>
      </pc:sldChg>
      <pc:sldChg chg="modSp">
        <pc:chgData name="Chuck jee Chau (CSD)" userId="7aa7a09e-983f-4214-9e5a-071cbb678e81" providerId="ADAL" clId="{981E6B02-8AA1-584D-974C-9DBB611A7022}" dt="2019-09-25T02:21:25.284" v="223" actId="404"/>
        <pc:sldMkLst>
          <pc:docMk/>
          <pc:sldMk cId="1228135940" sldId="296"/>
        </pc:sldMkLst>
      </pc:sldChg>
      <pc:sldChg chg="modSp">
        <pc:chgData name="Chuck jee Chau (CSD)" userId="7aa7a09e-983f-4214-9e5a-071cbb678e81" providerId="ADAL" clId="{981E6B02-8AA1-584D-974C-9DBB611A7022}" dt="2019-09-25T02:24:44.998" v="247" actId="1076"/>
        <pc:sldMkLst>
          <pc:docMk/>
          <pc:sldMk cId="521825324" sldId="298"/>
        </pc:sldMkLst>
      </pc:sldChg>
      <pc:sldChg chg="modSp">
        <pc:chgData name="Chuck jee Chau (CSD)" userId="7aa7a09e-983f-4214-9e5a-071cbb678e81" providerId="ADAL" clId="{981E6B02-8AA1-584D-974C-9DBB611A7022}" dt="2019-09-25T03:01:39.550" v="947" actId="20577"/>
        <pc:sldMkLst>
          <pc:docMk/>
          <pc:sldMk cId="1870489681" sldId="299"/>
        </pc:sldMkLst>
      </pc:sldChg>
      <pc:sldChg chg="modSp modAnim modNotes">
        <pc:chgData name="Chuck jee Chau (CSD)" userId="7aa7a09e-983f-4214-9e5a-071cbb678e81" providerId="ADAL" clId="{981E6B02-8AA1-584D-974C-9DBB611A7022}" dt="2019-09-25T03:06:11.654" v="1036" actId="20577"/>
        <pc:sldMkLst>
          <pc:docMk/>
          <pc:sldMk cId="968428340" sldId="304"/>
        </pc:sldMkLst>
      </pc:sldChg>
      <pc:sldChg chg="modSp">
        <pc:chgData name="Chuck jee Chau (CSD)" userId="7aa7a09e-983f-4214-9e5a-071cbb678e81" providerId="ADAL" clId="{981E6B02-8AA1-584D-974C-9DBB611A7022}" dt="2019-09-25T03:06:34.234" v="1040" actId="20577"/>
        <pc:sldMkLst>
          <pc:docMk/>
          <pc:sldMk cId="1853803826" sldId="305"/>
        </pc:sldMkLst>
      </pc:sldChg>
      <pc:sldChg chg="modSp">
        <pc:chgData name="Chuck jee Chau (CSD)" userId="7aa7a09e-983f-4214-9e5a-071cbb678e81" providerId="ADAL" clId="{981E6B02-8AA1-584D-974C-9DBB611A7022}" dt="2019-09-25T02:15:03.219" v="0" actId="122"/>
        <pc:sldMkLst>
          <pc:docMk/>
          <pc:sldMk cId="1971017547" sldId="334"/>
        </pc:sldMkLst>
      </pc:sldChg>
      <pc:sldChg chg="delCm">
        <pc:chgData name="Chuck jee Chau (CSD)" userId="7aa7a09e-983f-4214-9e5a-071cbb678e81" providerId="ADAL" clId="{981E6B02-8AA1-584D-974C-9DBB611A7022}" dt="2019-09-28T13:57:49.498" v="1058" actId="1592"/>
        <pc:sldMkLst>
          <pc:docMk/>
          <pc:sldMk cId="2986658161" sldId="338"/>
        </pc:sldMkLst>
      </pc:sldChg>
      <pc:sldChg chg="modSp">
        <pc:chgData name="Chuck jee Chau (CSD)" userId="7aa7a09e-983f-4214-9e5a-071cbb678e81" providerId="ADAL" clId="{981E6B02-8AA1-584D-974C-9DBB611A7022}" dt="2019-09-25T02:37:03.125" v="465" actId="404"/>
        <pc:sldMkLst>
          <pc:docMk/>
          <pc:sldMk cId="3310407791" sldId="339"/>
        </pc:sldMkLst>
      </pc:sldChg>
      <pc:sldChg chg="modSp">
        <pc:chgData name="Chuck jee Chau (CSD)" userId="7aa7a09e-983f-4214-9e5a-071cbb678e81" providerId="ADAL" clId="{981E6B02-8AA1-584D-974C-9DBB611A7022}" dt="2019-09-25T02:37:05.713" v="466" actId="404"/>
        <pc:sldMkLst>
          <pc:docMk/>
          <pc:sldMk cId="1864794358" sldId="340"/>
        </pc:sldMkLst>
      </pc:sldChg>
      <pc:sldChg chg="modSp">
        <pc:chgData name="Chuck jee Chau (CSD)" userId="7aa7a09e-983f-4214-9e5a-071cbb678e81" providerId="ADAL" clId="{981E6B02-8AA1-584D-974C-9DBB611A7022}" dt="2019-09-25T02:37:09.238" v="467" actId="404"/>
        <pc:sldMkLst>
          <pc:docMk/>
          <pc:sldMk cId="2531711953" sldId="341"/>
        </pc:sldMkLst>
      </pc:sldChg>
      <pc:sldChg chg="modSp delCm">
        <pc:chgData name="Chuck jee Chau (CSD)" userId="7aa7a09e-983f-4214-9e5a-071cbb678e81" providerId="ADAL" clId="{981E6B02-8AA1-584D-974C-9DBB611A7022}" dt="2019-09-28T13:57:49.502" v="1060" actId="1592"/>
        <pc:sldMkLst>
          <pc:docMk/>
          <pc:sldMk cId="2069753761" sldId="342"/>
        </pc:sldMkLst>
      </pc:sldChg>
      <pc:sldChg chg="modSp delCm">
        <pc:chgData name="Chuck jee Chau (CSD)" userId="7aa7a09e-983f-4214-9e5a-071cbb678e81" providerId="ADAL" clId="{981E6B02-8AA1-584D-974C-9DBB611A7022}" dt="2019-09-28T13:57:49.505" v="1062" actId="1592"/>
        <pc:sldMkLst>
          <pc:docMk/>
          <pc:sldMk cId="3613418614" sldId="346"/>
        </pc:sldMkLst>
      </pc:sldChg>
      <pc:sldChg chg="modSp delCm">
        <pc:chgData name="Chuck jee Chau (CSD)" userId="7aa7a09e-983f-4214-9e5a-071cbb678e81" providerId="ADAL" clId="{981E6B02-8AA1-584D-974C-9DBB611A7022}" dt="2019-09-28T13:57:49.507" v="1063" actId="1592"/>
        <pc:sldMkLst>
          <pc:docMk/>
          <pc:sldMk cId="537847125" sldId="347"/>
        </pc:sldMkLst>
      </pc:sldChg>
      <pc:sldChg chg="modSp">
        <pc:chgData name="Chuck jee Chau (CSD)" userId="7aa7a09e-983f-4214-9e5a-071cbb678e81" providerId="ADAL" clId="{981E6B02-8AA1-584D-974C-9DBB611A7022}" dt="2019-09-25T03:00:21.554" v="931" actId="20577"/>
        <pc:sldMkLst>
          <pc:docMk/>
          <pc:sldMk cId="1741792711" sldId="348"/>
        </pc:sldMkLst>
      </pc:sldChg>
      <pc:sldChg chg="modSp addCm delCm modCm">
        <pc:chgData name="Chuck jee Chau (CSD)" userId="7aa7a09e-983f-4214-9e5a-071cbb678e81" providerId="ADAL" clId="{981E6B02-8AA1-584D-974C-9DBB611A7022}" dt="2019-09-28T13:57:49.508" v="1064" actId="1592"/>
        <pc:sldMkLst>
          <pc:docMk/>
          <pc:sldMk cId="2665989882" sldId="349"/>
        </pc:sldMkLst>
      </pc:sldChg>
      <pc:sldChg chg="modSp delCm">
        <pc:chgData name="Chuck jee Chau (CSD)" userId="7aa7a09e-983f-4214-9e5a-071cbb678e81" providerId="ADAL" clId="{981E6B02-8AA1-584D-974C-9DBB611A7022}" dt="2019-09-28T13:57:49.510" v="1066" actId="1592"/>
        <pc:sldMkLst>
          <pc:docMk/>
          <pc:sldMk cId="311679337" sldId="350"/>
        </pc:sldMkLst>
      </pc:sldChg>
      <pc:sldChg chg="modSp addCm delCm modCm">
        <pc:chgData name="Chuck jee Chau (CSD)" userId="7aa7a09e-983f-4214-9e5a-071cbb678e81" providerId="ADAL" clId="{981E6B02-8AA1-584D-974C-9DBB611A7022}" dt="2019-09-28T13:57:49.511" v="1067" actId="1592"/>
        <pc:sldMkLst>
          <pc:docMk/>
          <pc:sldMk cId="3542512084" sldId="351"/>
        </pc:sldMkLst>
      </pc:sldChg>
      <pc:sldChg chg="modSp">
        <pc:chgData name="Chuck jee Chau (CSD)" userId="7aa7a09e-983f-4214-9e5a-071cbb678e81" providerId="ADAL" clId="{981E6B02-8AA1-584D-974C-9DBB611A7022}" dt="2019-09-25T02:44:12.487" v="653" actId="115"/>
        <pc:sldMkLst>
          <pc:docMk/>
          <pc:sldMk cId="3058054832" sldId="352"/>
        </pc:sldMkLst>
      </pc:sldChg>
      <pc:sldChg chg="addSp modSp modAnim addCm delCm modCm">
        <pc:chgData name="Chuck jee Chau (CSD)" userId="7aa7a09e-983f-4214-9e5a-071cbb678e81" providerId="ADAL" clId="{981E6B02-8AA1-584D-974C-9DBB611A7022}" dt="2019-09-28T13:57:49.515" v="1072" actId="1592"/>
        <pc:sldMkLst>
          <pc:docMk/>
          <pc:sldMk cId="2598150674" sldId="353"/>
        </pc:sldMkLst>
      </pc:sldChg>
      <pc:sldChg chg="modSp addCm delCm modCm">
        <pc:chgData name="Chuck jee Chau (CSD)" userId="7aa7a09e-983f-4214-9e5a-071cbb678e81" providerId="ADAL" clId="{981E6B02-8AA1-584D-974C-9DBB611A7022}" dt="2019-09-28T13:57:49.519" v="1077" actId="1592"/>
        <pc:sldMkLst>
          <pc:docMk/>
          <pc:sldMk cId="3360042840" sldId="354"/>
        </pc:sldMkLst>
      </pc:sldChg>
      <pc:sldChg chg="modSp">
        <pc:chgData name="Chuck jee Chau (CSD)" userId="7aa7a09e-983f-4214-9e5a-071cbb678e81" providerId="ADAL" clId="{981E6B02-8AA1-584D-974C-9DBB611A7022}" dt="2019-09-25T03:00:47.545" v="945" actId="20577"/>
        <pc:sldMkLst>
          <pc:docMk/>
          <pc:sldMk cId="3241123535" sldId="355"/>
        </pc:sldMkLst>
      </pc:sldChg>
      <pc:sldChg chg="modSp">
        <pc:chgData name="Chuck jee Chau (CSD)" userId="7aa7a09e-983f-4214-9e5a-071cbb678e81" providerId="ADAL" clId="{981E6B02-8AA1-584D-974C-9DBB611A7022}" dt="2019-09-25T02:54:54.242" v="838" actId="113"/>
        <pc:sldMkLst>
          <pc:docMk/>
          <pc:sldMk cId="89801017" sldId="357"/>
        </pc:sldMkLst>
      </pc:sldChg>
      <pc:sldChg chg="modSp">
        <pc:chgData name="Chuck jee Chau (CSD)" userId="7aa7a09e-983f-4214-9e5a-071cbb678e81" providerId="ADAL" clId="{981E6B02-8AA1-584D-974C-9DBB611A7022}" dt="2019-09-25T02:55:25.899" v="842" actId="20577"/>
        <pc:sldMkLst>
          <pc:docMk/>
          <pc:sldMk cId="3464330936" sldId="358"/>
        </pc:sldMkLst>
      </pc:sldChg>
      <pc:sldChg chg="modSp">
        <pc:chgData name="Chuck jee Chau (CSD)" userId="7aa7a09e-983f-4214-9e5a-071cbb678e81" providerId="ADAL" clId="{981E6B02-8AA1-584D-974C-9DBB611A7022}" dt="2019-09-25T02:55:53.025" v="847" actId="207"/>
        <pc:sldMkLst>
          <pc:docMk/>
          <pc:sldMk cId="3565846311" sldId="359"/>
        </pc:sldMkLst>
      </pc:sldChg>
      <pc:sldChg chg="modSp addCm delCm modCm">
        <pc:chgData name="Chuck jee Chau (CSD)" userId="7aa7a09e-983f-4214-9e5a-071cbb678e81" providerId="ADAL" clId="{981E6B02-8AA1-584D-974C-9DBB611A7022}" dt="2019-09-28T13:57:49.513" v="1070" actId="1592"/>
        <pc:sldMkLst>
          <pc:docMk/>
          <pc:sldMk cId="618452833" sldId="360"/>
        </pc:sldMkLst>
      </pc:sldChg>
      <pc:sldChg chg="modSp">
        <pc:chgData name="Chuck jee Chau (CSD)" userId="7aa7a09e-983f-4214-9e5a-071cbb678e81" providerId="ADAL" clId="{981E6B02-8AA1-584D-974C-9DBB611A7022}" dt="2019-09-25T02:56:12.897" v="851" actId="20577"/>
        <pc:sldMkLst>
          <pc:docMk/>
          <pc:sldMk cId="3260857522" sldId="361"/>
        </pc:sldMkLst>
      </pc:sldChg>
      <pc:sldChg chg="modSp">
        <pc:chgData name="Chuck jee Chau (CSD)" userId="7aa7a09e-983f-4214-9e5a-071cbb678e81" providerId="ADAL" clId="{981E6B02-8AA1-584D-974C-9DBB611A7022}" dt="2019-09-25T02:46:10.433" v="697" actId="20577"/>
        <pc:sldMkLst>
          <pc:docMk/>
          <pc:sldMk cId="2504963127" sldId="362"/>
        </pc:sldMkLst>
      </pc:sldChg>
      <pc:sldChg chg="modSp">
        <pc:chgData name="Chuck jee Chau (CSD)" userId="7aa7a09e-983f-4214-9e5a-071cbb678e81" providerId="ADAL" clId="{981E6B02-8AA1-584D-974C-9DBB611A7022}" dt="2019-09-25T02:46:13.539" v="698" actId="20577"/>
        <pc:sldMkLst>
          <pc:docMk/>
          <pc:sldMk cId="692021081" sldId="363"/>
        </pc:sldMkLst>
      </pc:sldChg>
      <pc:sldChg chg="modSp">
        <pc:chgData name="Chuck jee Chau (CSD)" userId="7aa7a09e-983f-4214-9e5a-071cbb678e81" providerId="ADAL" clId="{981E6B02-8AA1-584D-974C-9DBB611A7022}" dt="2019-09-25T02:57:15.406" v="874" actId="20577"/>
        <pc:sldMkLst>
          <pc:docMk/>
          <pc:sldMk cId="3945441049" sldId="365"/>
        </pc:sldMkLst>
      </pc:sldChg>
      <pc:sldChg chg="modSp delCm">
        <pc:chgData name="Chuck jee Chau (CSD)" userId="7aa7a09e-983f-4214-9e5a-071cbb678e81" providerId="ADAL" clId="{981E6B02-8AA1-584D-974C-9DBB611A7022}" dt="2019-09-28T13:57:49.516" v="1073" actId="1592"/>
        <pc:sldMkLst>
          <pc:docMk/>
          <pc:sldMk cId="4237953005" sldId="366"/>
        </pc:sldMkLst>
      </pc:sldChg>
      <pc:sldChg chg="modSp addCm delCm modCm">
        <pc:chgData name="Chuck jee Chau (CSD)" userId="7aa7a09e-983f-4214-9e5a-071cbb678e81" providerId="ADAL" clId="{981E6B02-8AA1-584D-974C-9DBB611A7022}" dt="2019-09-28T13:57:49.517" v="1074" actId="1592"/>
        <pc:sldMkLst>
          <pc:docMk/>
          <pc:sldMk cId="1642688416" sldId="367"/>
        </pc:sldMkLst>
      </pc:sldChg>
      <pc:sldChg chg="modSp delCm">
        <pc:chgData name="Chuck jee Chau (CSD)" userId="7aa7a09e-983f-4214-9e5a-071cbb678e81" providerId="ADAL" clId="{981E6B02-8AA1-584D-974C-9DBB611A7022}" dt="2019-09-28T13:57:49.518" v="1075" actId="1592"/>
        <pc:sldMkLst>
          <pc:docMk/>
          <pc:sldMk cId="1926677519" sldId="368"/>
        </pc:sldMkLst>
      </pc:sldChg>
      <pc:sldChg chg="modSp delCm">
        <pc:chgData name="Chuck jee Chau (CSD)" userId="7aa7a09e-983f-4214-9e5a-071cbb678e81" providerId="ADAL" clId="{981E6B02-8AA1-584D-974C-9DBB611A7022}" dt="2019-09-28T13:57:49.518" v="1076" actId="1592"/>
        <pc:sldMkLst>
          <pc:docMk/>
          <pc:sldMk cId="4080931472" sldId="369"/>
        </pc:sldMkLst>
      </pc:sldChg>
      <pc:sldChg chg="modSp add delCm">
        <pc:chgData name="Chuck jee Chau (CSD)" userId="7aa7a09e-983f-4214-9e5a-071cbb678e81" providerId="ADAL" clId="{981E6B02-8AA1-584D-974C-9DBB611A7022}" dt="2019-09-28T13:57:49.495" v="1057" actId="1592"/>
        <pc:sldMkLst>
          <pc:docMk/>
          <pc:sldMk cId="2059671556" sldId="370"/>
        </pc:sldMkLst>
      </pc:sldChg>
      <pc:sldChg chg="modSp add delCm">
        <pc:chgData name="Chuck jee Chau (CSD)" userId="7aa7a09e-983f-4214-9e5a-071cbb678e81" providerId="ADAL" clId="{981E6B02-8AA1-584D-974C-9DBB611A7022}" dt="2019-09-28T13:57:49.520" v="1078" actId="1592"/>
        <pc:sldMkLst>
          <pc:docMk/>
          <pc:sldMk cId="2042084345" sldId="371"/>
        </pc:sldMkLst>
      </pc:sldChg>
      <pc:sldChg chg="modSp add">
        <pc:chgData name="Chuck jee Chau (CSD)" userId="7aa7a09e-983f-4214-9e5a-071cbb678e81" providerId="ADAL" clId="{981E6B02-8AA1-584D-974C-9DBB611A7022}" dt="2019-09-25T03:06:57.278" v="1053" actId="20577"/>
        <pc:sldMkLst>
          <pc:docMk/>
          <pc:sldMk cId="2516713316" sldId="372"/>
        </pc:sldMkLst>
      </pc:sldChg>
    </pc:docChg>
  </pc:docChgLst>
  <pc:docChgLst>
    <pc:chgData name="Chuck jee Chau (CSD)" userId="7aa7a09e-983f-4214-9e5a-071cbb678e81" providerId="ADAL" clId="{C9E8495E-5E4E-D946-B9E0-092553AEAB9F}"/>
    <pc:docChg chg="custSel modSld">
      <pc:chgData name="Chuck jee Chau (CSD)" userId="7aa7a09e-983f-4214-9e5a-071cbb678e81" providerId="ADAL" clId="{C9E8495E-5E4E-D946-B9E0-092553AEAB9F}" dt="2019-09-25T04:54:57.194" v="152"/>
      <pc:docMkLst>
        <pc:docMk/>
      </pc:docMkLst>
      <pc:sldChg chg="modSp addCm modCm">
        <pc:chgData name="Chuck jee Chau (CSD)" userId="7aa7a09e-983f-4214-9e5a-071cbb678e81" providerId="ADAL" clId="{C9E8495E-5E4E-D946-B9E0-092553AEAB9F}" dt="2019-09-25T04:48:49.598" v="4" actId="115"/>
        <pc:sldMkLst>
          <pc:docMk/>
          <pc:sldMk cId="537847125" sldId="347"/>
        </pc:sldMkLst>
      </pc:sldChg>
      <pc:sldChg chg="modSp">
        <pc:chgData name="Chuck jee Chau (CSD)" userId="7aa7a09e-983f-4214-9e5a-071cbb678e81" providerId="ADAL" clId="{C9E8495E-5E4E-D946-B9E0-092553AEAB9F}" dt="2019-09-25T04:51:44.171" v="6" actId="114"/>
        <pc:sldMkLst>
          <pc:docMk/>
          <pc:sldMk cId="1642688416" sldId="367"/>
        </pc:sldMkLst>
      </pc:sldChg>
      <pc:sldChg chg="modSp addCm modCm">
        <pc:chgData name="Chuck jee Chau (CSD)" userId="7aa7a09e-983f-4214-9e5a-071cbb678e81" providerId="ADAL" clId="{C9E8495E-5E4E-D946-B9E0-092553AEAB9F}" dt="2019-09-25T04:54:57.194" v="152"/>
        <pc:sldMkLst>
          <pc:docMk/>
          <pc:sldMk cId="1926677519" sldId="368"/>
        </pc:sldMkLst>
      </pc:sldChg>
    </pc:docChg>
  </pc:docChgLst>
  <pc:docChgLst>
    <pc:chgData name="Yuli Jiang (CSD)" userId="7c291cd4-aa97-4867-8d2d-ebf5c1c3b419" providerId="ADAL" clId="{35A69C3D-414A-42A4-9CEE-ABE42903FB4C}"/>
    <pc:docChg chg="addSld modSld">
      <pc:chgData name="Yuli Jiang (CSD)" userId="7c291cd4-aa97-4867-8d2d-ebf5c1c3b419" providerId="ADAL" clId="{35A69C3D-414A-42A4-9CEE-ABE42903FB4C}" dt="2024-02-05T03:12:10.302" v="24" actId="14100"/>
      <pc:docMkLst>
        <pc:docMk/>
      </pc:docMkLst>
      <pc:sldChg chg="modSp mod">
        <pc:chgData name="Yuli Jiang (CSD)" userId="7c291cd4-aa97-4867-8d2d-ebf5c1c3b419" providerId="ADAL" clId="{35A69C3D-414A-42A4-9CEE-ABE42903FB4C}" dt="2024-02-05T03:12:10.302" v="24" actId="14100"/>
        <pc:sldMkLst>
          <pc:docMk/>
          <pc:sldMk cId="2042084345" sldId="371"/>
        </pc:sldMkLst>
      </pc:sldChg>
      <pc:sldChg chg="modAnim">
        <pc:chgData name="Yuli Jiang (CSD)" userId="7c291cd4-aa97-4867-8d2d-ebf5c1c3b419" providerId="ADAL" clId="{35A69C3D-414A-42A4-9CEE-ABE42903FB4C}" dt="2024-02-05T02:59:47.082" v="0"/>
        <pc:sldMkLst>
          <pc:docMk/>
          <pc:sldMk cId="4177591982" sldId="381"/>
        </pc:sldMkLst>
      </pc:sldChg>
      <pc:sldChg chg="modSp add mod">
        <pc:chgData name="Yuli Jiang (CSD)" userId="7c291cd4-aa97-4867-8d2d-ebf5c1c3b419" providerId="ADAL" clId="{35A69C3D-414A-42A4-9CEE-ABE42903FB4C}" dt="2024-02-05T03:10:27.304" v="20" actId="403"/>
        <pc:sldMkLst>
          <pc:docMk/>
          <pc:sldMk cId="596685943" sldId="391"/>
        </pc:sldMkLst>
      </pc:sldChg>
    </pc:docChg>
  </pc:docChgLst>
  <pc:docChgLst>
    <pc:chgData name="William Hui (IEG)" userId="S::kyhui@cuhk.edu.hk::07728535-8fdc-4325-b24f-20cc4d58a3a3" providerId="AD" clId="Web-{8942DE8B-99C4-7226-6426-72E7FF1C1D32}"/>
    <pc:docChg chg="">
      <pc:chgData name="William Hui (IEG)" userId="S::kyhui@cuhk.edu.hk::07728535-8fdc-4325-b24f-20cc4d58a3a3" providerId="AD" clId="Web-{8942DE8B-99C4-7226-6426-72E7FF1C1D32}" dt="2019-09-27T08:12:39.055" v="0"/>
      <pc:docMkLst>
        <pc:docMk/>
      </pc:docMkLst>
      <pc:sldChg chg="addCm">
        <pc:chgData name="William Hui (IEG)" userId="S::kyhui@cuhk.edu.hk::07728535-8fdc-4325-b24f-20cc4d58a3a3" providerId="AD" clId="Web-{8942DE8B-99C4-7226-6426-72E7FF1C1D32}" dt="2019-09-27T08:12:39.055" v="0"/>
        <pc:sldMkLst>
          <pc:docMk/>
          <pc:sldMk cId="537847125" sldId="347"/>
        </pc:sldMkLst>
      </pc:sldChg>
    </pc:docChg>
  </pc:docChgLst>
  <pc:docChgLst>
    <pc:chgData name="Yuli Jiang (CSD)" userId="7c291cd4-aa97-4867-8d2d-ebf5c1c3b419" providerId="ADAL" clId="{1650E684-451A-4110-8C7C-C742C4205D33}"/>
    <pc:docChg chg="undo redo custSel addSld delSld modSld sldOrd">
      <pc:chgData name="Yuli Jiang (CSD)" userId="7c291cd4-aa97-4867-8d2d-ebf5c1c3b419" providerId="ADAL" clId="{1650E684-451A-4110-8C7C-C742C4205D33}" dt="2024-02-04T17:42:32.607" v="2360" actId="115"/>
      <pc:docMkLst>
        <pc:docMk/>
      </pc:docMkLst>
      <pc:sldChg chg="del mod modShow">
        <pc:chgData name="Yuli Jiang (CSD)" userId="7c291cd4-aa97-4867-8d2d-ebf5c1c3b419" providerId="ADAL" clId="{1650E684-451A-4110-8C7C-C742C4205D33}" dt="2024-02-04T15:53:58.133" v="880" actId="2696"/>
        <pc:sldMkLst>
          <pc:docMk/>
          <pc:sldMk cId="2389990707" sldId="268"/>
        </pc:sldMkLst>
      </pc:sldChg>
      <pc:sldChg chg="ord">
        <pc:chgData name="Yuli Jiang (CSD)" userId="7c291cd4-aa97-4867-8d2d-ebf5c1c3b419" providerId="ADAL" clId="{1650E684-451A-4110-8C7C-C742C4205D33}" dt="2024-02-04T15:29:22.212" v="548"/>
        <pc:sldMkLst>
          <pc:docMk/>
          <pc:sldMk cId="360582746" sldId="286"/>
        </pc:sldMkLst>
      </pc:sldChg>
      <pc:sldChg chg="modSp mod">
        <pc:chgData name="Yuli Jiang (CSD)" userId="7c291cd4-aa97-4867-8d2d-ebf5c1c3b419" providerId="ADAL" clId="{1650E684-451A-4110-8C7C-C742C4205D33}" dt="2024-02-04T16:46:11.314" v="1631" actId="1076"/>
        <pc:sldMkLst>
          <pc:docMk/>
          <pc:sldMk cId="1228135940" sldId="296"/>
        </pc:sldMkLst>
      </pc:sldChg>
      <pc:sldChg chg="del">
        <pc:chgData name="Yuli Jiang (CSD)" userId="7c291cd4-aa97-4867-8d2d-ebf5c1c3b419" providerId="ADAL" clId="{1650E684-451A-4110-8C7C-C742C4205D33}" dt="2024-02-04T16:45:36.182" v="1626" actId="47"/>
        <pc:sldMkLst>
          <pc:docMk/>
          <pc:sldMk cId="1870489681" sldId="299"/>
        </pc:sldMkLst>
      </pc:sldChg>
      <pc:sldChg chg="del">
        <pc:chgData name="Yuli Jiang (CSD)" userId="7c291cd4-aa97-4867-8d2d-ebf5c1c3b419" providerId="ADAL" clId="{1650E684-451A-4110-8C7C-C742C4205D33}" dt="2024-02-04T16:40:45.494" v="1502" actId="47"/>
        <pc:sldMkLst>
          <pc:docMk/>
          <pc:sldMk cId="411688544" sldId="300"/>
        </pc:sldMkLst>
      </pc:sldChg>
      <pc:sldChg chg="del">
        <pc:chgData name="Yuli Jiang (CSD)" userId="7c291cd4-aa97-4867-8d2d-ebf5c1c3b419" providerId="ADAL" clId="{1650E684-451A-4110-8C7C-C742C4205D33}" dt="2024-02-04T16:40:44.869" v="1501" actId="47"/>
        <pc:sldMkLst>
          <pc:docMk/>
          <pc:sldMk cId="3317880975" sldId="302"/>
        </pc:sldMkLst>
      </pc:sldChg>
      <pc:sldChg chg="del">
        <pc:chgData name="Yuli Jiang (CSD)" userId="7c291cd4-aa97-4867-8d2d-ebf5c1c3b419" providerId="ADAL" clId="{1650E684-451A-4110-8C7C-C742C4205D33}" dt="2024-02-04T16:40:46.134" v="1503" actId="47"/>
        <pc:sldMkLst>
          <pc:docMk/>
          <pc:sldMk cId="3002568572" sldId="303"/>
        </pc:sldMkLst>
      </pc:sldChg>
      <pc:sldChg chg="modSp mod ord">
        <pc:chgData name="Yuli Jiang (CSD)" userId="7c291cd4-aa97-4867-8d2d-ebf5c1c3b419" providerId="ADAL" clId="{1650E684-451A-4110-8C7C-C742C4205D33}" dt="2024-02-04T16:41:23.920" v="1508" actId="20577"/>
        <pc:sldMkLst>
          <pc:docMk/>
          <pc:sldMk cId="968428340" sldId="304"/>
        </pc:sldMkLst>
      </pc:sldChg>
      <pc:sldChg chg="addSp modSp mod ord">
        <pc:chgData name="Yuli Jiang (CSD)" userId="7c291cd4-aa97-4867-8d2d-ebf5c1c3b419" providerId="ADAL" clId="{1650E684-451A-4110-8C7C-C742C4205D33}" dt="2024-02-04T16:45:11.730" v="1622" actId="13822"/>
        <pc:sldMkLst>
          <pc:docMk/>
          <pc:sldMk cId="1853803826" sldId="305"/>
        </pc:sldMkLst>
      </pc:sldChg>
      <pc:sldChg chg="addSp delSp modSp mod ord delAnim">
        <pc:chgData name="Yuli Jiang (CSD)" userId="7c291cd4-aa97-4867-8d2d-ebf5c1c3b419" providerId="ADAL" clId="{1650E684-451A-4110-8C7C-C742C4205D33}" dt="2024-02-04T16:45:28.475" v="1625" actId="1076"/>
        <pc:sldMkLst>
          <pc:docMk/>
          <pc:sldMk cId="2123121090" sldId="306"/>
        </pc:sldMkLst>
      </pc:sldChg>
      <pc:sldChg chg="modSp mod">
        <pc:chgData name="Yuli Jiang (CSD)" userId="7c291cd4-aa97-4867-8d2d-ebf5c1c3b419" providerId="ADAL" clId="{1650E684-451A-4110-8C7C-C742C4205D33}" dt="2024-02-04T15:08:45.661" v="282" actId="20577"/>
        <pc:sldMkLst>
          <pc:docMk/>
          <pc:sldMk cId="1971017547" sldId="334"/>
        </pc:sldMkLst>
      </pc:sldChg>
      <pc:sldChg chg="add del mod modShow">
        <pc:chgData name="Yuli Jiang (CSD)" userId="7c291cd4-aa97-4867-8d2d-ebf5c1c3b419" providerId="ADAL" clId="{1650E684-451A-4110-8C7C-C742C4205D33}" dt="2024-02-04T15:53:55.163" v="879" actId="2696"/>
        <pc:sldMkLst>
          <pc:docMk/>
          <pc:sldMk cId="2986658161" sldId="338"/>
        </pc:sldMkLst>
      </pc:sldChg>
      <pc:sldChg chg="del">
        <pc:chgData name="Yuli Jiang (CSD)" userId="7c291cd4-aa97-4867-8d2d-ebf5c1c3b419" providerId="ADAL" clId="{1650E684-451A-4110-8C7C-C742C4205D33}" dt="2024-02-04T15:35:15.571" v="571" actId="2696"/>
        <pc:sldMkLst>
          <pc:docMk/>
          <pc:sldMk cId="3310407791" sldId="339"/>
        </pc:sldMkLst>
      </pc:sldChg>
      <pc:sldChg chg="addSp delSp modSp mod">
        <pc:chgData name="Yuli Jiang (CSD)" userId="7c291cd4-aa97-4867-8d2d-ebf5c1c3b419" providerId="ADAL" clId="{1650E684-451A-4110-8C7C-C742C4205D33}" dt="2024-02-04T15:54:40.969" v="889"/>
        <pc:sldMkLst>
          <pc:docMk/>
          <pc:sldMk cId="1864794358" sldId="340"/>
        </pc:sldMkLst>
      </pc:sldChg>
      <pc:sldChg chg="addSp delSp modSp mod">
        <pc:chgData name="Yuli Jiang (CSD)" userId="7c291cd4-aa97-4867-8d2d-ebf5c1c3b419" providerId="ADAL" clId="{1650E684-451A-4110-8C7C-C742C4205D33}" dt="2024-02-04T15:54:46.159" v="891"/>
        <pc:sldMkLst>
          <pc:docMk/>
          <pc:sldMk cId="2531711953" sldId="341"/>
        </pc:sldMkLst>
      </pc:sldChg>
      <pc:sldChg chg="delSp modSp mod modAnim">
        <pc:chgData name="Yuli Jiang (CSD)" userId="7c291cd4-aa97-4867-8d2d-ebf5c1c3b419" providerId="ADAL" clId="{1650E684-451A-4110-8C7C-C742C4205D33}" dt="2024-02-04T16:54:52.911" v="1786" actId="13926"/>
        <pc:sldMkLst>
          <pc:docMk/>
          <pc:sldMk cId="2069753761" sldId="342"/>
        </pc:sldMkLst>
      </pc:sldChg>
      <pc:sldChg chg="addSp delSp modSp mod">
        <pc:chgData name="Yuli Jiang (CSD)" userId="7c291cd4-aa97-4867-8d2d-ebf5c1c3b419" providerId="ADAL" clId="{1650E684-451A-4110-8C7C-C742C4205D33}" dt="2024-02-04T16:55:05.419" v="1787" actId="13926"/>
        <pc:sldMkLst>
          <pc:docMk/>
          <pc:sldMk cId="3613418614" sldId="346"/>
        </pc:sldMkLst>
      </pc:sldChg>
      <pc:sldChg chg="modSp mod">
        <pc:chgData name="Yuli Jiang (CSD)" userId="7c291cd4-aa97-4867-8d2d-ebf5c1c3b419" providerId="ADAL" clId="{1650E684-451A-4110-8C7C-C742C4205D33}" dt="2024-02-04T15:57:00.208" v="925" actId="20577"/>
        <pc:sldMkLst>
          <pc:docMk/>
          <pc:sldMk cId="537847125" sldId="347"/>
        </pc:sldMkLst>
      </pc:sldChg>
      <pc:sldChg chg="modSp mod">
        <pc:chgData name="Yuli Jiang (CSD)" userId="7c291cd4-aa97-4867-8d2d-ebf5c1c3b419" providerId="ADAL" clId="{1650E684-451A-4110-8C7C-C742C4205D33}" dt="2024-02-04T17:19:29.146" v="2198" actId="13926"/>
        <pc:sldMkLst>
          <pc:docMk/>
          <pc:sldMk cId="1741792711" sldId="348"/>
        </pc:sldMkLst>
      </pc:sldChg>
      <pc:sldChg chg="delSp modSp mod">
        <pc:chgData name="Yuli Jiang (CSD)" userId="7c291cd4-aa97-4867-8d2d-ebf5c1c3b419" providerId="ADAL" clId="{1650E684-451A-4110-8C7C-C742C4205D33}" dt="2024-02-04T16:00:20.860" v="1020" actId="14100"/>
        <pc:sldMkLst>
          <pc:docMk/>
          <pc:sldMk cId="2665989882" sldId="349"/>
        </pc:sldMkLst>
      </pc:sldChg>
      <pc:sldChg chg="modSp mod">
        <pc:chgData name="Yuli Jiang (CSD)" userId="7c291cd4-aa97-4867-8d2d-ebf5c1c3b419" providerId="ADAL" clId="{1650E684-451A-4110-8C7C-C742C4205D33}" dt="2024-02-04T16:06:07.011" v="1068" actId="1076"/>
        <pc:sldMkLst>
          <pc:docMk/>
          <pc:sldMk cId="311679337" sldId="350"/>
        </pc:sldMkLst>
      </pc:sldChg>
      <pc:sldChg chg="addSp delSp modSp mod">
        <pc:chgData name="Yuli Jiang (CSD)" userId="7c291cd4-aa97-4867-8d2d-ebf5c1c3b419" providerId="ADAL" clId="{1650E684-451A-4110-8C7C-C742C4205D33}" dt="2024-02-04T16:57:51.287" v="1790" actId="20577"/>
        <pc:sldMkLst>
          <pc:docMk/>
          <pc:sldMk cId="3542512084" sldId="351"/>
        </pc:sldMkLst>
      </pc:sldChg>
      <pc:sldChg chg="modSp mod">
        <pc:chgData name="Yuli Jiang (CSD)" userId="7c291cd4-aa97-4867-8d2d-ebf5c1c3b419" providerId="ADAL" clId="{1650E684-451A-4110-8C7C-C742C4205D33}" dt="2024-02-04T16:30:01.892" v="1411" actId="14100"/>
        <pc:sldMkLst>
          <pc:docMk/>
          <pc:sldMk cId="2598150674" sldId="353"/>
        </pc:sldMkLst>
      </pc:sldChg>
      <pc:sldChg chg="del">
        <pc:chgData name="Yuli Jiang (CSD)" userId="7c291cd4-aa97-4867-8d2d-ebf5c1c3b419" providerId="ADAL" clId="{1650E684-451A-4110-8C7C-C742C4205D33}" dt="2024-02-04T16:40:43.492" v="1500" actId="47"/>
        <pc:sldMkLst>
          <pc:docMk/>
          <pc:sldMk cId="3360042840" sldId="354"/>
        </pc:sldMkLst>
      </pc:sldChg>
      <pc:sldChg chg="modSp mod">
        <pc:chgData name="Yuli Jiang (CSD)" userId="7c291cd4-aa97-4867-8d2d-ebf5c1c3b419" providerId="ADAL" clId="{1650E684-451A-4110-8C7C-C742C4205D33}" dt="2024-02-04T17:19:29.632" v="2199"/>
        <pc:sldMkLst>
          <pc:docMk/>
          <pc:sldMk cId="3241123535" sldId="355"/>
        </pc:sldMkLst>
      </pc:sldChg>
      <pc:sldChg chg="del">
        <pc:chgData name="Yuli Jiang (CSD)" userId="7c291cd4-aa97-4867-8d2d-ebf5c1c3b419" providerId="ADAL" clId="{1650E684-451A-4110-8C7C-C742C4205D33}" dt="2024-02-04T16:40:46.541" v="1504" actId="47"/>
        <pc:sldMkLst>
          <pc:docMk/>
          <pc:sldMk cId="3517283377" sldId="356"/>
        </pc:sldMkLst>
      </pc:sldChg>
      <pc:sldChg chg="modSp mod ord">
        <pc:chgData name="Yuli Jiang (CSD)" userId="7c291cd4-aa97-4867-8d2d-ebf5c1c3b419" providerId="ADAL" clId="{1650E684-451A-4110-8C7C-C742C4205D33}" dt="2024-02-04T16:32:40.665" v="1430"/>
        <pc:sldMkLst>
          <pc:docMk/>
          <pc:sldMk cId="89801017" sldId="357"/>
        </pc:sldMkLst>
      </pc:sldChg>
      <pc:sldChg chg="addSp modSp mod modAnim">
        <pc:chgData name="Yuli Jiang (CSD)" userId="7c291cd4-aa97-4867-8d2d-ebf5c1c3b419" providerId="ADAL" clId="{1650E684-451A-4110-8C7C-C742C4205D33}" dt="2024-02-04T16:24:45.180" v="1257"/>
        <pc:sldMkLst>
          <pc:docMk/>
          <pc:sldMk cId="3464330936" sldId="358"/>
        </pc:sldMkLst>
      </pc:sldChg>
      <pc:sldChg chg="addSp modSp mod modAnim">
        <pc:chgData name="Yuli Jiang (CSD)" userId="7c291cd4-aa97-4867-8d2d-ebf5c1c3b419" providerId="ADAL" clId="{1650E684-451A-4110-8C7C-C742C4205D33}" dt="2024-02-04T16:26:20.410" v="1306" actId="14100"/>
        <pc:sldMkLst>
          <pc:docMk/>
          <pc:sldMk cId="3565846311" sldId="359"/>
        </pc:sldMkLst>
      </pc:sldChg>
      <pc:sldChg chg="modSp mod">
        <pc:chgData name="Yuli Jiang (CSD)" userId="7c291cd4-aa97-4867-8d2d-ebf5c1c3b419" providerId="ADAL" clId="{1650E684-451A-4110-8C7C-C742C4205D33}" dt="2024-02-04T16:47:09.119" v="1642" actId="1076"/>
        <pc:sldMkLst>
          <pc:docMk/>
          <pc:sldMk cId="618452833" sldId="360"/>
        </pc:sldMkLst>
      </pc:sldChg>
      <pc:sldChg chg="addSp modSp mod ord modAnim">
        <pc:chgData name="Yuli Jiang (CSD)" userId="7c291cd4-aa97-4867-8d2d-ebf5c1c3b419" providerId="ADAL" clId="{1650E684-451A-4110-8C7C-C742C4205D33}" dt="2024-02-04T16:32:52.320" v="1432"/>
        <pc:sldMkLst>
          <pc:docMk/>
          <pc:sldMk cId="3260857522" sldId="361"/>
        </pc:sldMkLst>
      </pc:sldChg>
      <pc:sldChg chg="modSp mod">
        <pc:chgData name="Yuli Jiang (CSD)" userId="7c291cd4-aa97-4867-8d2d-ebf5c1c3b419" providerId="ADAL" clId="{1650E684-451A-4110-8C7C-C742C4205D33}" dt="2024-02-04T16:34:20.562" v="1453" actId="20577"/>
        <pc:sldMkLst>
          <pc:docMk/>
          <pc:sldMk cId="3945441049" sldId="365"/>
        </pc:sldMkLst>
      </pc:sldChg>
      <pc:sldChg chg="mod modShow">
        <pc:chgData name="Yuli Jiang (CSD)" userId="7c291cd4-aa97-4867-8d2d-ebf5c1c3b419" providerId="ADAL" clId="{1650E684-451A-4110-8C7C-C742C4205D33}" dt="2024-02-04T16:35:04.637" v="1454" actId="729"/>
        <pc:sldMkLst>
          <pc:docMk/>
          <pc:sldMk cId="1642688416" sldId="367"/>
        </pc:sldMkLst>
      </pc:sldChg>
      <pc:sldChg chg="mod modShow">
        <pc:chgData name="Yuli Jiang (CSD)" userId="7c291cd4-aa97-4867-8d2d-ebf5c1c3b419" providerId="ADAL" clId="{1650E684-451A-4110-8C7C-C742C4205D33}" dt="2024-02-04T16:35:06.216" v="1455" actId="729"/>
        <pc:sldMkLst>
          <pc:docMk/>
          <pc:sldMk cId="1926677519" sldId="368"/>
        </pc:sldMkLst>
      </pc:sldChg>
      <pc:sldChg chg="addSp delSp modSp mod modTransition delAnim modAnim">
        <pc:chgData name="Yuli Jiang (CSD)" userId="7c291cd4-aa97-4867-8d2d-ebf5c1c3b419" providerId="ADAL" clId="{1650E684-451A-4110-8C7C-C742C4205D33}" dt="2024-02-04T17:17:48.633" v="2168"/>
        <pc:sldMkLst>
          <pc:docMk/>
          <pc:sldMk cId="4080931472" sldId="369"/>
        </pc:sldMkLst>
      </pc:sldChg>
      <pc:sldChg chg="modSp mod modShow">
        <pc:chgData name="Yuli Jiang (CSD)" userId="7c291cd4-aa97-4867-8d2d-ebf5c1c3b419" providerId="ADAL" clId="{1650E684-451A-4110-8C7C-C742C4205D33}" dt="2024-02-04T16:52:16.528" v="1781" actId="729"/>
        <pc:sldMkLst>
          <pc:docMk/>
          <pc:sldMk cId="2059671556" sldId="370"/>
        </pc:sldMkLst>
      </pc:sldChg>
      <pc:sldChg chg="addSp modSp mod">
        <pc:chgData name="Yuli Jiang (CSD)" userId="7c291cd4-aa97-4867-8d2d-ebf5c1c3b419" providerId="ADAL" clId="{1650E684-451A-4110-8C7C-C742C4205D33}" dt="2024-02-04T16:51:30.330" v="1777" actId="13926"/>
        <pc:sldMkLst>
          <pc:docMk/>
          <pc:sldMk cId="2042084345" sldId="371"/>
        </pc:sldMkLst>
      </pc:sldChg>
      <pc:sldChg chg="modSp mod">
        <pc:chgData name="Yuli Jiang (CSD)" userId="7c291cd4-aa97-4867-8d2d-ebf5c1c3b419" providerId="ADAL" clId="{1650E684-451A-4110-8C7C-C742C4205D33}" dt="2024-02-04T16:21:48.156" v="1178" actId="403"/>
        <pc:sldMkLst>
          <pc:docMk/>
          <pc:sldMk cId="1364407813" sldId="375"/>
        </pc:sldMkLst>
      </pc:sldChg>
      <pc:sldChg chg="addSp modSp new mod">
        <pc:chgData name="Yuli Jiang (CSD)" userId="7c291cd4-aa97-4867-8d2d-ebf5c1c3b419" providerId="ADAL" clId="{1650E684-451A-4110-8C7C-C742C4205D33}" dt="2024-02-04T15:07:59.963" v="270" actId="20577"/>
        <pc:sldMkLst>
          <pc:docMk/>
          <pc:sldMk cId="2687431597" sldId="380"/>
        </pc:sldMkLst>
      </pc:sldChg>
      <pc:sldChg chg="addSp delSp modSp add mod ord modTransition modAnim">
        <pc:chgData name="Yuli Jiang (CSD)" userId="7c291cd4-aa97-4867-8d2d-ebf5c1c3b419" providerId="ADAL" clId="{1650E684-451A-4110-8C7C-C742C4205D33}" dt="2024-02-04T17:20:04.843" v="2204" actId="20577"/>
        <pc:sldMkLst>
          <pc:docMk/>
          <pc:sldMk cId="4177591982" sldId="381"/>
        </pc:sldMkLst>
      </pc:sldChg>
      <pc:sldChg chg="addSp delSp modSp add mod ord modAnim">
        <pc:chgData name="Yuli Jiang (CSD)" userId="7c291cd4-aa97-4867-8d2d-ebf5c1c3b419" providerId="ADAL" clId="{1650E684-451A-4110-8C7C-C742C4205D33}" dt="2024-02-04T15:54:34.215" v="887" actId="20577"/>
        <pc:sldMkLst>
          <pc:docMk/>
          <pc:sldMk cId="3161838832" sldId="382"/>
        </pc:sldMkLst>
      </pc:sldChg>
      <pc:sldChg chg="delSp modSp add mod modTransition modAnim">
        <pc:chgData name="Yuli Jiang (CSD)" userId="7c291cd4-aa97-4867-8d2d-ebf5c1c3b419" providerId="ADAL" clId="{1650E684-451A-4110-8C7C-C742C4205D33}" dt="2024-02-04T17:39:30.089" v="2246" actId="20577"/>
        <pc:sldMkLst>
          <pc:docMk/>
          <pc:sldMk cId="2780872565" sldId="383"/>
        </pc:sldMkLst>
      </pc:sldChg>
      <pc:sldChg chg="delSp modSp add mod">
        <pc:chgData name="Yuli Jiang (CSD)" userId="7c291cd4-aa97-4867-8d2d-ebf5c1c3b419" providerId="ADAL" clId="{1650E684-451A-4110-8C7C-C742C4205D33}" dt="2024-02-04T16:08:01.848" v="1114" actId="14100"/>
        <pc:sldMkLst>
          <pc:docMk/>
          <pc:sldMk cId="280050046" sldId="384"/>
        </pc:sldMkLst>
      </pc:sldChg>
      <pc:sldChg chg="delSp modSp add mod modAnim">
        <pc:chgData name="Yuli Jiang (CSD)" userId="7c291cd4-aa97-4867-8d2d-ebf5c1c3b419" providerId="ADAL" clId="{1650E684-451A-4110-8C7C-C742C4205D33}" dt="2024-02-04T16:13:27.353" v="1175"/>
        <pc:sldMkLst>
          <pc:docMk/>
          <pc:sldMk cId="2382933222" sldId="385"/>
        </pc:sldMkLst>
      </pc:sldChg>
      <pc:sldChg chg="delSp modSp add mod">
        <pc:chgData name="Yuli Jiang (CSD)" userId="7c291cd4-aa97-4867-8d2d-ebf5c1c3b419" providerId="ADAL" clId="{1650E684-451A-4110-8C7C-C742C4205D33}" dt="2024-02-04T16:31:05.046" v="1423" actId="113"/>
        <pc:sldMkLst>
          <pc:docMk/>
          <pc:sldMk cId="2390330789" sldId="386"/>
        </pc:sldMkLst>
      </pc:sldChg>
      <pc:sldChg chg="delSp modSp add mod modAnim">
        <pc:chgData name="Yuli Jiang (CSD)" userId="7c291cd4-aa97-4867-8d2d-ebf5c1c3b419" providerId="ADAL" clId="{1650E684-451A-4110-8C7C-C742C4205D33}" dt="2024-02-04T17:14:27.824" v="2042" actId="115"/>
        <pc:sldMkLst>
          <pc:docMk/>
          <pc:sldMk cId="2263623268" sldId="387"/>
        </pc:sldMkLst>
      </pc:sldChg>
      <pc:sldChg chg="add del">
        <pc:chgData name="Yuli Jiang (CSD)" userId="7c291cd4-aa97-4867-8d2d-ebf5c1c3b419" providerId="ADAL" clId="{1650E684-451A-4110-8C7C-C742C4205D33}" dt="2024-02-04T17:01:01.972" v="1792"/>
        <pc:sldMkLst>
          <pc:docMk/>
          <pc:sldMk cId="1116860143" sldId="388"/>
        </pc:sldMkLst>
      </pc:sldChg>
      <pc:sldChg chg="modSp add mod">
        <pc:chgData name="Yuli Jiang (CSD)" userId="7c291cd4-aa97-4867-8d2d-ebf5c1c3b419" providerId="ADAL" clId="{1650E684-451A-4110-8C7C-C742C4205D33}" dt="2024-02-04T17:10:38.861" v="1987" actId="207"/>
        <pc:sldMkLst>
          <pc:docMk/>
          <pc:sldMk cId="4225439082" sldId="388"/>
        </pc:sldMkLst>
      </pc:sldChg>
      <pc:sldChg chg="modSp add modAnim">
        <pc:chgData name="Yuli Jiang (CSD)" userId="7c291cd4-aa97-4867-8d2d-ebf5c1c3b419" providerId="ADAL" clId="{1650E684-451A-4110-8C7C-C742C4205D33}" dt="2024-02-04T17:40:26.570" v="2297" actId="20577"/>
        <pc:sldMkLst>
          <pc:docMk/>
          <pc:sldMk cId="4188803468" sldId="389"/>
        </pc:sldMkLst>
      </pc:sldChg>
      <pc:sldChg chg="modSp add mod">
        <pc:chgData name="Yuli Jiang (CSD)" userId="7c291cd4-aa97-4867-8d2d-ebf5c1c3b419" providerId="ADAL" clId="{1650E684-451A-4110-8C7C-C742C4205D33}" dt="2024-02-04T17:42:32.607" v="2360" actId="115"/>
        <pc:sldMkLst>
          <pc:docMk/>
          <pc:sldMk cId="1664956063" sldId="390"/>
        </pc:sldMkLst>
      </pc:sldChg>
    </pc:docChg>
  </pc:docChgLst>
  <pc:docChgLst>
    <pc:chgData name="Yuli Jiang (CSD)" userId="7c291cd4-aa97-4867-8d2d-ebf5c1c3b419" providerId="ADAL" clId="{9D67EDC9-3C3D-4191-A449-318425E3C05E}"/>
    <pc:docChg chg="custSel addSld modSld">
      <pc:chgData name="Yuli Jiang (CSD)" userId="7c291cd4-aa97-4867-8d2d-ebf5c1c3b419" providerId="ADAL" clId="{9D67EDC9-3C3D-4191-A449-318425E3C05E}" dt="2024-09-29T17:23:59.379" v="396" actId="20577"/>
      <pc:docMkLst>
        <pc:docMk/>
      </pc:docMkLst>
      <pc:sldChg chg="modSp modAnim">
        <pc:chgData name="Yuli Jiang (CSD)" userId="7c291cd4-aa97-4867-8d2d-ebf5c1c3b419" providerId="ADAL" clId="{9D67EDC9-3C3D-4191-A449-318425E3C05E}" dt="2024-09-29T17:23:59.379" v="396" actId="20577"/>
        <pc:sldMkLst>
          <pc:docMk/>
          <pc:sldMk cId="968428340" sldId="304"/>
        </pc:sldMkLst>
      </pc:sldChg>
      <pc:sldChg chg="modSp mod">
        <pc:chgData name="Yuli Jiang (CSD)" userId="7c291cd4-aa97-4867-8d2d-ebf5c1c3b419" providerId="ADAL" clId="{9D67EDC9-3C3D-4191-A449-318425E3C05E}" dt="2024-09-29T17:04:02.140" v="111" actId="403"/>
        <pc:sldMkLst>
          <pc:docMk/>
          <pc:sldMk cId="3542512084" sldId="351"/>
        </pc:sldMkLst>
      </pc:sldChg>
      <pc:sldChg chg="modSp mod modAnim">
        <pc:chgData name="Yuli Jiang (CSD)" userId="7c291cd4-aa97-4867-8d2d-ebf5c1c3b419" providerId="ADAL" clId="{9D67EDC9-3C3D-4191-A449-318425E3C05E}" dt="2024-09-29T17:12:44.404" v="304"/>
        <pc:sldMkLst>
          <pc:docMk/>
          <pc:sldMk cId="2598150674" sldId="353"/>
        </pc:sldMkLst>
      </pc:sldChg>
      <pc:sldChg chg="modSp mod">
        <pc:chgData name="Yuli Jiang (CSD)" userId="7c291cd4-aa97-4867-8d2d-ebf5c1c3b419" providerId="ADAL" clId="{9D67EDC9-3C3D-4191-A449-318425E3C05E}" dt="2024-09-29T17:21:10.426" v="329" actId="113"/>
        <pc:sldMkLst>
          <pc:docMk/>
          <pc:sldMk cId="3241123535" sldId="355"/>
        </pc:sldMkLst>
      </pc:sldChg>
      <pc:sldChg chg="modSp mod">
        <pc:chgData name="Yuli Jiang (CSD)" userId="7c291cd4-aa97-4867-8d2d-ebf5c1c3b419" providerId="ADAL" clId="{9D67EDC9-3C3D-4191-A449-318425E3C05E}" dt="2024-09-29T17:12:59.949" v="309" actId="20577"/>
        <pc:sldMkLst>
          <pc:docMk/>
          <pc:sldMk cId="89801017" sldId="357"/>
        </pc:sldMkLst>
      </pc:sldChg>
      <pc:sldChg chg="modSp mod">
        <pc:chgData name="Yuli Jiang (CSD)" userId="7c291cd4-aa97-4867-8d2d-ebf5c1c3b419" providerId="ADAL" clId="{9D67EDC9-3C3D-4191-A449-318425E3C05E}" dt="2024-09-29T17:10:32.240" v="224" actId="14100"/>
        <pc:sldMkLst>
          <pc:docMk/>
          <pc:sldMk cId="3464330936" sldId="358"/>
        </pc:sldMkLst>
      </pc:sldChg>
      <pc:sldChg chg="modSp mod">
        <pc:chgData name="Yuli Jiang (CSD)" userId="7c291cd4-aa97-4867-8d2d-ebf5c1c3b419" providerId="ADAL" clId="{9D67EDC9-3C3D-4191-A449-318425E3C05E}" dt="2024-09-29T17:10:53.390" v="230" actId="14100"/>
        <pc:sldMkLst>
          <pc:docMk/>
          <pc:sldMk cId="3565846311" sldId="359"/>
        </pc:sldMkLst>
      </pc:sldChg>
      <pc:sldChg chg="modSp mod">
        <pc:chgData name="Yuli Jiang (CSD)" userId="7c291cd4-aa97-4867-8d2d-ebf5c1c3b419" providerId="ADAL" clId="{9D67EDC9-3C3D-4191-A449-318425E3C05E}" dt="2024-09-29T17:07:05.268" v="120" actId="20577"/>
        <pc:sldMkLst>
          <pc:docMk/>
          <pc:sldMk cId="618452833" sldId="360"/>
        </pc:sldMkLst>
      </pc:sldChg>
      <pc:sldChg chg="modSp mod">
        <pc:chgData name="Yuli Jiang (CSD)" userId="7c291cd4-aa97-4867-8d2d-ebf5c1c3b419" providerId="ADAL" clId="{9D67EDC9-3C3D-4191-A449-318425E3C05E}" dt="2024-09-29T17:09:59.709" v="193" actId="13926"/>
        <pc:sldMkLst>
          <pc:docMk/>
          <pc:sldMk cId="3260857522" sldId="361"/>
        </pc:sldMkLst>
      </pc:sldChg>
      <pc:sldChg chg="modSp mod">
        <pc:chgData name="Yuli Jiang (CSD)" userId="7c291cd4-aa97-4867-8d2d-ebf5c1c3b419" providerId="ADAL" clId="{9D67EDC9-3C3D-4191-A449-318425E3C05E}" dt="2024-09-29T17:15:30.852" v="324" actId="20577"/>
        <pc:sldMkLst>
          <pc:docMk/>
          <pc:sldMk cId="3945441049" sldId="365"/>
        </pc:sldMkLst>
      </pc:sldChg>
      <pc:sldChg chg="modSp mod">
        <pc:chgData name="Yuli Jiang (CSD)" userId="7c291cd4-aa97-4867-8d2d-ebf5c1c3b419" providerId="ADAL" clId="{9D67EDC9-3C3D-4191-A449-318425E3C05E}" dt="2024-09-29T16:43:59.362" v="100" actId="1076"/>
        <pc:sldMkLst>
          <pc:docMk/>
          <pc:sldMk cId="1755307977" sldId="379"/>
        </pc:sldMkLst>
      </pc:sldChg>
      <pc:sldChg chg="modSp mod">
        <pc:chgData name="Yuli Jiang (CSD)" userId="7c291cd4-aa97-4867-8d2d-ebf5c1c3b419" providerId="ADAL" clId="{9D67EDC9-3C3D-4191-A449-318425E3C05E}" dt="2024-09-29T16:40:12.132" v="18" actId="20577"/>
        <pc:sldMkLst>
          <pc:docMk/>
          <pc:sldMk cId="2687431597" sldId="380"/>
        </pc:sldMkLst>
      </pc:sldChg>
      <pc:sldChg chg="modSp mod">
        <pc:chgData name="Yuli Jiang (CSD)" userId="7c291cd4-aa97-4867-8d2d-ebf5c1c3b419" providerId="ADAL" clId="{9D67EDC9-3C3D-4191-A449-318425E3C05E}" dt="2024-09-29T17:07:00.909" v="116" actId="20577"/>
        <pc:sldMkLst>
          <pc:docMk/>
          <pc:sldMk cId="2390330789" sldId="386"/>
        </pc:sldMkLst>
      </pc:sldChg>
      <pc:sldChg chg="modSp mod">
        <pc:chgData name="Yuli Jiang (CSD)" userId="7c291cd4-aa97-4867-8d2d-ebf5c1c3b419" providerId="ADAL" clId="{9D67EDC9-3C3D-4191-A449-318425E3C05E}" dt="2024-09-29T17:14:02.069" v="310" actId="207"/>
        <pc:sldMkLst>
          <pc:docMk/>
          <pc:sldMk cId="4225439082" sldId="388"/>
        </pc:sldMkLst>
      </pc:sldChg>
      <pc:sldChg chg="modSp mod">
        <pc:chgData name="Yuli Jiang (CSD)" userId="7c291cd4-aa97-4867-8d2d-ebf5c1c3b419" providerId="ADAL" clId="{9D67EDC9-3C3D-4191-A449-318425E3C05E}" dt="2024-09-29T17:05:25.749" v="112" actId="113"/>
        <pc:sldMkLst>
          <pc:docMk/>
          <pc:sldMk cId="1664956063" sldId="390"/>
        </pc:sldMkLst>
      </pc:sldChg>
      <pc:sldChg chg="modAnim">
        <pc:chgData name="Yuli Jiang (CSD)" userId="7c291cd4-aa97-4867-8d2d-ebf5c1c3b419" providerId="ADAL" clId="{9D67EDC9-3C3D-4191-A449-318425E3C05E}" dt="2024-09-29T17:12:37.474" v="303"/>
        <pc:sldMkLst>
          <pc:docMk/>
          <pc:sldMk cId="596685943" sldId="391"/>
        </pc:sldMkLst>
      </pc:sldChg>
      <pc:sldChg chg="add">
        <pc:chgData name="Yuli Jiang (CSD)" userId="7c291cd4-aa97-4867-8d2d-ebf5c1c3b419" providerId="ADAL" clId="{9D67EDC9-3C3D-4191-A449-318425E3C05E}" dt="2024-09-29T17:03:35.538" v="101"/>
        <pc:sldMkLst>
          <pc:docMk/>
          <pc:sldMk cId="1234568695" sldId="392"/>
        </pc:sldMkLst>
      </pc:sldChg>
    </pc:docChg>
  </pc:docChgLst>
  <pc:docChgLst>
    <pc:chgData name="William Hui (IEG)" userId="S::kyhui@cuhk.edu.hk::07728535-8fdc-4325-b24f-20cc4d58a3a3" providerId="AD" clId="Web-{6E952E77-5D9C-1598-4161-D2DC2631A735}"/>
    <pc:docChg chg="addSld delSld modSld sldOrd">
      <pc:chgData name="William Hui (IEG)" userId="S::kyhui@cuhk.edu.hk::07728535-8fdc-4325-b24f-20cc4d58a3a3" providerId="AD" clId="Web-{6E952E77-5D9C-1598-4161-D2DC2631A735}" dt="2019-08-25T12:17:04.748" v="5719" actId="20577"/>
      <pc:docMkLst>
        <pc:docMk/>
      </pc:docMkLst>
      <pc:sldChg chg="modSp">
        <pc:chgData name="William Hui (IEG)" userId="S::kyhui@cuhk.edu.hk::07728535-8fdc-4325-b24f-20cc4d58a3a3" providerId="AD" clId="Web-{6E952E77-5D9C-1598-4161-D2DC2631A735}" dt="2019-08-25T12:17:01.826" v="5717" actId="20577"/>
        <pc:sldMkLst>
          <pc:docMk/>
          <pc:sldMk cId="1870489681" sldId="299"/>
        </pc:sldMkLst>
      </pc:sldChg>
      <pc:sldChg chg="modSp">
        <pc:chgData name="William Hui (IEG)" userId="S::kyhui@cuhk.edu.hk::07728535-8fdc-4325-b24f-20cc4d58a3a3" providerId="AD" clId="Web-{6E952E77-5D9C-1598-4161-D2DC2631A735}" dt="2019-08-25T04:44:16.886" v="1036" actId="20577"/>
        <pc:sldMkLst>
          <pc:docMk/>
          <pc:sldMk cId="411688544" sldId="300"/>
        </pc:sldMkLst>
      </pc:sldChg>
      <pc:sldChg chg="modSp">
        <pc:chgData name="William Hui (IEG)" userId="S::kyhui@cuhk.edu.hk::07728535-8fdc-4325-b24f-20cc4d58a3a3" providerId="AD" clId="Web-{6E952E77-5D9C-1598-4161-D2DC2631A735}" dt="2019-08-25T04:44:14.167" v="1033" actId="20577"/>
        <pc:sldMkLst>
          <pc:docMk/>
          <pc:sldMk cId="3317880975" sldId="302"/>
        </pc:sldMkLst>
      </pc:sldChg>
      <pc:sldChg chg="modSp">
        <pc:chgData name="William Hui (IEG)" userId="S::kyhui@cuhk.edu.hk::07728535-8fdc-4325-b24f-20cc4d58a3a3" providerId="AD" clId="Web-{6E952E77-5D9C-1598-4161-D2DC2631A735}" dt="2019-08-25T04:44:19.949" v="1037" actId="20577"/>
        <pc:sldMkLst>
          <pc:docMk/>
          <pc:sldMk cId="3002568572" sldId="303"/>
        </pc:sldMkLst>
      </pc:sldChg>
      <pc:sldChg chg="modSp">
        <pc:chgData name="William Hui (IEG)" userId="S::kyhui@cuhk.edu.hk::07728535-8fdc-4325-b24f-20cc4d58a3a3" providerId="AD" clId="Web-{6E952E77-5D9C-1598-4161-D2DC2631A735}" dt="2019-08-25T04:44:20.730" v="1038" actId="20577"/>
        <pc:sldMkLst>
          <pc:docMk/>
          <pc:sldMk cId="968428340" sldId="304"/>
        </pc:sldMkLst>
      </pc:sldChg>
      <pc:sldChg chg="modSp">
        <pc:chgData name="William Hui (IEG)" userId="S::kyhui@cuhk.edu.hk::07728535-8fdc-4325-b24f-20cc4d58a3a3" providerId="AD" clId="Web-{6E952E77-5D9C-1598-4161-D2DC2631A735}" dt="2019-08-25T04:44:24.840" v="1041" actId="20577"/>
        <pc:sldMkLst>
          <pc:docMk/>
          <pc:sldMk cId="1853803826" sldId="305"/>
        </pc:sldMkLst>
      </pc:sldChg>
      <pc:sldChg chg="modSp">
        <pc:chgData name="William Hui (IEG)" userId="S::kyhui@cuhk.edu.hk::07728535-8fdc-4325-b24f-20cc4d58a3a3" providerId="AD" clId="Web-{6E952E77-5D9C-1598-4161-D2DC2631A735}" dt="2019-08-25T04:44:27.324" v="1042" actId="20577"/>
        <pc:sldMkLst>
          <pc:docMk/>
          <pc:sldMk cId="2123121090" sldId="306"/>
        </pc:sldMkLst>
      </pc:sldChg>
      <pc:sldChg chg="modSp">
        <pc:chgData name="William Hui (IEG)" userId="S::kyhui@cuhk.edu.hk::07728535-8fdc-4325-b24f-20cc4d58a3a3" providerId="AD" clId="Web-{6E952E77-5D9C-1598-4161-D2DC2631A735}" dt="2019-08-25T04:09:41.166" v="12" actId="20577"/>
        <pc:sldMkLst>
          <pc:docMk/>
          <pc:sldMk cId="2986658161" sldId="338"/>
        </pc:sldMkLst>
      </pc:sldChg>
      <pc:sldChg chg="modSp">
        <pc:chgData name="William Hui (IEG)" userId="S::kyhui@cuhk.edu.hk::07728535-8fdc-4325-b24f-20cc4d58a3a3" providerId="AD" clId="Web-{6E952E77-5D9C-1598-4161-D2DC2631A735}" dt="2019-08-25T04:09:51.183" v="13" actId="20577"/>
        <pc:sldMkLst>
          <pc:docMk/>
          <pc:sldMk cId="3310407791" sldId="339"/>
        </pc:sldMkLst>
      </pc:sldChg>
      <pc:sldChg chg="modSp">
        <pc:chgData name="William Hui (IEG)" userId="S::kyhui@cuhk.edu.hk::07728535-8fdc-4325-b24f-20cc4d58a3a3" providerId="AD" clId="Web-{6E952E77-5D9C-1598-4161-D2DC2631A735}" dt="2019-08-25T07:20:37.690" v="3739"/>
        <pc:sldMkLst>
          <pc:docMk/>
          <pc:sldMk cId="1864794358" sldId="340"/>
        </pc:sldMkLst>
      </pc:sldChg>
      <pc:sldChg chg="modSp">
        <pc:chgData name="William Hui (IEG)" userId="S::kyhui@cuhk.edu.hk::07728535-8fdc-4325-b24f-20cc4d58a3a3" providerId="AD" clId="Web-{6E952E77-5D9C-1598-4161-D2DC2631A735}" dt="2019-08-25T07:20:43.002" v="3742" actId="20577"/>
        <pc:sldMkLst>
          <pc:docMk/>
          <pc:sldMk cId="2531711953" sldId="341"/>
        </pc:sldMkLst>
      </pc:sldChg>
      <pc:sldChg chg="addSp modSp">
        <pc:chgData name="William Hui (IEG)" userId="S::kyhui@cuhk.edu.hk::07728535-8fdc-4325-b24f-20cc4d58a3a3" providerId="AD" clId="Web-{6E952E77-5D9C-1598-4161-D2DC2631A735}" dt="2019-08-25T07:20:56.831" v="3750" actId="20577"/>
        <pc:sldMkLst>
          <pc:docMk/>
          <pc:sldMk cId="2069753761" sldId="342"/>
        </pc:sldMkLst>
      </pc:sldChg>
      <pc:sldChg chg="modSp">
        <pc:chgData name="William Hui (IEG)" userId="S::kyhui@cuhk.edu.hk::07728535-8fdc-4325-b24f-20cc4d58a3a3" providerId="AD" clId="Web-{6E952E77-5D9C-1598-4161-D2DC2631A735}" dt="2019-08-25T07:21:01.909" v="3754" actId="20577"/>
        <pc:sldMkLst>
          <pc:docMk/>
          <pc:sldMk cId="3613418614" sldId="346"/>
        </pc:sldMkLst>
      </pc:sldChg>
      <pc:sldChg chg="modSp">
        <pc:chgData name="William Hui (IEG)" userId="S::kyhui@cuhk.edu.hk::07728535-8fdc-4325-b24f-20cc4d58a3a3" providerId="AD" clId="Web-{6E952E77-5D9C-1598-4161-D2DC2631A735}" dt="2019-08-25T12:06:02.103" v="5345" actId="20577"/>
        <pc:sldMkLst>
          <pc:docMk/>
          <pc:sldMk cId="537847125" sldId="347"/>
        </pc:sldMkLst>
      </pc:sldChg>
      <pc:sldChg chg="modSp new ord">
        <pc:chgData name="William Hui (IEG)" userId="S::kyhui@cuhk.edu.hk::07728535-8fdc-4325-b24f-20cc4d58a3a3" providerId="AD" clId="Web-{6E952E77-5D9C-1598-4161-D2DC2631A735}" dt="2019-08-25T12:16:31.607" v="5706"/>
        <pc:sldMkLst>
          <pc:docMk/>
          <pc:sldMk cId="1741792711" sldId="348"/>
        </pc:sldMkLst>
      </pc:sldChg>
      <pc:sldChg chg="addSp modSp new">
        <pc:chgData name="William Hui (IEG)" userId="S::kyhui@cuhk.edu.hk::07728535-8fdc-4325-b24f-20cc4d58a3a3" providerId="AD" clId="Web-{6E952E77-5D9C-1598-4161-D2DC2631A735}" dt="2019-08-25T12:14:25.669" v="5644" actId="20577"/>
        <pc:sldMkLst>
          <pc:docMk/>
          <pc:sldMk cId="2665989882" sldId="349"/>
        </pc:sldMkLst>
      </pc:sldChg>
      <pc:sldChg chg="addSp delSp modSp add replId">
        <pc:chgData name="William Hui (IEG)" userId="S::kyhui@cuhk.edu.hk::07728535-8fdc-4325-b24f-20cc4d58a3a3" providerId="AD" clId="Web-{6E952E77-5D9C-1598-4161-D2DC2631A735}" dt="2019-08-25T12:14:33.106" v="5647" actId="20577"/>
        <pc:sldMkLst>
          <pc:docMk/>
          <pc:sldMk cId="311679337" sldId="350"/>
        </pc:sldMkLst>
      </pc:sldChg>
      <pc:sldChg chg="addSp delSp modSp new">
        <pc:chgData name="William Hui (IEG)" userId="S::kyhui@cuhk.edu.hk::07728535-8fdc-4325-b24f-20cc4d58a3a3" providerId="AD" clId="Web-{6E952E77-5D9C-1598-4161-D2DC2631A735}" dt="2019-08-25T12:14:42.575" v="5652" actId="20577"/>
        <pc:sldMkLst>
          <pc:docMk/>
          <pc:sldMk cId="3542512084" sldId="351"/>
        </pc:sldMkLst>
      </pc:sldChg>
      <pc:sldChg chg="modSp new">
        <pc:chgData name="William Hui (IEG)" userId="S::kyhui@cuhk.edu.hk::07728535-8fdc-4325-b24f-20cc4d58a3a3" providerId="AD" clId="Web-{6E952E77-5D9C-1598-4161-D2DC2631A735}" dt="2019-08-25T12:14:51.294" v="5655" actId="20577"/>
        <pc:sldMkLst>
          <pc:docMk/>
          <pc:sldMk cId="3058054832" sldId="352"/>
        </pc:sldMkLst>
      </pc:sldChg>
      <pc:sldChg chg="addSp delSp modSp new">
        <pc:chgData name="William Hui (IEG)" userId="S::kyhui@cuhk.edu.hk::07728535-8fdc-4325-b24f-20cc4d58a3a3" providerId="AD" clId="Web-{6E952E77-5D9C-1598-4161-D2DC2631A735}" dt="2019-08-25T12:15:10.654" v="5666" actId="20577"/>
        <pc:sldMkLst>
          <pc:docMk/>
          <pc:sldMk cId="2598150674" sldId="353"/>
        </pc:sldMkLst>
      </pc:sldChg>
      <pc:sldChg chg="modSp new">
        <pc:chgData name="William Hui (IEG)" userId="S::kyhui@cuhk.edu.hk::07728535-8fdc-4325-b24f-20cc4d58a3a3" providerId="AD" clId="Web-{6E952E77-5D9C-1598-4161-D2DC2631A735}" dt="2019-08-25T07:04:34.473" v="3249" actId="20577"/>
        <pc:sldMkLst>
          <pc:docMk/>
          <pc:sldMk cId="3360042840" sldId="354"/>
        </pc:sldMkLst>
      </pc:sldChg>
      <pc:sldChg chg="modSp new">
        <pc:chgData name="William Hui (IEG)" userId="S::kyhui@cuhk.edu.hk::07728535-8fdc-4325-b24f-20cc4d58a3a3" providerId="AD" clId="Web-{6E952E77-5D9C-1598-4161-D2DC2631A735}" dt="2019-08-25T12:16:50.592" v="5708" actId="20577"/>
        <pc:sldMkLst>
          <pc:docMk/>
          <pc:sldMk cId="3241123535" sldId="355"/>
        </pc:sldMkLst>
      </pc:sldChg>
      <pc:sldChg chg="modSp add replId">
        <pc:chgData name="William Hui (IEG)" userId="S::kyhui@cuhk.edu.hk::07728535-8fdc-4325-b24f-20cc4d58a3a3" providerId="AD" clId="Web-{6E952E77-5D9C-1598-4161-D2DC2631A735}" dt="2019-08-25T07:08:20.092" v="3319" actId="20577"/>
        <pc:sldMkLst>
          <pc:docMk/>
          <pc:sldMk cId="3517283377" sldId="356"/>
        </pc:sldMkLst>
      </pc:sldChg>
      <pc:sldChg chg="delSp modSp add ord replId">
        <pc:chgData name="William Hui (IEG)" userId="S::kyhui@cuhk.edu.hk::07728535-8fdc-4325-b24f-20cc4d58a3a3" providerId="AD" clId="Web-{6E952E77-5D9C-1598-4161-D2DC2631A735}" dt="2019-08-25T12:16:34.107" v="5707"/>
        <pc:sldMkLst>
          <pc:docMk/>
          <pc:sldMk cId="89801017" sldId="357"/>
        </pc:sldMkLst>
      </pc:sldChg>
      <pc:sldChg chg="delSp modSp add ord replId">
        <pc:chgData name="William Hui (IEG)" userId="S::kyhui@cuhk.edu.hk::07728535-8fdc-4325-b24f-20cc4d58a3a3" providerId="AD" clId="Web-{6E952E77-5D9C-1598-4161-D2DC2631A735}" dt="2019-08-25T12:15:59.951" v="5696" actId="20577"/>
        <pc:sldMkLst>
          <pc:docMk/>
          <pc:sldMk cId="3464330936" sldId="358"/>
        </pc:sldMkLst>
      </pc:sldChg>
      <pc:sldChg chg="modSp add ord replId">
        <pc:chgData name="William Hui (IEG)" userId="S::kyhui@cuhk.edu.hk::07728535-8fdc-4325-b24f-20cc4d58a3a3" providerId="AD" clId="Web-{6E952E77-5D9C-1598-4161-D2DC2631A735}" dt="2019-08-25T12:16:07.170" v="5701" actId="20577"/>
        <pc:sldMkLst>
          <pc:docMk/>
          <pc:sldMk cId="3565846311" sldId="359"/>
        </pc:sldMkLst>
      </pc:sldChg>
      <pc:sldChg chg="delSp modSp add ord replId">
        <pc:chgData name="William Hui (IEG)" userId="S::kyhui@cuhk.edu.hk::07728535-8fdc-4325-b24f-20cc4d58a3a3" providerId="AD" clId="Web-{6E952E77-5D9C-1598-4161-D2DC2631A735}" dt="2019-08-25T12:15:00.700" v="5663" actId="20577"/>
        <pc:sldMkLst>
          <pc:docMk/>
          <pc:sldMk cId="618452833" sldId="360"/>
        </pc:sldMkLst>
      </pc:sldChg>
      <pc:sldChg chg="modSp add replId">
        <pc:chgData name="William Hui (IEG)" userId="S::kyhui@cuhk.edu.hk::07728535-8fdc-4325-b24f-20cc4d58a3a3" providerId="AD" clId="Web-{6E952E77-5D9C-1598-4161-D2DC2631A735}" dt="2019-08-25T12:16:09.685" v="5703" actId="20577"/>
        <pc:sldMkLst>
          <pc:docMk/>
          <pc:sldMk cId="3260857522" sldId="361"/>
        </pc:sldMkLst>
      </pc:sldChg>
    </pc:docChg>
  </pc:docChgLst>
  <pc:docChgLst>
    <pc:chgData name="Yuli Jiang (CSD)" userId="7c291cd4-aa97-4867-8d2d-ebf5c1c3b419" providerId="ADAL" clId="{8FBD0129-C0BB-4F8A-B9D2-D31C5DC212F7}"/>
    <pc:docChg chg="undo custSel addSld delSld modSld sldOrd">
      <pc:chgData name="Yuli Jiang (CSD)" userId="7c291cd4-aa97-4867-8d2d-ebf5c1c3b419" providerId="ADAL" clId="{8FBD0129-C0BB-4F8A-B9D2-D31C5DC212F7}" dt="2025-09-29T03:25:43.866" v="557" actId="13926"/>
      <pc:docMkLst>
        <pc:docMk/>
      </pc:docMkLst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360582746" sldId="286"/>
        </pc:sldMkLst>
        <pc:spChg chg="mod ord">
          <ac:chgData name="Yuli Jiang (CSD)" userId="7c291cd4-aa97-4867-8d2d-ebf5c1c3b419" providerId="ADAL" clId="{8FBD0129-C0BB-4F8A-B9D2-D31C5DC212F7}" dt="2025-09-28T17:19:53.784" v="125" actId="14100"/>
          <ac:spMkLst>
            <pc:docMk/>
            <pc:sldMk cId="360582746" sldId="286"/>
            <ac:spMk id="8" creationId="{00000000-0000-0000-0000-000000000000}"/>
          </ac:spMkLst>
        </pc:spChg>
      </pc:sldChg>
      <pc:sldChg chg="addSp 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1228135940" sldId="296"/>
        </pc:sldMkLst>
        <pc:spChg chg="mod">
          <ac:chgData name="Yuli Jiang (CSD)" userId="7c291cd4-aa97-4867-8d2d-ebf5c1c3b419" providerId="ADAL" clId="{8FBD0129-C0BB-4F8A-B9D2-D31C5DC212F7}" dt="2025-09-28T17:16:51.176" v="91" actId="404"/>
          <ac:spMkLst>
            <pc:docMk/>
            <pc:sldMk cId="1228135940" sldId="296"/>
            <ac:spMk id="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6:51.176" v="91" actId="404"/>
          <ac:spMkLst>
            <pc:docMk/>
            <pc:sldMk cId="1228135940" sldId="296"/>
            <ac:spMk id="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6:51.176" v="91" actId="404"/>
          <ac:spMkLst>
            <pc:docMk/>
            <pc:sldMk cId="1228135940" sldId="296"/>
            <ac:spMk id="8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8:01.116" v="118" actId="1076"/>
          <ac:spMkLst>
            <pc:docMk/>
            <pc:sldMk cId="1228135940" sldId="296"/>
            <ac:spMk id="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6:51.176" v="91" actId="404"/>
          <ac:spMkLst>
            <pc:docMk/>
            <pc:sldMk cId="1228135940" sldId="296"/>
            <ac:spMk id="1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6:51.176" v="91" actId="404"/>
          <ac:spMkLst>
            <pc:docMk/>
            <pc:sldMk cId="1228135940" sldId="296"/>
            <ac:spMk id="1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17:57.222" v="117" actId="27636"/>
          <ac:spMkLst>
            <pc:docMk/>
            <pc:sldMk cId="1228135940" sldId="296"/>
            <ac:spMk id="659459" creationId="{00000000-0000-0000-0000-000000000000}"/>
          </ac:spMkLst>
        </pc:spChg>
        <pc:grpChg chg="add mod">
          <ac:chgData name="Yuli Jiang (CSD)" userId="7c291cd4-aa97-4867-8d2d-ebf5c1c3b419" providerId="ADAL" clId="{8FBD0129-C0BB-4F8A-B9D2-D31C5DC212F7}" dt="2025-09-28T17:18:04.370" v="119" actId="1076"/>
          <ac:grpSpMkLst>
            <pc:docMk/>
            <pc:sldMk cId="1228135940" sldId="296"/>
            <ac:grpSpMk id="2" creationId="{678C4DDD-C932-475D-DF46-1DAAFDAAAD3F}"/>
          </ac:grpSpMkLst>
        </pc:grpChg>
        <pc:cxnChg chg="mod">
          <ac:chgData name="Yuli Jiang (CSD)" userId="7c291cd4-aa97-4867-8d2d-ebf5c1c3b419" providerId="ADAL" clId="{8FBD0129-C0BB-4F8A-B9D2-D31C5DC212F7}" dt="2025-09-28T17:16:32.493" v="84" actId="164"/>
          <ac:cxnSpMkLst>
            <pc:docMk/>
            <pc:sldMk cId="1228135940" sldId="296"/>
            <ac:cxnSpMk id="10" creationId="{00000000-0000-0000-0000-000000000000}"/>
          </ac:cxnSpMkLst>
        </pc:cxnChg>
        <pc:cxnChg chg="mod">
          <ac:chgData name="Yuli Jiang (CSD)" userId="7c291cd4-aa97-4867-8d2d-ebf5c1c3b419" providerId="ADAL" clId="{8FBD0129-C0BB-4F8A-B9D2-D31C5DC212F7}" dt="2025-09-28T17:17:02.874" v="93" actId="14100"/>
          <ac:cxnSpMkLst>
            <pc:docMk/>
            <pc:sldMk cId="1228135940" sldId="296"/>
            <ac:cxnSpMk id="14" creationId="{00000000-0000-0000-0000-000000000000}"/>
          </ac:cxnSpMkLst>
        </pc:cxnChg>
        <pc:cxnChg chg="mod">
          <ac:chgData name="Yuli Jiang (CSD)" userId="7c291cd4-aa97-4867-8d2d-ebf5c1c3b419" providerId="ADAL" clId="{8FBD0129-C0BB-4F8A-B9D2-D31C5DC212F7}" dt="2025-09-28T17:16:32.493" v="84" actId="164"/>
          <ac:cxnSpMkLst>
            <pc:docMk/>
            <pc:sldMk cId="1228135940" sldId="296"/>
            <ac:cxnSpMk id="49" creationId="{00000000-0000-0000-0000-000000000000}"/>
          </ac:cxnSpMkLst>
        </pc:cxnChg>
        <pc:cxnChg chg="mod">
          <ac:chgData name="Yuli Jiang (CSD)" userId="7c291cd4-aa97-4867-8d2d-ebf5c1c3b419" providerId="ADAL" clId="{8FBD0129-C0BB-4F8A-B9D2-D31C5DC212F7}" dt="2025-09-28T17:16:32.493" v="84" actId="164"/>
          <ac:cxnSpMkLst>
            <pc:docMk/>
            <pc:sldMk cId="1228135940" sldId="296"/>
            <ac:cxnSpMk id="50" creationId="{00000000-0000-0000-0000-000000000000}"/>
          </ac:cxnSpMkLst>
        </pc:cxnChg>
      </pc:sldChg>
      <pc:sldChg chg="addSp delSp 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521825324" sldId="298"/>
        </pc:sldMkLst>
        <pc:spChg chg="add del mod">
          <ac:chgData name="Yuli Jiang (CSD)" userId="7c291cd4-aa97-4867-8d2d-ebf5c1c3b419" providerId="ADAL" clId="{8FBD0129-C0BB-4F8A-B9D2-D31C5DC212F7}" dt="2025-09-28T17:21:59.645" v="128" actId="478"/>
          <ac:spMkLst>
            <pc:docMk/>
            <pc:sldMk cId="521825324" sldId="298"/>
            <ac:spMk id="4" creationId="{53EE788F-E4E7-A655-0A60-6369A84D22C5}"/>
          </ac:spMkLst>
        </pc:spChg>
      </pc:sldChg>
      <pc:sldChg chg="modTransition modAnim">
        <pc:chgData name="Yuli Jiang (CSD)" userId="7c291cd4-aa97-4867-8d2d-ebf5c1c3b419" providerId="ADAL" clId="{8FBD0129-C0BB-4F8A-B9D2-D31C5DC212F7}" dt="2025-09-28T18:00:16.902" v="408"/>
        <pc:sldMkLst>
          <pc:docMk/>
          <pc:sldMk cId="968428340" sldId="304"/>
        </pc:sldMkLst>
      </pc:sldChg>
      <pc:sldChg chg="ord modTransition modAnim">
        <pc:chgData name="Yuli Jiang (CSD)" userId="7c291cd4-aa97-4867-8d2d-ebf5c1c3b419" providerId="ADAL" clId="{8FBD0129-C0BB-4F8A-B9D2-D31C5DC212F7}" dt="2025-09-28T18:00:06.375" v="407"/>
        <pc:sldMkLst>
          <pc:docMk/>
          <pc:sldMk cId="1853803826" sldId="305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123121090" sldId="306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1971017547" sldId="334"/>
        </pc:sldMkLst>
      </pc:sldChg>
      <pc:sldChg chg="addSp 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1864794358" sldId="340"/>
        </pc:sldMkLst>
        <pc:spChg chg="add mod">
          <ac:chgData name="Yuli Jiang (CSD)" userId="7c291cd4-aa97-4867-8d2d-ebf5c1c3b419" providerId="ADAL" clId="{8FBD0129-C0BB-4F8A-B9D2-D31C5DC212F7}" dt="2025-09-28T17:25:28.711" v="157" actId="1076"/>
          <ac:spMkLst>
            <pc:docMk/>
            <pc:sldMk cId="1864794358" sldId="340"/>
            <ac:spMk id="2" creationId="{3CBED2E2-5F8C-F355-7830-0FAB5C1B5161}"/>
          </ac:spMkLst>
        </pc:spChg>
        <pc:spChg chg="mod">
          <ac:chgData name="Yuli Jiang (CSD)" userId="7c291cd4-aa97-4867-8d2d-ebf5c1c3b419" providerId="ADAL" clId="{8FBD0129-C0BB-4F8A-B9D2-D31C5DC212F7}" dt="2025-09-28T17:25:19.305" v="155" actId="1076"/>
          <ac:spMkLst>
            <pc:docMk/>
            <pc:sldMk cId="1864794358" sldId="340"/>
            <ac:spMk id="3" creationId="{781A1227-EA9D-40CB-A747-D7F444742A4C}"/>
          </ac:spMkLst>
        </pc:spChg>
        <pc:spChg chg="mod">
          <ac:chgData name="Yuli Jiang (CSD)" userId="7c291cd4-aa97-4867-8d2d-ebf5c1c3b419" providerId="ADAL" clId="{8FBD0129-C0BB-4F8A-B9D2-D31C5DC212F7}" dt="2025-09-28T17:25:47.544" v="161" actId="13926"/>
          <ac:spMkLst>
            <pc:docMk/>
            <pc:sldMk cId="1864794358" sldId="340"/>
            <ac:spMk id="15363" creationId="{00000000-0000-0000-0000-000000000000}"/>
          </ac:spMkLst>
        </pc:spChg>
      </pc:sldChg>
      <pc:sldChg chg="addSp 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2531711953" sldId="341"/>
        </pc:sldMkLst>
        <pc:spChg chg="mod">
          <ac:chgData name="Yuli Jiang (CSD)" userId="7c291cd4-aa97-4867-8d2d-ebf5c1c3b419" providerId="ADAL" clId="{8FBD0129-C0BB-4F8A-B9D2-D31C5DC212F7}" dt="2025-09-28T17:26:05.252" v="183" actId="1076"/>
          <ac:spMkLst>
            <pc:docMk/>
            <pc:sldMk cId="2531711953" sldId="341"/>
            <ac:spMk id="3" creationId="{781A1227-EA9D-40CB-A747-D7F444742A4C}"/>
          </ac:spMkLst>
        </pc:spChg>
        <pc:spChg chg="add mod">
          <ac:chgData name="Yuli Jiang (CSD)" userId="7c291cd4-aa97-4867-8d2d-ebf5c1c3b419" providerId="ADAL" clId="{8FBD0129-C0BB-4F8A-B9D2-D31C5DC212F7}" dt="2025-09-28T17:25:30.834" v="158"/>
          <ac:spMkLst>
            <pc:docMk/>
            <pc:sldMk cId="2531711953" sldId="341"/>
            <ac:spMk id="4" creationId="{F1994767-83FD-A3C2-9C46-9A536986467C}"/>
          </ac:spMkLst>
        </pc:spChg>
        <pc:spChg chg="add mod">
          <ac:chgData name="Yuli Jiang (CSD)" userId="7c291cd4-aa97-4867-8d2d-ebf5c1c3b419" providerId="ADAL" clId="{8FBD0129-C0BB-4F8A-B9D2-D31C5DC212F7}" dt="2025-09-28T17:25:35.236" v="159"/>
          <ac:spMkLst>
            <pc:docMk/>
            <pc:sldMk cId="2531711953" sldId="341"/>
            <ac:spMk id="5" creationId="{0963B3EE-5E46-38EB-D59F-EF3806D99164}"/>
          </ac:spMkLst>
        </pc:spChg>
        <pc:spChg chg="mod">
          <ac:chgData name="Yuli Jiang (CSD)" userId="7c291cd4-aa97-4867-8d2d-ebf5c1c3b419" providerId="ADAL" clId="{8FBD0129-C0BB-4F8A-B9D2-D31C5DC212F7}" dt="2025-09-28T17:26:18.094" v="185" actId="13926"/>
          <ac:spMkLst>
            <pc:docMk/>
            <pc:sldMk cId="2531711953" sldId="341"/>
            <ac:spMk id="15363" creationId="{00000000-0000-0000-0000-000000000000}"/>
          </ac:spMkLst>
        </pc:spChg>
      </pc:sldChg>
      <pc:sldChg chg="addSp modSp modTransition modAnim">
        <pc:chgData name="Yuli Jiang (CSD)" userId="7c291cd4-aa97-4867-8d2d-ebf5c1c3b419" providerId="ADAL" clId="{8FBD0129-C0BB-4F8A-B9D2-D31C5DC212F7}" dt="2025-09-28T17:44:40.553" v="280"/>
        <pc:sldMkLst>
          <pc:docMk/>
          <pc:sldMk cId="2069753761" sldId="342"/>
        </pc:sldMkLst>
        <pc:spChg chg="add mod">
          <ac:chgData name="Yuli Jiang (CSD)" userId="7c291cd4-aa97-4867-8d2d-ebf5c1c3b419" providerId="ADAL" clId="{8FBD0129-C0BB-4F8A-B9D2-D31C5DC212F7}" dt="2025-09-28T17:25:40.383" v="160"/>
          <ac:spMkLst>
            <pc:docMk/>
            <pc:sldMk cId="2069753761" sldId="342"/>
            <ac:spMk id="2" creationId="{56551ED8-E207-692C-9CD5-5846EC1F3818}"/>
          </ac:spMkLst>
        </pc:spChg>
        <pc:spChg chg="mod">
          <ac:chgData name="Yuli Jiang (CSD)" userId="7c291cd4-aa97-4867-8d2d-ebf5c1c3b419" providerId="ADAL" clId="{8FBD0129-C0BB-4F8A-B9D2-D31C5DC212F7}" dt="2025-09-28T17:27:16.741" v="226" actId="404"/>
          <ac:spMkLst>
            <pc:docMk/>
            <pc:sldMk cId="2069753761" sldId="342"/>
            <ac:spMk id="3" creationId="{781A1227-EA9D-40CB-A747-D7F444742A4C}"/>
          </ac:spMkLst>
        </pc:spChg>
        <pc:spChg chg="mod">
          <ac:chgData name="Yuli Jiang (CSD)" userId="7c291cd4-aa97-4867-8d2d-ebf5c1c3b419" providerId="ADAL" clId="{8FBD0129-C0BB-4F8A-B9D2-D31C5DC212F7}" dt="2025-09-28T17:28:35.658" v="228" actId="13926"/>
          <ac:spMkLst>
            <pc:docMk/>
            <pc:sldMk cId="2069753761" sldId="342"/>
            <ac:spMk id="15363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3613418614" sldId="346"/>
        </pc:sldMkLst>
        <pc:spChg chg="mod">
          <ac:chgData name="Yuli Jiang (CSD)" userId="7c291cd4-aa97-4867-8d2d-ebf5c1c3b419" providerId="ADAL" clId="{8FBD0129-C0BB-4F8A-B9D2-D31C5DC212F7}" dt="2025-09-28T16:58:19.842" v="53" actId="20577"/>
          <ac:spMkLst>
            <pc:docMk/>
            <pc:sldMk cId="3613418614" sldId="346"/>
            <ac:spMk id="3" creationId="{781A1227-EA9D-40CB-A747-D7F444742A4C}"/>
          </ac:spMkLst>
        </pc:spChg>
      </pc:sldChg>
      <pc:sldChg chg="modSp mod modTransition modAnim">
        <pc:chgData name="Yuli Jiang (CSD)" userId="7c291cd4-aa97-4867-8d2d-ebf5c1c3b419" providerId="ADAL" clId="{8FBD0129-C0BB-4F8A-B9D2-D31C5DC212F7}" dt="2025-09-28T17:44:40.553" v="280"/>
        <pc:sldMkLst>
          <pc:docMk/>
          <pc:sldMk cId="537847125" sldId="347"/>
        </pc:sldMkLst>
        <pc:spChg chg="mod">
          <ac:chgData name="Yuli Jiang (CSD)" userId="7c291cd4-aa97-4867-8d2d-ebf5c1c3b419" providerId="ADAL" clId="{8FBD0129-C0BB-4F8A-B9D2-D31C5DC212F7}" dt="2025-09-28T17:29:05.484" v="232" actId="403"/>
          <ac:spMkLst>
            <pc:docMk/>
            <pc:sldMk cId="537847125" sldId="347"/>
            <ac:spMk id="3" creationId="{FD5F46FE-CFAA-4B19-BF1B-829DDBFCC27F}"/>
          </ac:spMkLst>
        </pc:spChg>
      </pc:sldChg>
      <pc:sldChg chg="addSp modSp mod modTransition modShow">
        <pc:chgData name="Yuli Jiang (CSD)" userId="7c291cd4-aa97-4867-8d2d-ebf5c1c3b419" providerId="ADAL" clId="{8FBD0129-C0BB-4F8A-B9D2-D31C5DC212F7}" dt="2025-09-29T03:25:43.866" v="557" actId="13926"/>
        <pc:sldMkLst>
          <pc:docMk/>
          <pc:sldMk cId="1741792711" sldId="348"/>
        </pc:sldMkLst>
        <pc:spChg chg="mod">
          <ac:chgData name="Yuli Jiang (CSD)" userId="7c291cd4-aa97-4867-8d2d-ebf5c1c3b419" providerId="ADAL" clId="{8FBD0129-C0BB-4F8A-B9D2-D31C5DC212F7}" dt="2025-09-29T03:25:22.639" v="556" actId="15"/>
          <ac:spMkLst>
            <pc:docMk/>
            <pc:sldMk cId="1741792711" sldId="348"/>
            <ac:spMk id="3" creationId="{5FA80D33-EA38-4F98-90C9-539CCEC16FA9}"/>
          </ac:spMkLst>
        </pc:spChg>
        <pc:spChg chg="add mod">
          <ac:chgData name="Yuli Jiang (CSD)" userId="7c291cd4-aa97-4867-8d2d-ebf5c1c3b419" providerId="ADAL" clId="{8FBD0129-C0BB-4F8A-B9D2-D31C5DC212F7}" dt="2025-09-29T03:25:43.866" v="557" actId="13926"/>
          <ac:spMkLst>
            <pc:docMk/>
            <pc:sldMk cId="1741792711" sldId="348"/>
            <ac:spMk id="5" creationId="{D4EE36D7-3EAF-55A6-6641-32EF96C3D6E7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2665989882" sldId="349"/>
        </pc:sldMkLst>
        <pc:spChg chg="mod">
          <ac:chgData name="Yuli Jiang (CSD)" userId="7c291cd4-aa97-4867-8d2d-ebf5c1c3b419" providerId="ADAL" clId="{8FBD0129-C0BB-4F8A-B9D2-D31C5DC212F7}" dt="2025-09-28T17:29:22.808" v="234" actId="115"/>
          <ac:spMkLst>
            <pc:docMk/>
            <pc:sldMk cId="2665989882" sldId="349"/>
            <ac:spMk id="3" creationId="{170B18FD-3D6E-4171-A803-D98AB25FD49F}"/>
          </ac:spMkLst>
        </pc:spChg>
      </pc:sldChg>
      <pc:sldChg chg="modSp mod ord modTransition modShow">
        <pc:chgData name="Yuli Jiang (CSD)" userId="7c291cd4-aa97-4867-8d2d-ebf5c1c3b419" providerId="ADAL" clId="{8FBD0129-C0BB-4F8A-B9D2-D31C5DC212F7}" dt="2025-09-29T03:19:31.439" v="504" actId="729"/>
        <pc:sldMkLst>
          <pc:docMk/>
          <pc:sldMk cId="311679337" sldId="350"/>
        </pc:sldMkLst>
        <pc:spChg chg="mod">
          <ac:chgData name="Yuli Jiang (CSD)" userId="7c291cd4-aa97-4867-8d2d-ebf5c1c3b419" providerId="ADAL" clId="{8FBD0129-C0BB-4F8A-B9D2-D31C5DC212F7}" dt="2025-09-29T02:55:56.267" v="466" actId="1076"/>
          <ac:spMkLst>
            <pc:docMk/>
            <pc:sldMk cId="311679337" sldId="350"/>
            <ac:spMk id="10" creationId="{741CBC6C-A7E1-4BFC-8A32-95CCF6649582}"/>
          </ac:spMkLst>
        </pc:spChg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3542512084" sldId="351"/>
        </pc:sldMkLst>
      </pc:sldChg>
      <pc:sldChg chg="mod modTransition modShow">
        <pc:chgData name="Yuli Jiang (CSD)" userId="7c291cd4-aa97-4867-8d2d-ebf5c1c3b419" providerId="ADAL" clId="{8FBD0129-C0BB-4F8A-B9D2-D31C5DC212F7}" dt="2025-09-28T17:44:40.553" v="280"/>
        <pc:sldMkLst>
          <pc:docMk/>
          <pc:sldMk cId="3058054832" sldId="352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598150674" sldId="353"/>
        </pc:sldMkLst>
      </pc:sldChg>
      <pc:sldChg chg="mod modTransition modShow">
        <pc:chgData name="Yuli Jiang (CSD)" userId="7c291cd4-aa97-4867-8d2d-ebf5c1c3b419" providerId="ADAL" clId="{8FBD0129-C0BB-4F8A-B9D2-D31C5DC212F7}" dt="2025-09-28T17:58:53.235" v="405" actId="729"/>
        <pc:sldMkLst>
          <pc:docMk/>
          <pc:sldMk cId="3241123535" sldId="355"/>
        </pc:sldMkLst>
      </pc:sldChg>
      <pc:sldChg chg="modSp mod modTransition">
        <pc:chgData name="Yuli Jiang (CSD)" userId="7c291cd4-aa97-4867-8d2d-ebf5c1c3b419" providerId="ADAL" clId="{8FBD0129-C0BB-4F8A-B9D2-D31C5DC212F7}" dt="2025-09-28T17:58:11.838" v="404" actId="403"/>
        <pc:sldMkLst>
          <pc:docMk/>
          <pc:sldMk cId="89801017" sldId="357"/>
        </pc:sldMkLst>
        <pc:spChg chg="mod">
          <ac:chgData name="Yuli Jiang (CSD)" userId="7c291cd4-aa97-4867-8d2d-ebf5c1c3b419" providerId="ADAL" clId="{8FBD0129-C0BB-4F8A-B9D2-D31C5DC212F7}" dt="2025-09-28T17:57:59.726" v="402" actId="113"/>
          <ac:spMkLst>
            <pc:docMk/>
            <pc:sldMk cId="89801017" sldId="357"/>
            <ac:spMk id="2" creationId="{56863906-0DCA-4BA4-8D06-72E8214D013C}"/>
          </ac:spMkLst>
        </pc:spChg>
        <pc:spChg chg="mod">
          <ac:chgData name="Yuli Jiang (CSD)" userId="7c291cd4-aa97-4867-8d2d-ebf5c1c3b419" providerId="ADAL" clId="{8FBD0129-C0BB-4F8A-B9D2-D31C5DC212F7}" dt="2025-09-28T17:58:11.838" v="404" actId="403"/>
          <ac:spMkLst>
            <pc:docMk/>
            <pc:sldMk cId="89801017" sldId="357"/>
            <ac:spMk id="3" creationId="{4B509615-5EE5-4478-BC19-1B5ECBF52B76}"/>
          </ac:spMkLst>
        </pc:spChg>
      </pc:sldChg>
      <pc:sldChg chg="modSp modTransition">
        <pc:chgData name="Yuli Jiang (CSD)" userId="7c291cd4-aa97-4867-8d2d-ebf5c1c3b419" providerId="ADAL" clId="{8FBD0129-C0BB-4F8A-B9D2-D31C5DC212F7}" dt="2025-09-28T17:46:09.038" v="294" actId="115"/>
        <pc:sldMkLst>
          <pc:docMk/>
          <pc:sldMk cId="3464330936" sldId="358"/>
        </pc:sldMkLst>
        <pc:spChg chg="mod">
          <ac:chgData name="Yuli Jiang (CSD)" userId="7c291cd4-aa97-4867-8d2d-ebf5c1c3b419" providerId="ADAL" clId="{8FBD0129-C0BB-4F8A-B9D2-D31C5DC212F7}" dt="2025-09-28T17:46:09.038" v="294" actId="115"/>
          <ac:spMkLst>
            <pc:docMk/>
            <pc:sldMk cId="3464330936" sldId="358"/>
            <ac:spMk id="5" creationId="{A809F6B2-F451-7FB1-78F6-618429792FF8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8T17:53:08.216" v="399" actId="13926"/>
        <pc:sldMkLst>
          <pc:docMk/>
          <pc:sldMk cId="3565846311" sldId="359"/>
        </pc:sldMkLst>
        <pc:spChg chg="mod">
          <ac:chgData name="Yuli Jiang (CSD)" userId="7c291cd4-aa97-4867-8d2d-ebf5c1c3b419" providerId="ADAL" clId="{8FBD0129-C0BB-4F8A-B9D2-D31C5DC212F7}" dt="2025-09-28T17:53:08.216" v="399" actId="13926"/>
          <ac:spMkLst>
            <pc:docMk/>
            <pc:sldMk cId="3565846311" sldId="359"/>
            <ac:spMk id="6" creationId="{01096F11-90F3-43DD-9C7D-B417CE60804C}"/>
          </ac:spMkLst>
        </pc:spChg>
      </pc:sldChg>
      <pc:sldChg chg="modSp mod modTransition modAnim">
        <pc:chgData name="Yuli Jiang (CSD)" userId="7c291cd4-aa97-4867-8d2d-ebf5c1c3b419" providerId="ADAL" clId="{8FBD0129-C0BB-4F8A-B9D2-D31C5DC212F7}" dt="2025-09-28T17:47:24.711" v="305" actId="1076"/>
        <pc:sldMkLst>
          <pc:docMk/>
          <pc:sldMk cId="618452833" sldId="360"/>
        </pc:sldMkLst>
        <pc:spChg chg="mod">
          <ac:chgData name="Yuli Jiang (CSD)" userId="7c291cd4-aa97-4867-8d2d-ebf5c1c3b419" providerId="ADAL" clId="{8FBD0129-C0BB-4F8A-B9D2-D31C5DC212F7}" dt="2025-09-28T17:47:24.711" v="305" actId="1076"/>
          <ac:spMkLst>
            <pc:docMk/>
            <pc:sldMk cId="618452833" sldId="360"/>
            <ac:spMk id="3" creationId="{4B509615-5EE5-4478-BC19-1B5ECBF52B76}"/>
          </ac:spMkLst>
        </pc:spChg>
        <pc:spChg chg="mod">
          <ac:chgData name="Yuli Jiang (CSD)" userId="7c291cd4-aa97-4867-8d2d-ebf5c1c3b419" providerId="ADAL" clId="{8FBD0129-C0BB-4F8A-B9D2-D31C5DC212F7}" dt="2025-09-28T17:45:41.032" v="292" actId="404"/>
          <ac:spMkLst>
            <pc:docMk/>
            <pc:sldMk cId="618452833" sldId="360"/>
            <ac:spMk id="10" creationId="{282C1018-EDDA-46B1-9A5F-03AA33343AC0}"/>
          </ac:spMkLst>
        </pc:spChg>
      </pc:sldChg>
      <pc:sldChg chg="addSp modSp mod modTransition modAnim">
        <pc:chgData name="Yuli Jiang (CSD)" userId="7c291cd4-aa97-4867-8d2d-ebf5c1c3b419" providerId="ADAL" clId="{8FBD0129-C0BB-4F8A-B9D2-D31C5DC212F7}" dt="2025-09-28T17:51:12.864" v="398" actId="1076"/>
        <pc:sldMkLst>
          <pc:docMk/>
          <pc:sldMk cId="3260857522" sldId="361"/>
        </pc:sldMkLst>
        <pc:spChg chg="mod">
          <ac:chgData name="Yuli Jiang (CSD)" userId="7c291cd4-aa97-4867-8d2d-ebf5c1c3b419" providerId="ADAL" clId="{8FBD0129-C0BB-4F8A-B9D2-D31C5DC212F7}" dt="2025-09-28T17:50:23.555" v="375" actId="14100"/>
          <ac:spMkLst>
            <pc:docMk/>
            <pc:sldMk cId="3260857522" sldId="361"/>
            <ac:spMk id="2" creationId="{D4EC995F-3020-51EF-3BD3-B59E022F0941}"/>
          </ac:spMkLst>
        </pc:spChg>
        <pc:spChg chg="add mod">
          <ac:chgData name="Yuli Jiang (CSD)" userId="7c291cd4-aa97-4867-8d2d-ebf5c1c3b419" providerId="ADAL" clId="{8FBD0129-C0BB-4F8A-B9D2-D31C5DC212F7}" dt="2025-09-28T17:51:12.864" v="398" actId="1076"/>
          <ac:spMkLst>
            <pc:docMk/>
            <pc:sldMk cId="3260857522" sldId="361"/>
            <ac:spMk id="5" creationId="{2A2622B3-B77B-F45F-D2EF-A75C17873A8E}"/>
          </ac:spMkLst>
        </pc:spChg>
      </pc:sldChg>
      <pc:sldChg chg="modSp mod modTransition modShow">
        <pc:chgData name="Yuli Jiang (CSD)" userId="7c291cd4-aa97-4867-8d2d-ebf5c1c3b419" providerId="ADAL" clId="{8FBD0129-C0BB-4F8A-B9D2-D31C5DC212F7}" dt="2025-09-29T03:11:00.814" v="482" actId="729"/>
        <pc:sldMkLst>
          <pc:docMk/>
          <pc:sldMk cId="3945441049" sldId="365"/>
        </pc:sldMkLst>
        <pc:spChg chg="mod">
          <ac:chgData name="Yuli Jiang (CSD)" userId="7c291cd4-aa97-4867-8d2d-ebf5c1c3b419" providerId="ADAL" clId="{8FBD0129-C0BB-4F8A-B9D2-D31C5DC212F7}" dt="2025-09-28T17:57:06.299" v="401" actId="404"/>
          <ac:spMkLst>
            <pc:docMk/>
            <pc:sldMk cId="3945441049" sldId="365"/>
            <ac:spMk id="3" creationId="{88F2F950-5696-47FC-8F96-7255E4C9C265}"/>
          </ac:spMkLst>
        </pc:spChg>
      </pc:sldChg>
      <pc:sldChg chg="modSp mod ord modTransition modShow">
        <pc:chgData name="Yuli Jiang (CSD)" userId="7c291cd4-aa97-4867-8d2d-ebf5c1c3b419" providerId="ADAL" clId="{8FBD0129-C0BB-4F8A-B9D2-D31C5DC212F7}" dt="2025-09-29T03:20:54.540" v="515" actId="1076"/>
        <pc:sldMkLst>
          <pc:docMk/>
          <pc:sldMk cId="4237953005" sldId="366"/>
        </pc:sldMkLst>
        <pc:spChg chg="mod">
          <ac:chgData name="Yuli Jiang (CSD)" userId="7c291cd4-aa97-4867-8d2d-ebf5c1c3b419" providerId="ADAL" clId="{8FBD0129-C0BB-4F8A-B9D2-D31C5DC212F7}" dt="2025-09-29T03:20:52.110" v="514" actId="1076"/>
          <ac:spMkLst>
            <pc:docMk/>
            <pc:sldMk cId="4237953005" sldId="366"/>
            <ac:spMk id="9" creationId="{00000000-0000-0000-0000-000000000000}"/>
          </ac:spMkLst>
        </pc:spChg>
        <pc:cxnChg chg="mod">
          <ac:chgData name="Yuli Jiang (CSD)" userId="7c291cd4-aa97-4867-8d2d-ebf5c1c3b419" providerId="ADAL" clId="{8FBD0129-C0BB-4F8A-B9D2-D31C5DC212F7}" dt="2025-09-29T03:20:49.939" v="513" actId="1076"/>
          <ac:cxnSpMkLst>
            <pc:docMk/>
            <pc:sldMk cId="4237953005" sldId="366"/>
            <ac:cxnSpMk id="13" creationId="{00000000-0000-0000-0000-000000000000}"/>
          </ac:cxnSpMkLst>
        </pc:cxnChg>
        <pc:cxnChg chg="mod">
          <ac:chgData name="Yuli Jiang (CSD)" userId="7c291cd4-aa97-4867-8d2d-ebf5c1c3b419" providerId="ADAL" clId="{8FBD0129-C0BB-4F8A-B9D2-D31C5DC212F7}" dt="2025-09-29T03:20:54.540" v="515" actId="1076"/>
          <ac:cxnSpMkLst>
            <pc:docMk/>
            <pc:sldMk cId="4237953005" sldId="366"/>
            <ac:cxnSpMk id="16" creationId="{00000000-0000-0000-0000-000000000000}"/>
          </ac:cxnSpMkLst>
        </pc:cxnChg>
      </pc:sldChg>
      <pc:sldChg chg="mod ord modTransition modShow">
        <pc:chgData name="Yuli Jiang (CSD)" userId="7c291cd4-aa97-4867-8d2d-ebf5c1c3b419" providerId="ADAL" clId="{8FBD0129-C0BB-4F8A-B9D2-D31C5DC212F7}" dt="2025-09-29T02:50:52.062" v="415" actId="729"/>
        <pc:sldMkLst>
          <pc:docMk/>
          <pc:sldMk cId="1642688416" sldId="367"/>
        </pc:sldMkLst>
      </pc:sldChg>
      <pc:sldChg chg="mod ord modTransition modShow">
        <pc:chgData name="Yuli Jiang (CSD)" userId="7c291cd4-aa97-4867-8d2d-ebf5c1c3b419" providerId="ADAL" clId="{8FBD0129-C0BB-4F8A-B9D2-D31C5DC212F7}" dt="2025-09-29T02:50:55.668" v="416" actId="729"/>
        <pc:sldMkLst>
          <pc:docMk/>
          <pc:sldMk cId="1926677519" sldId="368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4080931472" sldId="369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059671556" sldId="370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042084345" sldId="371"/>
        </pc:sldMkLst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1234021155" sldId="373"/>
        </pc:sldMkLst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1364407813" sldId="375"/>
        </pc:sldMkLst>
        <pc:spChg chg="mod">
          <ac:chgData name="Yuli Jiang (CSD)" userId="7c291cd4-aa97-4867-8d2d-ebf5c1c3b419" providerId="ADAL" clId="{8FBD0129-C0BB-4F8A-B9D2-D31C5DC212F7}" dt="2025-09-28T17:44:11.193" v="278" actId="113"/>
          <ac:spMkLst>
            <pc:docMk/>
            <pc:sldMk cId="1364407813" sldId="375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28T17:44:17.174" v="279" actId="403"/>
          <ac:spMkLst>
            <pc:docMk/>
            <pc:sldMk cId="1364407813" sldId="375"/>
            <ac:spMk id="3" creationId="{00000000-0000-0000-0000-000000000000}"/>
          </ac:spMkLst>
        </pc:spChg>
      </pc:sldChg>
      <pc:sldChg chg="mod modTransition modShow">
        <pc:chgData name="Yuli Jiang (CSD)" userId="7c291cd4-aa97-4867-8d2d-ebf5c1c3b419" providerId="ADAL" clId="{8FBD0129-C0BB-4F8A-B9D2-D31C5DC212F7}" dt="2025-09-28T17:44:40.553" v="280"/>
        <pc:sldMkLst>
          <pc:docMk/>
          <pc:sldMk cId="4085693794" sldId="376"/>
        </pc:sldMkLst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1755307977" sldId="379"/>
        </pc:sldMkLst>
        <pc:spChg chg="mod">
          <ac:chgData name="Yuli Jiang (CSD)" userId="7c291cd4-aa97-4867-8d2d-ebf5c1c3b419" providerId="ADAL" clId="{8FBD0129-C0BB-4F8A-B9D2-D31C5DC212F7}" dt="2025-09-28T16:55:53.224" v="43" actId="1076"/>
          <ac:spMkLst>
            <pc:docMk/>
            <pc:sldMk cId="1755307977" sldId="379"/>
            <ac:spMk id="5" creationId="{62A27699-41AE-F3A2-BEA1-2869B23FEBB8}"/>
          </ac:spMkLst>
        </pc:spChg>
        <pc:spChg chg="mod">
          <ac:chgData name="Yuli Jiang (CSD)" userId="7c291cd4-aa97-4867-8d2d-ebf5c1c3b419" providerId="ADAL" clId="{8FBD0129-C0BB-4F8A-B9D2-D31C5DC212F7}" dt="2025-09-28T16:56:22.315" v="47" actId="1076"/>
          <ac:spMkLst>
            <pc:docMk/>
            <pc:sldMk cId="1755307977" sldId="379"/>
            <ac:spMk id="6" creationId="{CFD202E8-6503-11BC-A4ED-9A1DEAC85338}"/>
          </ac:spMkLst>
        </pc:spChg>
        <pc:grpChg chg="mod">
          <ac:chgData name="Yuli Jiang (CSD)" userId="7c291cd4-aa97-4867-8d2d-ebf5c1c3b419" providerId="ADAL" clId="{8FBD0129-C0BB-4F8A-B9D2-D31C5DC212F7}" dt="2025-09-28T16:56:26.333" v="48" actId="1076"/>
          <ac:grpSpMkLst>
            <pc:docMk/>
            <pc:sldMk cId="1755307977" sldId="379"/>
            <ac:grpSpMk id="7" creationId="{7361B396-3713-36C4-A3D9-C08450E368C5}"/>
          </ac:grpSpMkLst>
        </pc:grpChg>
        <pc:graphicFrameChg chg="mod">
          <ac:chgData name="Yuli Jiang (CSD)" userId="7c291cd4-aa97-4867-8d2d-ebf5c1c3b419" providerId="ADAL" clId="{8FBD0129-C0BB-4F8A-B9D2-D31C5DC212F7}" dt="2025-09-28T16:56:06.408" v="45" actId="1076"/>
          <ac:graphicFrameMkLst>
            <pc:docMk/>
            <pc:sldMk cId="1755307977" sldId="379"/>
            <ac:graphicFrameMk id="8" creationId="{9EFD579D-7BBE-3D87-8700-4FBC677FF056}"/>
          </ac:graphicFrameMkLst>
        </pc:graphicFrameChg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2687431597" sldId="380"/>
        </pc:sldMkLst>
        <pc:spChg chg="mod">
          <ac:chgData name="Yuli Jiang (CSD)" userId="7c291cd4-aa97-4867-8d2d-ebf5c1c3b419" providerId="ADAL" clId="{8FBD0129-C0BB-4F8A-B9D2-D31C5DC212F7}" dt="2025-09-28T16:54:18.728" v="20" actId="20577"/>
          <ac:spMkLst>
            <pc:docMk/>
            <pc:sldMk cId="2687431597" sldId="380"/>
            <ac:spMk id="2" creationId="{4B871D3A-1B4E-1E63-6657-4625ECD023B8}"/>
          </ac:spMkLst>
        </pc:spChg>
        <pc:spChg chg="mod">
          <ac:chgData name="Yuli Jiang (CSD)" userId="7c291cd4-aa97-4867-8d2d-ebf5c1c3b419" providerId="ADAL" clId="{8FBD0129-C0BB-4F8A-B9D2-D31C5DC212F7}" dt="2025-09-28T16:54:48.807" v="28" actId="113"/>
          <ac:spMkLst>
            <pc:docMk/>
            <pc:sldMk cId="2687431597" sldId="380"/>
            <ac:spMk id="3" creationId="{282D1C62-E334-0C42-3169-92658A1EFA86}"/>
          </ac:spMkLst>
        </pc:spChg>
      </pc:sldChg>
      <pc:sldChg chg="or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4177591982" sldId="381"/>
        </pc:sldMkLst>
      </pc:sldChg>
      <pc:sldChg chg="modSp modTransition">
        <pc:chgData name="Yuli Jiang (CSD)" userId="7c291cd4-aa97-4867-8d2d-ebf5c1c3b419" providerId="ADAL" clId="{8FBD0129-C0BB-4F8A-B9D2-D31C5DC212F7}" dt="2025-09-28T18:03:01.946" v="410" actId="20577"/>
        <pc:sldMkLst>
          <pc:docMk/>
          <pc:sldMk cId="3161838832" sldId="382"/>
        </pc:sldMkLst>
        <pc:spChg chg="mod">
          <ac:chgData name="Yuli Jiang (CSD)" userId="7c291cd4-aa97-4867-8d2d-ebf5c1c3b419" providerId="ADAL" clId="{8FBD0129-C0BB-4F8A-B9D2-D31C5DC212F7}" dt="2025-09-28T18:03:01.946" v="410" actId="20577"/>
          <ac:spMkLst>
            <pc:docMk/>
            <pc:sldMk cId="3161838832" sldId="382"/>
            <ac:spMk id="22532" creationId="{1969458E-1A8F-530A-D557-403F6CB7C226}"/>
          </ac:spMkLst>
        </pc:spChg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780872565" sldId="383"/>
        </pc:sldMkLst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280050046" sldId="384"/>
        </pc:sldMkLst>
        <pc:spChg chg="mod">
          <ac:chgData name="Yuli Jiang (CSD)" userId="7c291cd4-aa97-4867-8d2d-ebf5c1c3b419" providerId="ADAL" clId="{8FBD0129-C0BB-4F8A-B9D2-D31C5DC212F7}" dt="2025-09-28T17:00:18.657" v="71" actId="1076"/>
          <ac:spMkLst>
            <pc:docMk/>
            <pc:sldMk cId="280050046" sldId="384"/>
            <ac:spMk id="10" creationId="{6A58547F-D95A-9D8D-E5B5-C2F6EDEB3B3E}"/>
          </ac:spMkLst>
        </pc:spChg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382933222" sldId="385"/>
        </pc:sldMkLst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2390330789" sldId="386"/>
        </pc:sldMkLst>
        <pc:spChg chg="mod">
          <ac:chgData name="Yuli Jiang (CSD)" userId="7c291cd4-aa97-4867-8d2d-ebf5c1c3b419" providerId="ADAL" clId="{8FBD0129-C0BB-4F8A-B9D2-D31C5DC212F7}" dt="2025-09-28T17:02:18.515" v="76" actId="404"/>
          <ac:spMkLst>
            <pc:docMk/>
            <pc:sldMk cId="2390330789" sldId="386"/>
            <ac:spMk id="3" creationId="{6DB583B1-8E45-4FCC-71CA-39C05AD4339E}"/>
          </ac:spMkLst>
        </pc:spChg>
      </pc:sldChg>
      <pc:sldChg chg="modTransition">
        <pc:chgData name="Yuli Jiang (CSD)" userId="7c291cd4-aa97-4867-8d2d-ebf5c1c3b419" providerId="ADAL" clId="{8FBD0129-C0BB-4F8A-B9D2-D31C5DC212F7}" dt="2025-09-28T17:44:40.553" v="280"/>
        <pc:sldMkLst>
          <pc:docMk/>
          <pc:sldMk cId="2263623268" sldId="387"/>
        </pc:sldMkLst>
      </pc:sldChg>
      <pc:sldChg chg="del modTransition">
        <pc:chgData name="Yuli Jiang (CSD)" userId="7c291cd4-aa97-4867-8d2d-ebf5c1c3b419" providerId="ADAL" clId="{8FBD0129-C0BB-4F8A-B9D2-D31C5DC212F7}" dt="2025-09-28T17:56:17.396" v="400" actId="2696"/>
        <pc:sldMkLst>
          <pc:docMk/>
          <pc:sldMk cId="4225439082" sldId="388"/>
        </pc:sldMkLst>
      </pc:sldChg>
      <pc:sldChg chg="addSp modSp mod modTransition modAnim">
        <pc:chgData name="Yuli Jiang (CSD)" userId="7c291cd4-aa97-4867-8d2d-ebf5c1c3b419" providerId="ADAL" clId="{8FBD0129-C0BB-4F8A-B9D2-D31C5DC212F7}" dt="2025-09-29T03:20:17.513" v="512" actId="207"/>
        <pc:sldMkLst>
          <pc:docMk/>
          <pc:sldMk cId="4188803468" sldId="389"/>
        </pc:sldMkLst>
        <pc:spChg chg="mod">
          <ac:chgData name="Yuli Jiang (CSD)" userId="7c291cd4-aa97-4867-8d2d-ebf5c1c3b419" providerId="ADAL" clId="{8FBD0129-C0BB-4F8A-B9D2-D31C5DC212F7}" dt="2025-09-29T03:20:17.513" v="512" actId="207"/>
          <ac:spMkLst>
            <pc:docMk/>
            <pc:sldMk cId="4188803468" sldId="389"/>
            <ac:spMk id="3" creationId="{BFD2D44E-68EB-9254-C2A9-F707113A1EB9}"/>
          </ac:spMkLst>
        </pc:spChg>
        <pc:spChg chg="add mod">
          <ac:chgData name="Yuli Jiang (CSD)" userId="7c291cd4-aa97-4867-8d2d-ebf5c1c3b419" providerId="ADAL" clId="{8FBD0129-C0BB-4F8A-B9D2-D31C5DC212F7}" dt="2025-09-29T03:19:10.502" v="502" actId="1076"/>
          <ac:spMkLst>
            <pc:docMk/>
            <pc:sldMk cId="4188803468" sldId="389"/>
            <ac:spMk id="5" creationId="{3B7E9796-6813-E1BB-A24C-264D0F723578}"/>
          </ac:spMkLst>
        </pc:spChg>
        <pc:spChg chg="add mod">
          <ac:chgData name="Yuli Jiang (CSD)" userId="7c291cd4-aa97-4867-8d2d-ebf5c1c3b419" providerId="ADAL" clId="{8FBD0129-C0BB-4F8A-B9D2-D31C5DC212F7}" dt="2025-09-29T03:18:54.886" v="501" actId="1076"/>
          <ac:spMkLst>
            <pc:docMk/>
            <pc:sldMk cId="4188803468" sldId="389"/>
            <ac:spMk id="9" creationId="{91476E38-CA44-7B91-86C3-3F9F19836DCC}"/>
          </ac:spMkLst>
        </pc:spChg>
        <pc:spChg chg="mod">
          <ac:chgData name="Yuli Jiang (CSD)" userId="7c291cd4-aa97-4867-8d2d-ebf5c1c3b419" providerId="ADAL" clId="{8FBD0129-C0BB-4F8A-B9D2-D31C5DC212F7}" dt="2025-09-28T17:31:57.469" v="247" actId="20577"/>
          <ac:spMkLst>
            <pc:docMk/>
            <pc:sldMk cId="4188803468" sldId="389"/>
            <ac:spMk id="10" creationId="{61645EA6-9A1C-93AF-650E-B1C762C85158}"/>
          </ac:spMkLst>
        </pc:spChg>
        <pc:cxnChg chg="add mod">
          <ac:chgData name="Yuli Jiang (CSD)" userId="7c291cd4-aa97-4867-8d2d-ebf5c1c3b419" providerId="ADAL" clId="{8FBD0129-C0BB-4F8A-B9D2-D31C5DC212F7}" dt="2025-09-29T03:18:23.664" v="488" actId="1076"/>
          <ac:cxnSpMkLst>
            <pc:docMk/>
            <pc:sldMk cId="4188803468" sldId="389"/>
            <ac:cxnSpMk id="7" creationId="{DA41AB00-AF03-514D-04C4-93499EE66C63}"/>
          </ac:cxnSpMkLst>
        </pc:cxnChg>
        <pc:cxnChg chg="add mod">
          <ac:chgData name="Yuli Jiang (CSD)" userId="7c291cd4-aa97-4867-8d2d-ebf5c1c3b419" providerId="ADAL" clId="{8FBD0129-C0BB-4F8A-B9D2-D31C5DC212F7}" dt="2025-09-29T03:19:17.613" v="503" actId="1076"/>
          <ac:cxnSpMkLst>
            <pc:docMk/>
            <pc:sldMk cId="4188803468" sldId="389"/>
            <ac:cxnSpMk id="11" creationId="{64CAE2F1-265A-3CFA-AACA-34BE23CC1674}"/>
          </ac:cxnSpMkLst>
        </pc:cxnChg>
      </pc:sldChg>
      <pc:sldChg chg="addSp modSp modTransition">
        <pc:chgData name="Yuli Jiang (CSD)" userId="7c291cd4-aa97-4867-8d2d-ebf5c1c3b419" providerId="ADAL" clId="{8FBD0129-C0BB-4F8A-B9D2-D31C5DC212F7}" dt="2025-09-28T18:01:35.186" v="409"/>
        <pc:sldMkLst>
          <pc:docMk/>
          <pc:sldMk cId="1664956063" sldId="390"/>
        </pc:sldMkLst>
        <pc:spChg chg="add mod">
          <ac:chgData name="Yuli Jiang (CSD)" userId="7c291cd4-aa97-4867-8d2d-ebf5c1c3b419" providerId="ADAL" clId="{8FBD0129-C0BB-4F8A-B9D2-D31C5DC212F7}" dt="2025-09-28T18:01:35.186" v="409"/>
          <ac:spMkLst>
            <pc:docMk/>
            <pc:sldMk cId="1664956063" sldId="390"/>
            <ac:spMk id="5" creationId="{0BC47E67-27BA-C277-61AA-6EE13DED3791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596685943" sldId="391"/>
        </pc:sldMkLst>
        <pc:spChg chg="mod">
          <ac:chgData name="Yuli Jiang (CSD)" userId="7c291cd4-aa97-4867-8d2d-ebf5c1c3b419" providerId="ADAL" clId="{8FBD0129-C0BB-4F8A-B9D2-D31C5DC212F7}" dt="2025-09-28T17:03:39.435" v="79" actId="403"/>
          <ac:spMkLst>
            <pc:docMk/>
            <pc:sldMk cId="596685943" sldId="391"/>
            <ac:spMk id="10" creationId="{5BE26BA2-CB31-3549-7607-C7A0D8AA112E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8T17:44:40.553" v="280"/>
        <pc:sldMkLst>
          <pc:docMk/>
          <pc:sldMk cId="1234568695" sldId="392"/>
        </pc:sldMkLst>
        <pc:spChg chg="mod">
          <ac:chgData name="Yuli Jiang (CSD)" userId="7c291cd4-aa97-4867-8d2d-ebf5c1c3b419" providerId="ADAL" clId="{8FBD0129-C0BB-4F8A-B9D2-D31C5DC212F7}" dt="2025-09-28T16:59:51.162" v="64" actId="207"/>
          <ac:spMkLst>
            <pc:docMk/>
            <pc:sldMk cId="1234568695" sldId="392"/>
            <ac:spMk id="3" creationId="{FD5F46FE-CFAA-4B19-BF1B-829DDBFCC27F}"/>
          </ac:spMkLst>
        </pc:spChg>
      </pc:sldChg>
      <pc:sldChg chg="del">
        <pc:chgData name="Yuli Jiang (CSD)" userId="7c291cd4-aa97-4867-8d2d-ebf5c1c3b419" providerId="ADAL" clId="{8FBD0129-C0BB-4F8A-B9D2-D31C5DC212F7}" dt="2025-09-28T16:56:35.071" v="49" actId="47"/>
        <pc:sldMkLst>
          <pc:docMk/>
          <pc:sldMk cId="631426657" sldId="393"/>
        </pc:sldMkLst>
      </pc:sldChg>
      <pc:sldChg chg="addSp delSp modSp add mod modTransition addAnim delAnim modAnim">
        <pc:chgData name="Yuli Jiang (CSD)" userId="7c291cd4-aa97-4867-8d2d-ebf5c1c3b419" providerId="ADAL" clId="{8FBD0129-C0BB-4F8A-B9D2-D31C5DC212F7}" dt="2025-09-28T17:44:40.553" v="280"/>
        <pc:sldMkLst>
          <pc:docMk/>
          <pc:sldMk cId="1173406365" sldId="393"/>
        </pc:sldMkLst>
        <pc:spChg chg="mod">
          <ac:chgData name="Yuli Jiang (CSD)" userId="7c291cd4-aa97-4867-8d2d-ebf5c1c3b419" providerId="ADAL" clId="{8FBD0129-C0BB-4F8A-B9D2-D31C5DC212F7}" dt="2025-09-28T17:23:34.722" v="150" actId="1076"/>
          <ac:spMkLst>
            <pc:docMk/>
            <pc:sldMk cId="1173406365" sldId="393"/>
            <ac:spMk id="4" creationId="{BB80CA33-68EF-219C-5177-28620E010763}"/>
          </ac:spMkLst>
        </pc:spChg>
        <pc:spChg chg="del">
          <ac:chgData name="Yuli Jiang (CSD)" userId="7c291cd4-aa97-4867-8d2d-ebf5c1c3b419" providerId="ADAL" clId="{8FBD0129-C0BB-4F8A-B9D2-D31C5DC212F7}" dt="2025-09-28T17:23:21.161" v="146" actId="478"/>
          <ac:spMkLst>
            <pc:docMk/>
            <pc:sldMk cId="1173406365" sldId="393"/>
            <ac:spMk id="11" creationId="{F07F38D2-A06A-3342-9D85-5180DABAE8F3}"/>
          </ac:spMkLst>
        </pc:spChg>
        <pc:spChg chg="mod">
          <ac:chgData name="Yuli Jiang (CSD)" userId="7c291cd4-aa97-4867-8d2d-ebf5c1c3b419" providerId="ADAL" clId="{8FBD0129-C0BB-4F8A-B9D2-D31C5DC212F7}" dt="2025-09-28T17:23:28.977" v="149" actId="20577"/>
          <ac:spMkLst>
            <pc:docMk/>
            <pc:sldMk cId="1173406365" sldId="393"/>
            <ac:spMk id="13" creationId="{7184D802-4854-80B9-A244-4A9AA0221C3E}"/>
          </ac:spMkLst>
        </pc:spChg>
        <pc:spChg chg="del">
          <ac:chgData name="Yuli Jiang (CSD)" userId="7c291cd4-aa97-4867-8d2d-ebf5c1c3b419" providerId="ADAL" clId="{8FBD0129-C0BB-4F8A-B9D2-D31C5DC212F7}" dt="2025-09-28T17:23:19.894" v="145" actId="478"/>
          <ac:spMkLst>
            <pc:docMk/>
            <pc:sldMk cId="1173406365" sldId="393"/>
            <ac:spMk id="14" creationId="{6B400A11-6785-C5C9-7524-5AB3F89D55BA}"/>
          </ac:spMkLst>
        </pc:spChg>
        <pc:spChg chg="add del mod">
          <ac:chgData name="Yuli Jiang (CSD)" userId="7c291cd4-aa97-4867-8d2d-ebf5c1c3b419" providerId="ADAL" clId="{8FBD0129-C0BB-4F8A-B9D2-D31C5DC212F7}" dt="2025-09-28T17:23:26.978" v="148" actId="20577"/>
          <ac:spMkLst>
            <pc:docMk/>
            <pc:sldMk cId="1173406365" sldId="393"/>
            <ac:spMk id="15" creationId="{9D002BC7-BB3E-6815-82FE-83A9FFB038F6}"/>
          </ac:spMkLst>
        </pc:spChg>
        <pc:spChg chg="mod">
          <ac:chgData name="Yuli Jiang (CSD)" userId="7c291cd4-aa97-4867-8d2d-ebf5c1c3b419" providerId="ADAL" clId="{8FBD0129-C0BB-4F8A-B9D2-D31C5DC212F7}" dt="2025-09-28T17:22:45.090" v="137" actId="13926"/>
          <ac:spMkLst>
            <pc:docMk/>
            <pc:sldMk cId="1173406365" sldId="393"/>
            <ac:spMk id="22532" creationId="{8D778DA2-4807-D501-5075-377ACB6DE21E}"/>
          </ac:spMkLst>
        </pc:spChg>
        <pc:cxnChg chg="del">
          <ac:chgData name="Yuli Jiang (CSD)" userId="7c291cd4-aa97-4867-8d2d-ebf5c1c3b419" providerId="ADAL" clId="{8FBD0129-C0BB-4F8A-B9D2-D31C5DC212F7}" dt="2025-09-28T17:23:18.814" v="144" actId="478"/>
          <ac:cxnSpMkLst>
            <pc:docMk/>
            <pc:sldMk cId="1173406365" sldId="393"/>
            <ac:cxnSpMk id="22" creationId="{89039A5A-8499-ED61-8C59-136C7919F987}"/>
          </ac:cxnSpMkLst>
        </pc:cxnChg>
        <pc:cxnChg chg="del">
          <ac:chgData name="Yuli Jiang (CSD)" userId="7c291cd4-aa97-4867-8d2d-ebf5c1c3b419" providerId="ADAL" clId="{8FBD0129-C0BB-4F8A-B9D2-D31C5DC212F7}" dt="2025-09-28T17:23:18.146" v="143" actId="478"/>
          <ac:cxnSpMkLst>
            <pc:docMk/>
            <pc:sldMk cId="1173406365" sldId="393"/>
            <ac:cxnSpMk id="24" creationId="{3AB8F620-1EF9-317B-32F0-E0FA1C242ACA}"/>
          </ac:cxnSpMkLst>
        </pc:cxnChg>
      </pc:sldChg>
      <pc:sldChg chg="addSp delSp modSp add mod modAnim">
        <pc:chgData name="Yuli Jiang (CSD)" userId="7c291cd4-aa97-4867-8d2d-ebf5c1c3b419" providerId="ADAL" clId="{8FBD0129-C0BB-4F8A-B9D2-D31C5DC212F7}" dt="2025-09-29T03:11:46.443" v="486" actId="20577"/>
        <pc:sldMkLst>
          <pc:docMk/>
          <pc:sldMk cId="4205614255" sldId="394"/>
        </pc:sldMkLst>
        <pc:spChg chg="add mod">
          <ac:chgData name="Yuli Jiang (CSD)" userId="7c291cd4-aa97-4867-8d2d-ebf5c1c3b419" providerId="ADAL" clId="{8FBD0129-C0BB-4F8A-B9D2-D31C5DC212F7}" dt="2025-09-29T03:11:46.443" v="486" actId="20577"/>
          <ac:spMkLst>
            <pc:docMk/>
            <pc:sldMk cId="4205614255" sldId="394"/>
            <ac:spMk id="5" creationId="{1B825871-7DAE-C53F-40DB-336CA64E79ED}"/>
          </ac:spMkLst>
        </pc:spChg>
        <pc:spChg chg="mod">
          <ac:chgData name="Yuli Jiang (CSD)" userId="7c291cd4-aa97-4867-8d2d-ebf5c1c3b419" providerId="ADAL" clId="{8FBD0129-C0BB-4F8A-B9D2-D31C5DC212F7}" dt="2025-09-29T02:52:56.344" v="422" actId="400"/>
          <ac:spMkLst>
            <pc:docMk/>
            <pc:sldMk cId="4205614255" sldId="394"/>
            <ac:spMk id="6" creationId="{3EB98E71-B979-9D0C-81FF-306FB33944D3}"/>
          </ac:spMkLst>
        </pc:spChg>
        <pc:spChg chg="mod">
          <ac:chgData name="Yuli Jiang (CSD)" userId="7c291cd4-aa97-4867-8d2d-ebf5c1c3b419" providerId="ADAL" clId="{8FBD0129-C0BB-4F8A-B9D2-D31C5DC212F7}" dt="2025-09-29T02:53:03.813" v="423" actId="404"/>
          <ac:spMkLst>
            <pc:docMk/>
            <pc:sldMk cId="4205614255" sldId="394"/>
            <ac:spMk id="10" creationId="{01636407-0706-5023-7059-CBF0F354A9AA}"/>
          </ac:spMkLst>
        </pc:spChg>
        <pc:inkChg chg="add del">
          <ac:chgData name="Yuli Jiang (CSD)" userId="7c291cd4-aa97-4867-8d2d-ebf5c1c3b419" providerId="ADAL" clId="{8FBD0129-C0BB-4F8A-B9D2-D31C5DC212F7}" dt="2025-09-29T02:57:36.655" v="468" actId="9405"/>
          <ac:inkMkLst>
            <pc:docMk/>
            <pc:sldMk cId="4205614255" sldId="394"/>
            <ac:inkMk id="7" creationId="{89D56FD2-5A64-4777-9BE9-93A88D449D17}"/>
          </ac:inkMkLst>
        </pc:inkChg>
        <pc:inkChg chg="add del">
          <ac:chgData name="Yuli Jiang (CSD)" userId="7c291cd4-aa97-4867-8d2d-ebf5c1c3b419" providerId="ADAL" clId="{8FBD0129-C0BB-4F8A-B9D2-D31C5DC212F7}" dt="2025-09-29T02:57:51.261" v="472" actId="9405"/>
          <ac:inkMkLst>
            <pc:docMk/>
            <pc:sldMk cId="4205614255" sldId="394"/>
            <ac:inkMk id="9" creationId="{92CE42E0-B12D-EC77-0F08-C0B924D13500}"/>
          </ac:inkMkLst>
        </pc:inkChg>
        <pc:inkChg chg="add">
          <ac:chgData name="Yuli Jiang (CSD)" userId="7c291cd4-aa97-4867-8d2d-ebf5c1c3b419" providerId="ADAL" clId="{8FBD0129-C0BB-4F8A-B9D2-D31C5DC212F7}" dt="2025-09-29T02:57:47.642" v="470"/>
          <ac:inkMkLst>
            <pc:docMk/>
            <pc:sldMk cId="4205614255" sldId="394"/>
            <ac:inkMk id="11" creationId="{E4D2540E-7769-9A12-09D3-ED21235E1793}"/>
          </ac:inkMkLst>
        </pc:inkChg>
        <pc:inkChg chg="add mod">
          <ac:chgData name="Yuli Jiang (CSD)" userId="7c291cd4-aa97-4867-8d2d-ebf5c1c3b419" providerId="ADAL" clId="{8FBD0129-C0BB-4F8A-B9D2-D31C5DC212F7}" dt="2025-09-29T02:58:13.929" v="478" actId="1076"/>
          <ac:inkMkLst>
            <pc:docMk/>
            <pc:sldMk cId="4205614255" sldId="394"/>
            <ac:inkMk id="12" creationId="{A5A9D3A8-098F-B4B6-C606-838F9D2165B9}"/>
          </ac:inkMkLst>
        </pc:inkChg>
        <pc:inkChg chg="add del">
          <ac:chgData name="Yuli Jiang (CSD)" userId="7c291cd4-aa97-4867-8d2d-ebf5c1c3b419" providerId="ADAL" clId="{8FBD0129-C0BB-4F8A-B9D2-D31C5DC212F7}" dt="2025-09-29T02:57:59.119" v="475"/>
          <ac:inkMkLst>
            <pc:docMk/>
            <pc:sldMk cId="4205614255" sldId="394"/>
            <ac:inkMk id="13" creationId="{0250EEC9-5F29-C182-0EA2-CD2C587146C2}"/>
          </ac:inkMkLst>
        </pc:inkChg>
        <pc:inkChg chg="add mod">
          <ac:chgData name="Yuli Jiang (CSD)" userId="7c291cd4-aa97-4867-8d2d-ebf5c1c3b419" providerId="ADAL" clId="{8FBD0129-C0BB-4F8A-B9D2-D31C5DC212F7}" dt="2025-09-29T02:58:19.744" v="479" actId="1076"/>
          <ac:inkMkLst>
            <pc:docMk/>
            <pc:sldMk cId="4205614255" sldId="394"/>
            <ac:inkMk id="14" creationId="{A8065C99-B84B-3BB6-09FC-266CCD87F332}"/>
          </ac:inkMkLst>
        </pc:inkChg>
        <pc:inkChg chg="add mod">
          <ac:chgData name="Yuli Jiang (CSD)" userId="7c291cd4-aa97-4867-8d2d-ebf5c1c3b419" providerId="ADAL" clId="{8FBD0129-C0BB-4F8A-B9D2-D31C5DC212F7}" dt="2025-09-29T02:58:22.754" v="480" actId="1076"/>
          <ac:inkMkLst>
            <pc:docMk/>
            <pc:sldMk cId="4205614255" sldId="394"/>
            <ac:inkMk id="15" creationId="{2D6B95EC-EF3C-7D3D-B029-94AD23663701}"/>
          </ac:inkMkLst>
        </pc:inkChg>
        <pc:inkChg chg="add mod">
          <ac:chgData name="Yuli Jiang (CSD)" userId="7c291cd4-aa97-4867-8d2d-ebf5c1c3b419" providerId="ADAL" clId="{8FBD0129-C0BB-4F8A-B9D2-D31C5DC212F7}" dt="2025-09-29T02:58:26.243" v="481" actId="1076"/>
          <ac:inkMkLst>
            <pc:docMk/>
            <pc:sldMk cId="4205614255" sldId="394"/>
            <ac:inkMk id="16" creationId="{DEB451B0-CC33-12CA-DB5D-98A4A25CE95A}"/>
          </ac:inkMkLst>
        </pc:inkChg>
      </pc:sldChg>
    </pc:docChg>
  </pc:docChgLst>
  <pc:docChgLst>
    <pc:chgData name="Yuli Jiang (CSD)" userId="7c291cd4-aa97-4867-8d2d-ebf5c1c3b419" providerId="ADAL" clId="{0518E1D3-C767-421C-ADE1-496CC9D0E42C}"/>
    <pc:docChg chg="undo custSel addSld modSld">
      <pc:chgData name="Yuli Jiang (CSD)" userId="7c291cd4-aa97-4867-8d2d-ebf5c1c3b419" providerId="ADAL" clId="{0518E1D3-C767-421C-ADE1-496CC9D0E42C}" dt="2024-09-30T05:56:07.277" v="425" actId="729"/>
      <pc:docMkLst>
        <pc:docMk/>
      </pc:docMkLst>
      <pc:sldChg chg="mod modShow">
        <pc:chgData name="Yuli Jiang (CSD)" userId="7c291cd4-aa97-4867-8d2d-ebf5c1c3b419" providerId="ADAL" clId="{0518E1D3-C767-421C-ADE1-496CC9D0E42C}" dt="2024-09-30T05:56:05.096" v="424" actId="729"/>
        <pc:sldMkLst>
          <pc:docMk/>
          <pc:sldMk cId="1642688416" sldId="367"/>
        </pc:sldMkLst>
      </pc:sldChg>
      <pc:sldChg chg="mod modShow">
        <pc:chgData name="Yuli Jiang (CSD)" userId="7c291cd4-aa97-4867-8d2d-ebf5c1c3b419" providerId="ADAL" clId="{0518E1D3-C767-421C-ADE1-496CC9D0E42C}" dt="2024-09-30T05:56:07.277" v="425" actId="729"/>
        <pc:sldMkLst>
          <pc:docMk/>
          <pc:sldMk cId="1926677519" sldId="368"/>
        </pc:sldMkLst>
      </pc:sldChg>
      <pc:sldChg chg="addSp delSp modSp new mod modAnim">
        <pc:chgData name="Yuli Jiang (CSD)" userId="7c291cd4-aa97-4867-8d2d-ebf5c1c3b419" providerId="ADAL" clId="{0518E1D3-C767-421C-ADE1-496CC9D0E42C}" dt="2024-09-30T05:50:29.907" v="423" actId="1076"/>
        <pc:sldMkLst>
          <pc:docMk/>
          <pc:sldMk cId="631426657" sldId="393"/>
        </pc:sldMkLst>
      </pc:sldChg>
    </pc:docChg>
  </pc:docChgLst>
  <pc:docChgLst>
    <pc:chgData name="William Hui (IEG)" userId="S::kyhui@cuhk.edu.hk::07728535-8fdc-4325-b24f-20cc4d58a3a3" providerId="AD" clId="Web-{620E7961-6DEE-0C1B-86BE-1A6AFEFA629E}"/>
    <pc:docChg chg="addSld delSld modSld sldOrd">
      <pc:chgData name="William Hui (IEG)" userId="S::kyhui@cuhk.edu.hk::07728535-8fdc-4325-b24f-20cc4d58a3a3" providerId="AD" clId="Web-{620E7961-6DEE-0C1B-86BE-1A6AFEFA629E}" dt="2019-09-24T16:06:12.096" v="2491" actId="20577"/>
      <pc:docMkLst>
        <pc:docMk/>
      </pc:docMkLst>
      <pc:sldChg chg="modSp">
        <pc:chgData name="William Hui (IEG)" userId="S::kyhui@cuhk.edu.hk::07728535-8fdc-4325-b24f-20cc4d58a3a3" providerId="AD" clId="Web-{620E7961-6DEE-0C1B-86BE-1A6AFEFA629E}" dt="2019-09-24T15:02:15.922" v="1187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620E7961-6DEE-0C1B-86BE-1A6AFEFA629E}" dt="2019-09-24T15:17:44.847" v="1351" actId="20577"/>
        <pc:sldMkLst>
          <pc:docMk/>
          <pc:sldMk cId="1870489681" sldId="299"/>
        </pc:sldMkLst>
      </pc:sldChg>
      <pc:sldChg chg="modSp">
        <pc:chgData name="William Hui (IEG)" userId="S::kyhui@cuhk.edu.hk::07728535-8fdc-4325-b24f-20cc4d58a3a3" providerId="AD" clId="Web-{620E7961-6DEE-0C1B-86BE-1A6AFEFA629E}" dt="2019-09-24T14:48:55.500" v="705" actId="20577"/>
        <pc:sldMkLst>
          <pc:docMk/>
          <pc:sldMk cId="411688544" sldId="300"/>
        </pc:sldMkLst>
      </pc:sldChg>
      <pc:sldChg chg="modSp">
        <pc:chgData name="William Hui (IEG)" userId="S::kyhui@cuhk.edu.hk::07728535-8fdc-4325-b24f-20cc4d58a3a3" providerId="AD" clId="Web-{620E7961-6DEE-0C1B-86BE-1A6AFEFA629E}" dt="2019-09-24T14:48:51.219" v="701" actId="20577"/>
        <pc:sldMkLst>
          <pc:docMk/>
          <pc:sldMk cId="3317880975" sldId="302"/>
        </pc:sldMkLst>
      </pc:sldChg>
      <pc:sldChg chg="modSp">
        <pc:chgData name="William Hui (IEG)" userId="S::kyhui@cuhk.edu.hk::07728535-8fdc-4325-b24f-20cc4d58a3a3" providerId="AD" clId="Web-{620E7961-6DEE-0C1B-86BE-1A6AFEFA629E}" dt="2019-09-24T14:48:58.078" v="706" actId="20577"/>
        <pc:sldMkLst>
          <pc:docMk/>
          <pc:sldMk cId="3002568572" sldId="303"/>
        </pc:sldMkLst>
      </pc:sldChg>
      <pc:sldChg chg="modSp">
        <pc:chgData name="William Hui (IEG)" userId="S::kyhui@cuhk.edu.hk::07728535-8fdc-4325-b24f-20cc4d58a3a3" providerId="AD" clId="Web-{620E7961-6DEE-0C1B-86BE-1A6AFEFA629E}" dt="2019-09-24T14:49:04.141" v="708" actId="20577"/>
        <pc:sldMkLst>
          <pc:docMk/>
          <pc:sldMk cId="968428340" sldId="304"/>
        </pc:sldMkLst>
      </pc:sldChg>
      <pc:sldChg chg="modSp">
        <pc:chgData name="William Hui (IEG)" userId="S::kyhui@cuhk.edu.hk::07728535-8fdc-4325-b24f-20cc4d58a3a3" providerId="AD" clId="Web-{620E7961-6DEE-0C1B-86BE-1A6AFEFA629E}" dt="2019-09-24T14:49:08.562" v="711" actId="20577"/>
        <pc:sldMkLst>
          <pc:docMk/>
          <pc:sldMk cId="1853803826" sldId="305"/>
        </pc:sldMkLst>
      </pc:sldChg>
      <pc:sldChg chg="modSp">
        <pc:chgData name="William Hui (IEG)" userId="S::kyhui@cuhk.edu.hk::07728535-8fdc-4325-b24f-20cc4d58a3a3" providerId="AD" clId="Web-{620E7961-6DEE-0C1B-86BE-1A6AFEFA629E}" dt="2019-09-24T14:49:11.344" v="712" actId="20577"/>
        <pc:sldMkLst>
          <pc:docMk/>
          <pc:sldMk cId="2123121090" sldId="306"/>
        </pc:sldMkLst>
      </pc:sldChg>
      <pc:sldChg chg="modSp">
        <pc:chgData name="William Hui (IEG)" userId="S::kyhui@cuhk.edu.hk::07728535-8fdc-4325-b24f-20cc4d58a3a3" providerId="AD" clId="Web-{620E7961-6DEE-0C1B-86BE-1A6AFEFA629E}" dt="2019-09-24T14:45:26.359" v="568" actId="20577"/>
        <pc:sldMkLst>
          <pc:docMk/>
          <pc:sldMk cId="537847125" sldId="347"/>
        </pc:sldMkLst>
      </pc:sldChg>
      <pc:sldChg chg="modSp ord">
        <pc:chgData name="William Hui (IEG)" userId="S::kyhui@cuhk.edu.hk::07728535-8fdc-4325-b24f-20cc4d58a3a3" providerId="AD" clId="Web-{620E7961-6DEE-0C1B-86BE-1A6AFEFA629E}" dt="2019-09-24T15:13:11.738" v="1316" actId="20577"/>
        <pc:sldMkLst>
          <pc:docMk/>
          <pc:sldMk cId="1741792711" sldId="348"/>
        </pc:sldMkLst>
      </pc:sldChg>
      <pc:sldChg chg="modSp">
        <pc:chgData name="William Hui (IEG)" userId="S::kyhui@cuhk.edu.hk::07728535-8fdc-4325-b24f-20cc4d58a3a3" providerId="AD" clId="Web-{620E7961-6DEE-0C1B-86BE-1A6AFEFA629E}" dt="2019-09-24T14:47:27.469" v="662" actId="20577"/>
        <pc:sldMkLst>
          <pc:docMk/>
          <pc:sldMk cId="2598150674" sldId="353"/>
        </pc:sldMkLst>
      </pc:sldChg>
      <pc:sldChg chg="modSp">
        <pc:chgData name="William Hui (IEG)" userId="S::kyhui@cuhk.edu.hk::07728535-8fdc-4325-b24f-20cc4d58a3a3" providerId="AD" clId="Web-{620E7961-6DEE-0C1B-86BE-1A6AFEFA629E}" dt="2019-09-24T14:48:47.704" v="698" actId="20577"/>
        <pc:sldMkLst>
          <pc:docMk/>
          <pc:sldMk cId="3360042840" sldId="354"/>
        </pc:sldMkLst>
      </pc:sldChg>
      <pc:sldChg chg="modSp">
        <pc:chgData name="William Hui (IEG)" userId="S::kyhui@cuhk.edu.hk::07728535-8fdc-4325-b24f-20cc4d58a3a3" providerId="AD" clId="Web-{620E7961-6DEE-0C1B-86BE-1A6AFEFA629E}" dt="2019-09-24T14:48:40.187" v="694" actId="20577"/>
        <pc:sldMkLst>
          <pc:docMk/>
          <pc:sldMk cId="3241123535" sldId="355"/>
        </pc:sldMkLst>
      </pc:sldChg>
      <pc:sldChg chg="modSp">
        <pc:chgData name="William Hui (IEG)" userId="S::kyhui@cuhk.edu.hk::07728535-8fdc-4325-b24f-20cc4d58a3a3" providerId="AD" clId="Web-{620E7961-6DEE-0C1B-86BE-1A6AFEFA629E}" dt="2019-09-24T14:49:00.344" v="707" actId="20577"/>
        <pc:sldMkLst>
          <pc:docMk/>
          <pc:sldMk cId="3517283377" sldId="356"/>
        </pc:sldMkLst>
      </pc:sldChg>
      <pc:sldChg chg="modSp">
        <pc:chgData name="William Hui (IEG)" userId="S::kyhui@cuhk.edu.hk::07728535-8fdc-4325-b24f-20cc4d58a3a3" providerId="AD" clId="Web-{620E7961-6DEE-0C1B-86BE-1A6AFEFA629E}" dt="2019-09-24T15:10:38.847" v="1230" actId="20577"/>
        <pc:sldMkLst>
          <pc:docMk/>
          <pc:sldMk cId="89801017" sldId="357"/>
        </pc:sldMkLst>
      </pc:sldChg>
      <pc:sldChg chg="modSp">
        <pc:chgData name="William Hui (IEG)" userId="S::kyhui@cuhk.edu.hk::07728535-8fdc-4325-b24f-20cc4d58a3a3" providerId="AD" clId="Web-{620E7961-6DEE-0C1B-86BE-1A6AFEFA629E}" dt="2019-09-24T14:48:14.625" v="686" actId="20577"/>
        <pc:sldMkLst>
          <pc:docMk/>
          <pc:sldMk cId="3464330936" sldId="358"/>
        </pc:sldMkLst>
      </pc:sldChg>
      <pc:sldChg chg="addSp delSp modSp">
        <pc:chgData name="William Hui (IEG)" userId="S::kyhui@cuhk.edu.hk::07728535-8fdc-4325-b24f-20cc4d58a3a3" providerId="AD" clId="Web-{620E7961-6DEE-0C1B-86BE-1A6AFEFA629E}" dt="2019-09-24T15:10:12.691" v="1224"/>
        <pc:sldMkLst>
          <pc:docMk/>
          <pc:sldMk cId="3565846311" sldId="359"/>
        </pc:sldMkLst>
      </pc:sldChg>
      <pc:sldChg chg="modSp">
        <pc:chgData name="William Hui (IEG)" userId="S::kyhui@cuhk.edu.hk::07728535-8fdc-4325-b24f-20cc4d58a3a3" providerId="AD" clId="Web-{620E7961-6DEE-0C1B-86BE-1A6AFEFA629E}" dt="2019-09-24T15:45:55.354" v="1663" actId="20577"/>
        <pc:sldMkLst>
          <pc:docMk/>
          <pc:sldMk cId="618452833" sldId="360"/>
        </pc:sldMkLst>
      </pc:sldChg>
      <pc:sldChg chg="addSp delSp modSp">
        <pc:chgData name="William Hui (IEG)" userId="S::kyhui@cuhk.edu.hk::07728535-8fdc-4325-b24f-20cc4d58a3a3" providerId="AD" clId="Web-{620E7961-6DEE-0C1B-86BE-1A6AFEFA629E}" dt="2019-09-24T15:10:08.970" v="1223"/>
        <pc:sldMkLst>
          <pc:docMk/>
          <pc:sldMk cId="3260857522" sldId="361"/>
        </pc:sldMkLst>
      </pc:sldChg>
      <pc:sldChg chg="addSp delSp modSp add ord replId">
        <pc:chgData name="William Hui (IEG)" userId="S::kyhui@cuhk.edu.hk::07728535-8fdc-4325-b24f-20cc4d58a3a3" providerId="AD" clId="Web-{620E7961-6DEE-0C1B-86BE-1A6AFEFA629E}" dt="2019-09-24T14:50:08.297" v="719" actId="14100"/>
        <pc:sldMkLst>
          <pc:docMk/>
          <pc:sldMk cId="2504963127" sldId="362"/>
        </pc:sldMkLst>
      </pc:sldChg>
      <pc:sldChg chg="addSp modSp add ord replId">
        <pc:chgData name="William Hui (IEG)" userId="S::kyhui@cuhk.edu.hk::07728535-8fdc-4325-b24f-20cc4d58a3a3" providerId="AD" clId="Web-{620E7961-6DEE-0C1B-86BE-1A6AFEFA629E}" dt="2019-09-24T16:05:34.971" v="2478" actId="20577"/>
        <pc:sldMkLst>
          <pc:docMk/>
          <pc:sldMk cId="692021081" sldId="363"/>
        </pc:sldMkLst>
      </pc:sldChg>
      <pc:sldChg chg="modSp new add del">
        <pc:chgData name="William Hui (IEG)" userId="S::kyhui@cuhk.edu.hk::07728535-8fdc-4325-b24f-20cc4d58a3a3" providerId="AD" clId="Web-{620E7961-6DEE-0C1B-86BE-1A6AFEFA629E}" dt="2019-09-24T15:12:27.769" v="1276"/>
        <pc:sldMkLst>
          <pc:docMk/>
          <pc:sldMk cId="883157857" sldId="364"/>
        </pc:sldMkLst>
      </pc:sldChg>
      <pc:sldChg chg="addSp delSp modSp add del replId">
        <pc:chgData name="William Hui (IEG)" userId="S::kyhui@cuhk.edu.hk::07728535-8fdc-4325-b24f-20cc4d58a3a3" providerId="AD" clId="Web-{620E7961-6DEE-0C1B-86BE-1A6AFEFA629E}" dt="2019-09-24T15:10:55.222" v="1232"/>
        <pc:sldMkLst>
          <pc:docMk/>
          <pc:sldMk cId="3902684759" sldId="365"/>
        </pc:sldMkLst>
      </pc:sldChg>
      <pc:sldChg chg="modSp new add del">
        <pc:chgData name="William Hui (IEG)" userId="S::kyhui@cuhk.edu.hk::07728535-8fdc-4325-b24f-20cc4d58a3a3" providerId="AD" clId="Web-{620E7961-6DEE-0C1B-86BE-1A6AFEFA629E}" dt="2019-09-24T15:44:15.244" v="1585" actId="20577"/>
        <pc:sldMkLst>
          <pc:docMk/>
          <pc:sldMk cId="3945441049" sldId="365"/>
        </pc:sldMkLst>
      </pc:sldChg>
      <pc:sldChg chg="addSp delSp modSp add replId">
        <pc:chgData name="William Hui (IEG)" userId="S::kyhui@cuhk.edu.hk::07728535-8fdc-4325-b24f-20cc4d58a3a3" providerId="AD" clId="Web-{620E7961-6DEE-0C1B-86BE-1A6AFEFA629E}" dt="2019-09-24T15:50:18.997" v="1976" actId="20577"/>
        <pc:sldMkLst>
          <pc:docMk/>
          <pc:sldMk cId="4237953005" sldId="366"/>
        </pc:sldMkLst>
      </pc:sldChg>
      <pc:sldChg chg="modSp add replId">
        <pc:chgData name="William Hui (IEG)" userId="S::kyhui@cuhk.edu.hk::07728535-8fdc-4325-b24f-20cc4d58a3a3" providerId="AD" clId="Web-{620E7961-6DEE-0C1B-86BE-1A6AFEFA629E}" dt="2019-09-24T16:06:11.018" v="2489" actId="20577"/>
        <pc:sldMkLst>
          <pc:docMk/>
          <pc:sldMk cId="1642688416" sldId="367"/>
        </pc:sldMkLst>
      </pc:sldChg>
      <pc:sldChg chg="add del replId">
        <pc:chgData name="William Hui (IEG)" userId="S::kyhui@cuhk.edu.hk::07728535-8fdc-4325-b24f-20cc4d58a3a3" providerId="AD" clId="Web-{620E7961-6DEE-0C1B-86BE-1A6AFEFA629E}" dt="2019-09-24T15:46:20.526" v="1668"/>
        <pc:sldMkLst>
          <pc:docMk/>
          <pc:sldMk cId="2431904768" sldId="367"/>
        </pc:sldMkLst>
      </pc:sldChg>
      <pc:sldChg chg="modSp add replId">
        <pc:chgData name="William Hui (IEG)" userId="S::kyhui@cuhk.edu.hk::07728535-8fdc-4325-b24f-20cc4d58a3a3" providerId="AD" clId="Web-{620E7961-6DEE-0C1B-86BE-1A6AFEFA629E}" dt="2019-09-24T15:55:39.592" v="2301" actId="20577"/>
        <pc:sldMkLst>
          <pc:docMk/>
          <pc:sldMk cId="1926677519" sldId="368"/>
        </pc:sldMkLst>
      </pc:sldChg>
      <pc:sldChg chg="addSp delSp modSp add replId">
        <pc:chgData name="William Hui (IEG)" userId="S::kyhui@cuhk.edu.hk::07728535-8fdc-4325-b24f-20cc4d58a3a3" providerId="AD" clId="Web-{620E7961-6DEE-0C1B-86BE-1A6AFEFA629E}" dt="2019-09-24T16:04:06.814" v="2420" actId="20577"/>
        <pc:sldMkLst>
          <pc:docMk/>
          <pc:sldMk cId="4080931472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2:57:56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24575,'58'0'0,"345"-14"0,-233 2 0,173 12 0,-143 3 0,578-3-1365,-753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2:57:59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23892,'2300'71'0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2:58:01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24575,'1'2'0,"-1"-1"0,0 0 0,1 0 0,0 0 0,-1 0 0,1 0 0,0 0 0,-1 0 0,1 0 0,0 0 0,0 0 0,0 0 0,0-1 0,0 1 0,0 0 0,0 0 0,0-1 0,0 1 0,0-1 0,0 1 0,0-1 0,3 1 0,31 10 0,-30-10 0,32 6 0,1-2 0,0-1 0,49-1 0,-42-3 0,82 12 0,-32-2-1365,-75-9-5461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2:58:04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24575,'1509'0'-1365,"-1488"0"-5461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BE29-DD2C-4B3C-DD74-E6FA5D1A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0413F-93E3-EFB3-01E3-D7C445007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119F1-2C82-C1BB-8717-122E953C5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48B31-D6DF-D176-E5AB-FEC5B8AED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95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3FBA3-FF73-4CAF-9AEF-8B4BE8F96046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37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0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B951-7264-34A1-4303-5A3DFF8A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EE16A-8155-CBDC-69DD-5F9A57EBD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077FA-E746-1990-4EB5-23BF080F3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4EE4B-5517-A93C-B36C-557E6419B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94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B6CF-FDAB-E228-0E53-06A1AE36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1023B-5D02-4095-FCA8-9914FF156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598F1-1F1B-C08C-783F-A5B5B96E1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23E4-F46B-62EE-70F7-D1534D16D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48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6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99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35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102F-1EE4-E98D-97DE-5CCD9666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2B7BD-971F-1B58-E282-8A2B17443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3224D-2CBF-021E-C97B-76B65C0D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563B2-F3C7-821A-1792-F32396958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64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70D1-BE22-8AF9-CF7D-27685954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77669-DE2E-1EC4-6470-12AC9E08C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E7D61-E083-F462-5EAD-2EE5EBDFC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1D52E-219F-AF33-E08B-AF498B77F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81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12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B0FD-9CEB-21C9-DD5E-D3784819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9735A-047D-AD8A-D990-8AE348ADE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B4F59-0517-B3D9-B5E7-FA1C2B737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4A6B7-0311-5552-0943-54515E283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6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6BCEE-83DF-3512-4151-8233E1E2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1DA6B-4ABB-B104-CC82-81DFE75ED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1DFF1-7410-9257-C1B4-F5803A447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A468C-CE1B-7B8B-2729-D0C70ADCA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95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1A93-CAF1-2F26-DDA5-A79CA030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389D6-7A87-F3D3-DF2B-A86B0DF04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BADFB-0CD6-6BEB-B0AE-269FC564E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9068-329C-B2F1-DC91-6AEB5FF6E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91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953E-B621-AA0A-0EB8-5B4FC147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29B05-BD4B-5A36-0962-EEA356798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679FD-C121-3604-01DA-8DD492E92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F4A2A-A6CC-F80E-70C3-26EDB76A6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51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82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47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5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51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E703-7CE2-A666-CAD3-30D02812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B2F32-B9F0-9A9A-32FC-037F9AC88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3AB5-6294-E3FB-680D-A5B8125A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C9D92-7A45-35B6-41BF-0C478617C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719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EB47-C387-5747-4BF8-BFA3CB07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5B926-B944-BE48-E276-DD263891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0A566-0275-280E-7B09-A1098C021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DE7C5-CC4C-B587-F26D-81FBA40FA2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808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4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46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4447140-45CC-42D7-A240-4054ADD38017}" type="slidenum">
              <a:rPr lang="zh-TW" altLang="en-US" b="0" smtClean="0">
                <a:latin typeface="Arial" panose="020B0604020202020204" pitchFamily="34" charset="0"/>
              </a:rPr>
              <a:pPr/>
              <a:t>45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b="0" dirty="0"/>
              <a:t>When a program runs into an infinite loop:</a:t>
            </a:r>
          </a:p>
          <a:p>
            <a:pPr eaLnBrk="1" hangingPunct="1"/>
            <a:r>
              <a:rPr lang="en-US" altLang="zh-TW" b="0" dirty="0"/>
              <a:t>- The program may stop responding to user input</a:t>
            </a:r>
          </a:p>
          <a:p>
            <a:pPr eaLnBrk="1" hangingPunct="1"/>
            <a:r>
              <a:rPr lang="en-US" altLang="zh-TW" b="0" dirty="0"/>
              <a:t>- The program may exhaust the system resources (memory space, disk space, CPU cycles) and cause the system to slow down dramatically.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3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519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1D3A-1B4E-1E63-6657-4625ECD02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599"/>
            <a:ext cx="10363200" cy="1979763"/>
          </a:xfrm>
        </p:spPr>
        <p:txBody>
          <a:bodyPr/>
          <a:lstStyle/>
          <a:p>
            <a:r>
              <a:rPr lang="en-US" altLang="zh-CN" dirty="0"/>
              <a:t>Midterm Exam</a:t>
            </a:r>
            <a:br>
              <a:rPr lang="en-US" altLang="zh-CN" dirty="0"/>
            </a:br>
            <a:r>
              <a:rPr lang="en-US" altLang="zh-CN" sz="4400" u="sng" dirty="0">
                <a:cs typeface="Calibri"/>
              </a:rPr>
              <a:t>13 Oct (two weeks later)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D1C62-E334-0C42-3169-92658A1EF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124200"/>
            <a:ext cx="11049000" cy="2514600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u="sng" dirty="0">
                <a:solidFill>
                  <a:schemeClr val="tx1"/>
                </a:solidFill>
                <a:cs typeface="Calibri"/>
              </a:rPr>
              <a:t>Closed-book, closed-note,</a:t>
            </a:r>
            <a:r>
              <a:rPr lang="en-US" altLang="zh-CN" sz="3200" u="sng" dirty="0">
                <a:cs typeface="Calibri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cs typeface="Calibri"/>
              </a:rPr>
              <a:t>WRITTEN exam</a:t>
            </a:r>
            <a:endParaRPr lang="en-US" altLang="zh-CN" dirty="0"/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Remember to </a:t>
            </a:r>
            <a:r>
              <a:rPr lang="en-US" altLang="zh-CN" b="1" dirty="0">
                <a:solidFill>
                  <a:schemeClr val="tx1"/>
                </a:solidFill>
              </a:rPr>
              <a:t>bring your pen </a:t>
            </a:r>
            <a:r>
              <a:rPr lang="en-US" altLang="zh-CN" dirty="0">
                <a:solidFill>
                  <a:schemeClr val="tx1"/>
                </a:solidFill>
              </a:rPr>
              <a:t>and other stationaries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More instruction will be mentioned later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4395CB-7745-5906-C38C-596D3FCD8643}"/>
              </a:ext>
            </a:extLst>
          </p:cNvPr>
          <p:cNvSpPr txBox="1">
            <a:spLocks/>
          </p:cNvSpPr>
          <p:nvPr/>
        </p:nvSpPr>
        <p:spPr>
          <a:xfrm>
            <a:off x="1219200" y="152399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cs typeface="Calibri"/>
              </a:rPr>
              <a:t>Reminder: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8743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34914"/>
            <a:ext cx="6132137" cy="5463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Data Type</a:t>
            </a:r>
          </a:p>
          <a:p>
            <a:pPr lvl="1"/>
            <a:r>
              <a:rPr lang="en-US" dirty="0">
                <a:cs typeface="Calibri"/>
              </a:rPr>
              <a:t>int </a:t>
            </a:r>
            <a:r>
              <a:rPr lang="en-US" sz="2400" dirty="0">
                <a:cs typeface="Calibri"/>
              </a:rPr>
              <a:t>“%d”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double </a:t>
            </a:r>
            <a:r>
              <a:rPr lang="en-US" sz="2400" dirty="0">
                <a:cs typeface="Calibri"/>
              </a:rPr>
              <a:t>“%f” “%</a:t>
            </a:r>
            <a:r>
              <a:rPr lang="en-US" sz="2400" dirty="0" err="1">
                <a:cs typeface="Calibri"/>
              </a:rPr>
              <a:t>lf</a:t>
            </a:r>
            <a:r>
              <a:rPr lang="en-US" sz="2400" dirty="0">
                <a:cs typeface="Calibri"/>
              </a:rPr>
              <a:t>”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char </a:t>
            </a:r>
            <a:r>
              <a:rPr lang="en-US" sz="2400" dirty="0">
                <a:cs typeface="Calibri"/>
              </a:rPr>
              <a:t>“%c”</a:t>
            </a:r>
          </a:p>
          <a:p>
            <a:pPr lvl="2"/>
            <a:r>
              <a:rPr lang="en-US" sz="2000" dirty="0" err="1">
                <a:cs typeface="Calibri"/>
              </a:rPr>
              <a:t>getchar</a:t>
            </a:r>
            <a:r>
              <a:rPr lang="en-US" sz="2000" dirty="0">
                <a:cs typeface="Calibri"/>
              </a:rPr>
              <a:t>(), </a:t>
            </a:r>
            <a:r>
              <a:rPr lang="en-US" sz="2000" dirty="0" err="1">
                <a:cs typeface="Calibri"/>
              </a:rPr>
              <a:t>putchar</a:t>
            </a:r>
            <a:r>
              <a:rPr lang="en-US" sz="2000" dirty="0">
                <a:cs typeface="Calibri"/>
              </a:rPr>
              <a:t>(</a:t>
            </a:r>
            <a:r>
              <a:rPr lang="en-US" sz="2000" dirty="0">
                <a:cs typeface="Calibri"/>
                <a:sym typeface="Wingdings 2" panose="05020102010507070707" pitchFamily="18" charset="2"/>
              </a:rPr>
              <a:t></a:t>
            </a:r>
            <a:r>
              <a:rPr lang="en-US" sz="2000" dirty="0">
                <a:cs typeface="Calibri"/>
              </a:rPr>
              <a:t>)</a:t>
            </a:r>
          </a:p>
          <a:p>
            <a:pPr lvl="2"/>
            <a:r>
              <a:rPr lang="en-US" sz="2000" dirty="0">
                <a:cs typeface="Calibri"/>
              </a:rPr>
              <a:t>ASCII table (can be viewed as integer)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altLang="zh-CN" sz="3200" dirty="0">
                <a:cs typeface="Calibri"/>
              </a:rPr>
              <a:t>Type Conversion</a:t>
            </a:r>
          </a:p>
          <a:p>
            <a:pPr marL="914400" lvl="1" indent="-457200">
              <a:buFont typeface="Calibri" panose="020F0502020204030204" pitchFamily="34" charset="0"/>
              <a:buChar char="―"/>
            </a:pPr>
            <a:r>
              <a:rPr lang="fr-FR" altLang="zh-CN" sz="2400" dirty="0">
                <a:cs typeface="Calibri"/>
              </a:rPr>
              <a:t>1/2   -&gt;  0	    1.0/2  -&gt;  0.5</a:t>
            </a:r>
          </a:p>
          <a:p>
            <a:pPr marL="914400" lvl="1" indent="-457200">
              <a:buFont typeface="Calibri" panose="020F0502020204030204" pitchFamily="34" charset="0"/>
              <a:buChar char="―"/>
            </a:pPr>
            <a:r>
              <a:rPr lang="fr-FR" altLang="zh-CN" sz="2400" dirty="0">
                <a:cs typeface="Calibri"/>
              </a:rPr>
              <a:t>‘A’+1</a:t>
            </a:r>
            <a:endParaRPr lang="fr-FR" altLang="zh-CN" sz="2000" dirty="0">
              <a:cs typeface="Calibri"/>
            </a:endParaRPr>
          </a:p>
          <a:p>
            <a:endParaRPr lang="en-US" sz="28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Group 24">
            <a:extLst>
              <a:ext uri="{FF2B5EF4-FFF2-40B4-BE49-F238E27FC236}">
                <a16:creationId xmlns:a16="http://schemas.microsoft.com/office/drawing/2014/main" id="{9EFD579D-7BBE-3D87-8700-4FBC677FF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49623"/>
              </p:ext>
            </p:extLst>
          </p:nvPr>
        </p:nvGraphicFramePr>
        <p:xfrm>
          <a:off x="9829800" y="518160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7361B396-3713-36C4-A3D9-C08450E368C5}"/>
              </a:ext>
            </a:extLst>
          </p:cNvPr>
          <p:cNvGrpSpPr/>
          <p:nvPr/>
        </p:nvGrpSpPr>
        <p:grpSpPr>
          <a:xfrm>
            <a:off x="5671532" y="1108457"/>
            <a:ext cx="6132136" cy="5078313"/>
            <a:chOff x="3595106" y="973512"/>
            <a:chExt cx="6132136" cy="507831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2A27699-41AE-F3A2-BEA1-2869B23FEBB8}"/>
                </a:ext>
              </a:extLst>
            </p:cNvPr>
            <p:cNvSpPr/>
            <p:nvPr/>
          </p:nvSpPr>
          <p:spPr bwMode="auto">
            <a:xfrm>
              <a:off x="7327168" y="3740158"/>
              <a:ext cx="1438772" cy="3651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 anchor="ctr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LID4096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D202E8-6503-11BC-A4ED-9A1DEAC85338}"/>
                </a:ext>
              </a:extLst>
            </p:cNvPr>
            <p:cNvSpPr txBox="1"/>
            <p:nvPr/>
          </p:nvSpPr>
          <p:spPr>
            <a:xfrm>
              <a:off x="3595106" y="973512"/>
              <a:ext cx="6132136" cy="5078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zh-CN" sz="3200" dirty="0">
                  <a:cs typeface="Calibri"/>
                </a:rPr>
                <a:t>if(</a:t>
              </a:r>
              <a:r>
                <a:rPr lang="en-US" altLang="zh-CN" sz="3200" dirty="0" err="1">
                  <a:cs typeface="Calibri"/>
                </a:rPr>
                <a:t>logical_expression</a:t>
              </a:r>
              <a:r>
                <a:rPr lang="en-US" altLang="zh-CN" sz="3200" dirty="0">
                  <a:cs typeface="Calibri"/>
                </a:rPr>
                <a:t>){…}  </a:t>
              </a:r>
            </a:p>
            <a:p>
              <a:r>
                <a:rPr lang="en-US" altLang="zh-CN" sz="3200" dirty="0">
                  <a:cs typeface="Calibri"/>
                </a:rPr>
                <a:t>      else{…}</a:t>
              </a:r>
            </a:p>
            <a:p>
              <a:pPr marL="914400" lvl="1" indent="-457200">
                <a:buFont typeface="Calibri" panose="020F0502020204030204" pitchFamily="34" charset="0"/>
                <a:buChar char="‒"/>
              </a:pPr>
              <a:r>
                <a:rPr lang="en-US" altLang="zh-CN" sz="2400" dirty="0">
                  <a:cs typeface="Calibri"/>
                </a:rPr>
                <a:t>bool  true(1), false(0)</a:t>
              </a:r>
            </a:p>
            <a:p>
              <a:pPr marL="914400" lvl="1" indent="-457200">
                <a:buFont typeface="Calibri" panose="020F0502020204030204" pitchFamily="34" charset="0"/>
                <a:buChar char="‒"/>
              </a:pPr>
              <a:r>
                <a:rPr lang="en-US" altLang="zh-CN" sz="2400" dirty="0">
                  <a:cs typeface="Calibri"/>
                </a:rPr>
                <a:t>&amp;&amp;   and      || or      ! Not</a:t>
              </a:r>
              <a:endParaRPr lang="en-US" altLang="zh-CN" sz="3200" dirty="0">
                <a:cs typeface="Calibri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altLang="zh-CN" sz="3200" dirty="0">
                <a:cs typeface="Calibri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zh-CN" sz="3200" dirty="0">
                  <a:cs typeface="Calibri"/>
                </a:rPr>
                <a:t>Array</a:t>
              </a:r>
            </a:p>
            <a:p>
              <a:pPr marL="1028700" lvl="1" indent="-571500">
                <a:buFont typeface="Calibri" panose="020F0502020204030204" pitchFamily="34" charset="0"/>
                <a:buChar char="‒"/>
              </a:pPr>
              <a:r>
                <a:rPr lang="en-US" altLang="zh-CN" sz="2800" dirty="0">
                  <a:cs typeface="Calibri"/>
                </a:rPr>
                <a:t>int a[5]={1,2,3}; // </a:t>
              </a:r>
              <a:r>
                <a:rPr lang="en-US" altLang="zh-CN" sz="2800" u="sng" dirty="0">
                  <a:cs typeface="Calibri"/>
                </a:rPr>
                <a:t>1 2 3 0 0 </a:t>
              </a:r>
            </a:p>
            <a:p>
              <a:pPr marL="1028700" lvl="1" indent="-571500">
                <a:buFont typeface="Calibri" panose="020F0502020204030204" pitchFamily="34" charset="0"/>
                <a:buChar char="‒"/>
              </a:pPr>
              <a:r>
                <a:rPr lang="en-US" altLang="zh-CN" sz="2800" dirty="0">
                  <a:cs typeface="Calibri"/>
                </a:rPr>
                <a:t>a[1] is 2  // index 0 to 4(N-1)</a:t>
              </a:r>
            </a:p>
            <a:p>
              <a:pPr marL="1028700" lvl="1" indent="-571500">
                <a:buFont typeface="Calibri" panose="020F0502020204030204" pitchFamily="34" charset="0"/>
                <a:buChar char="‒"/>
              </a:pPr>
              <a:r>
                <a:rPr lang="en-US" altLang="zh-TW" sz="2800" dirty="0">
                  <a:cs typeface="Calibri"/>
                </a:rPr>
                <a:t>int b[2][3] = {{1}, {4, 5}};</a:t>
              </a:r>
            </a:p>
            <a:p>
              <a:pPr lvl="1"/>
              <a:endParaRPr lang="en-US" altLang="zh-CN" sz="3200" dirty="0">
                <a:cs typeface="Calibri"/>
              </a:endParaRPr>
            </a:p>
            <a:p>
              <a:pPr lvl="1"/>
              <a:endParaRPr lang="en-US" altLang="zh-CN" sz="3200" dirty="0"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307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4A90-6C8A-9B99-EB7A-176CD72C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C38BCAE8-7EDD-082C-9DEF-0D3C0E6B2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6764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…</a:t>
            </a:r>
            <a:endParaRPr lang="en-US" altLang="zh-TW" sz="2400" dirty="0">
              <a:solidFill>
                <a:srgbClr val="3399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3B6E23-0765-3F09-56F4-85FDF228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A16B532-F1BC-3AD9-007A-D45670170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764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4C0C64-954E-C659-F023-FA90BD29E980}"/>
              </a:ext>
            </a:extLst>
          </p:cNvPr>
          <p:cNvSpPr txBox="1">
            <a:spLocks/>
          </p:cNvSpPr>
          <p:nvPr/>
        </p:nvSpPr>
        <p:spPr>
          <a:xfrm>
            <a:off x="152400" y="76200"/>
            <a:ext cx="11811000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Example #1 (Lab-4 Ex5 Count the Votes!)</a:t>
            </a:r>
            <a:endParaRPr lang="en-US" dirty="0"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3FCB5-5649-7A01-5757-2BBB99DBBC19}"/>
              </a:ext>
            </a:extLst>
          </p:cNvPr>
          <p:cNvSpPr txBox="1"/>
          <p:nvPr/>
        </p:nvSpPr>
        <p:spPr>
          <a:xfrm>
            <a:off x="6304948" y="2590800"/>
            <a:ext cx="4091903" cy="2438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0"/>
              </a:spcBef>
              <a:buClrTx/>
              <a:buFontTx/>
              <a:buNone/>
              <a:defRPr kumimoji="1" sz="2400" b="1" i="1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b="0" i="0" dirty="0">
                <a:solidFill>
                  <a:schemeClr val="tx1"/>
                </a:solidFill>
              </a:rPr>
              <a:t>What if we want to enter 100 numbers?! </a:t>
            </a:r>
          </a:p>
          <a:p>
            <a:endParaRPr lang="en-US" sz="2800" b="0" i="0" dirty="0">
              <a:solidFill>
                <a:schemeClr val="tx1"/>
              </a:solidFill>
            </a:endParaRPr>
          </a:p>
          <a:p>
            <a:r>
              <a:rPr lang="en-US" sz="2800" b="0" i="0" dirty="0">
                <a:solidFill>
                  <a:schemeClr val="tx1"/>
                </a:solidFill>
              </a:rPr>
              <a:t>Isn't that very silly to copy and paste 100 times?</a:t>
            </a:r>
          </a:p>
        </p:txBody>
      </p:sp>
    </p:spTree>
    <p:extLst>
      <p:ext uri="{BB962C8B-B14F-4D97-AF65-F5344CB8AC3E}">
        <p14:creationId xmlns:p14="http://schemas.microsoft.com/office/powerpoint/2010/main" val="417759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382000" cy="3279773"/>
          </a:xfrm>
        </p:spPr>
        <p:txBody>
          <a:bodyPr anchor="t" anchorCtr="0">
            <a:normAutofit/>
          </a:bodyPr>
          <a:lstStyle/>
          <a:p>
            <a:br>
              <a:rPr lang="en-US" dirty="0"/>
            </a:br>
            <a:r>
              <a:rPr lang="en-US" b="1" dirty="0"/>
              <a:t>Looping (I)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While Loop</a:t>
            </a:r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28AE-313E-6249-B004-F5CA1321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D195-C751-9045-B255-0A0E01E8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3600" dirty="0"/>
              <a:t> Statement (Syntax)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How to Use Loops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Using Repetition to Solve Problems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Tips on Planning to Write a Loop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Infinite Loop</a:t>
            </a: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D97D-5750-C941-910F-C5FF2B37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71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Repeatedly execute </a:t>
            </a:r>
            <a: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  <a:t>statement1-n</a:t>
            </a:r>
            <a:r>
              <a:rPr lang="en-US" altLang="zh-TW" dirty="0">
                <a:ea typeface="新細明體" pitchFamily="18" charset="-120"/>
              </a:rPr>
              <a:t> as long as </a:t>
            </a:r>
            <a: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  <a:t>condition</a:t>
            </a:r>
            <a:r>
              <a:rPr lang="en-US" altLang="zh-TW" dirty="0">
                <a:ea typeface="新細明體" pitchFamily="18" charset="-120"/>
              </a:rPr>
              <a:t> is </a:t>
            </a:r>
            <a:r>
              <a:rPr lang="en-US" altLang="zh-TW" b="1" i="1" dirty="0">
                <a:solidFill>
                  <a:schemeClr val="accent4">
                    <a:lumMod val="75000"/>
                  </a:schemeClr>
                </a:solidFill>
                <a:ea typeface="新細明體" pitchFamily="18" charset="-120"/>
              </a:rPr>
              <a:t>true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endParaRPr lang="en-US" altLang="zh-TW" sz="100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When </a:t>
            </a:r>
            <a: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  <a:t>condition</a:t>
            </a:r>
            <a:r>
              <a:rPr lang="en-US" altLang="zh-TW" dirty="0">
                <a:ea typeface="新細明體" pitchFamily="18" charset="-120"/>
              </a:rPr>
              <a:t> is </a:t>
            </a:r>
            <a:r>
              <a:rPr lang="en-US" altLang="zh-TW" b="1" i="1" dirty="0">
                <a:solidFill>
                  <a:schemeClr val="accent4">
                    <a:lumMod val="75000"/>
                  </a:schemeClr>
                </a:solidFill>
                <a:ea typeface="新細明體" pitchFamily="18" charset="-120"/>
              </a:rPr>
              <a:t>false</a:t>
            </a:r>
            <a:r>
              <a:rPr lang="en-US" altLang="zh-TW" dirty="0">
                <a:solidFill>
                  <a:srgbClr val="996600"/>
                </a:solidFill>
                <a:ea typeface="新細明體" pitchFamily="18" charset="-120"/>
              </a:rPr>
              <a:t>,</a:t>
            </a:r>
            <a:r>
              <a:rPr lang="en-US" altLang="zh-TW" dirty="0">
                <a:ea typeface="新細明體" pitchFamily="18" charset="-120"/>
              </a:rPr>
              <a:t> execute </a:t>
            </a:r>
            <a: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  <a:t>statement2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 </a:t>
            </a:r>
            <a:r>
              <a:rPr lang="en-US" altLang="zh-TW" sz="4000" dirty="0">
                <a:solidFill>
                  <a:srgbClr val="0070C0"/>
                </a:solidFill>
                <a:latin typeface="Consolas" pitchFamily="49" charset="0"/>
                <a:ea typeface="新細明體" pitchFamily="18" charset="-120"/>
              </a:rPr>
              <a:t>while</a:t>
            </a:r>
            <a:r>
              <a:rPr lang="en-US" altLang="zh-TW" sz="4000" dirty="0">
                <a:solidFill>
                  <a:srgbClr val="FF3300"/>
                </a:solidFill>
                <a:ea typeface="新細明體" pitchFamily="18" charset="-120"/>
              </a:rPr>
              <a:t> </a:t>
            </a:r>
            <a:r>
              <a:rPr lang="en-US" altLang="zh-TW" sz="4000" dirty="0">
                <a:ea typeface="新細明體" pitchFamily="18" charset="-120"/>
              </a:rPr>
              <a:t>Statement (</a:t>
            </a:r>
            <a:r>
              <a:rPr lang="en-US" altLang="zh-TW" sz="4000" i="1" dirty="0">
                <a:ea typeface="新細明體" pitchFamily="18" charset="-120"/>
              </a:rPr>
              <a:t>Syntax</a:t>
            </a:r>
            <a:r>
              <a:rPr lang="en-US" altLang="zh-TW" sz="4000" dirty="0">
                <a:ea typeface="新細明體" pitchFamily="18" charset="-120"/>
              </a:rPr>
              <a:t>)</a:t>
            </a:r>
            <a:endParaRPr lang="en-US" altLang="zh-TW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E2CF4-7484-41D7-B20A-8F9043140677}" type="slidenum">
              <a:rPr lang="zh-TW" altLang="en-US" smtClean="0"/>
              <a:pPr/>
              <a:t>6</a:t>
            </a:fld>
            <a:endParaRPr lang="en-US" altLang="zh-TW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849391" y="1460837"/>
            <a:ext cx="4325816" cy="267765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8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    statement1-1;</a:t>
            </a:r>
          </a:p>
          <a:p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… …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    statement1-n;</a:t>
            </a:r>
          </a:p>
          <a:p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statement2;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8C4DDD-C932-475D-DF46-1DAAFDAAAD3F}"/>
              </a:ext>
            </a:extLst>
          </p:cNvPr>
          <p:cNvGrpSpPr/>
          <p:nvPr/>
        </p:nvGrpSpPr>
        <p:grpSpPr>
          <a:xfrm>
            <a:off x="7584832" y="1172445"/>
            <a:ext cx="4419600" cy="2931542"/>
            <a:chOff x="6248400" y="1447800"/>
            <a:chExt cx="3657600" cy="2216532"/>
          </a:xfrm>
        </p:grpSpPr>
        <p:sp>
          <p:nvSpPr>
            <p:cNvPr id="8" name="Rectangle 7"/>
            <p:cNvSpPr/>
            <p:nvPr/>
          </p:nvSpPr>
          <p:spPr>
            <a:xfrm>
              <a:off x="6477000" y="3048000"/>
              <a:ext cx="1524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statement2</a:t>
              </a:r>
            </a:p>
          </p:txBody>
        </p:sp>
        <p:cxnSp>
          <p:nvCxnSpPr>
            <p:cNvPr id="10" name="Straight Arrow Connector 9"/>
            <p:cNvCxnSpPr>
              <a:endCxn id="6" idx="0"/>
            </p:cNvCxnSpPr>
            <p:nvPr/>
          </p:nvCxnSpPr>
          <p:spPr>
            <a:xfrm>
              <a:off x="7239000" y="14478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2"/>
              <a:endCxn id="8" idx="0"/>
            </p:cNvCxnSpPr>
            <p:nvPr/>
          </p:nvCxnSpPr>
          <p:spPr>
            <a:xfrm>
              <a:off x="7239000" y="2438400"/>
              <a:ext cx="0" cy="6096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cxnSpLocks/>
            </p:cNvCxnSpPr>
            <p:nvPr/>
          </p:nvCxnSpPr>
          <p:spPr>
            <a:xfrm>
              <a:off x="7239000" y="3429000"/>
              <a:ext cx="0" cy="2353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678616" y="2477404"/>
              <a:ext cx="609600" cy="30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true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9400" y="2602468"/>
              <a:ext cx="685800" cy="302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false</a:t>
              </a:r>
            </a:p>
          </p:txBody>
        </p:sp>
        <p:cxnSp>
          <p:nvCxnSpPr>
            <p:cNvPr id="41" name="Shape 40"/>
            <p:cNvCxnSpPr>
              <a:cxnSpLocks/>
            </p:cNvCxnSpPr>
            <p:nvPr/>
          </p:nvCxnSpPr>
          <p:spPr>
            <a:xfrm rot="16200000" flipH="1">
              <a:off x="7162800" y="2133600"/>
              <a:ext cx="720000" cy="720000"/>
            </a:xfrm>
            <a:prstGeom prst="curvedConnector2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hape 48"/>
            <p:cNvCxnSpPr>
              <a:cxnSpLocks/>
              <a:endCxn id="7" idx="2"/>
            </p:cNvCxnSpPr>
            <p:nvPr/>
          </p:nvCxnSpPr>
          <p:spPr>
            <a:xfrm flipV="1">
              <a:off x="7848600" y="2362200"/>
              <a:ext cx="1295400" cy="4914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hape 49"/>
            <p:cNvCxnSpPr>
              <a:cxnSpLocks/>
              <a:stCxn id="7" idx="0"/>
            </p:cNvCxnSpPr>
            <p:nvPr/>
          </p:nvCxnSpPr>
          <p:spPr>
            <a:xfrm rot="16200000" flipV="1">
              <a:off x="8229600" y="1066800"/>
              <a:ext cx="533400" cy="1295400"/>
            </a:xfrm>
            <a:prstGeom prst="curvedConnector2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hape 50"/>
            <p:cNvCxnSpPr/>
            <p:nvPr/>
          </p:nvCxnSpPr>
          <p:spPr>
            <a:xfrm flipH="1">
              <a:off x="7162800" y="14478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cision 5"/>
            <p:cNvSpPr/>
            <p:nvPr/>
          </p:nvSpPr>
          <p:spPr>
            <a:xfrm>
              <a:off x="6248400" y="1828800"/>
              <a:ext cx="1981200" cy="6096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condition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382000" y="1981200"/>
              <a:ext cx="1524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Statement1-n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135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1" y="990600"/>
            <a:ext cx="485642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1.1. </a:t>
            </a:r>
            <a:r>
              <a:rPr lang="en-US" altLang="zh-TW" sz="4000" dirty="0">
                <a:solidFill>
                  <a:srgbClr val="0070C0"/>
                </a:solidFill>
                <a:latin typeface="Consolas" pitchFamily="49" charset="0"/>
                <a:ea typeface="新細明體" pitchFamily="18" charset="-120"/>
              </a:rPr>
              <a:t>while</a:t>
            </a:r>
            <a:r>
              <a:rPr lang="en-US" altLang="zh-TW" sz="4000" dirty="0">
                <a:ea typeface="新細明體" pitchFamily="18" charset="-120"/>
              </a:rPr>
              <a:t> Statement (Example #1)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000394" y="990600"/>
            <a:ext cx="866760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5 times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=i+1;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"Lastly, 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 flipH="1" flipV="1">
            <a:off x="1600200" y="2743200"/>
            <a:ext cx="419386" cy="1219200"/>
          </a:xfrm>
          <a:prstGeom prst="curvedLeftArrow">
            <a:avLst>
              <a:gd name="adj1" fmla="val 23604"/>
              <a:gd name="adj2" fmla="val 62857"/>
              <a:gd name="adj3" fmla="val 35241"/>
            </a:avLst>
          </a:prstGeom>
          <a:solidFill>
            <a:srgbClr val="FF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991600" y="4419601"/>
            <a:ext cx="3048000" cy="23622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Lastly,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6</a:t>
            </a:r>
          </a:p>
        </p:txBody>
      </p:sp>
    </p:spTree>
    <p:extLst>
      <p:ext uri="{BB962C8B-B14F-4D97-AF65-F5344CB8AC3E}">
        <p14:creationId xmlns:p14="http://schemas.microsoft.com/office/powerpoint/2010/main" val="360582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1" y="990600"/>
            <a:ext cx="499421" cy="5334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sz="4000" dirty="0"/>
              <a:t>1.2. Key Components of a Loop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000394" y="990600"/>
            <a:ext cx="8667607" cy="5334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5 times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"Lastly, 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800" y="2743200"/>
            <a:ext cx="3733800" cy="167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Loop condition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When this condition is true, the loop body is executed.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Usually controlled by a variable.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1" y="4193894"/>
            <a:ext cx="4082103" cy="1981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Change of loop condition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stop the loop, we need to make the loop condition </a:t>
            </a:r>
            <a:r>
              <a:rPr lang="en-US" b="1" i="1" dirty="0">
                <a:solidFill>
                  <a:schemeClr val="tx1"/>
                </a:solidFill>
              </a:rPr>
              <a:t>false</a:t>
            </a:r>
            <a:r>
              <a:rPr lang="en-US" dirty="0">
                <a:solidFill>
                  <a:schemeClr val="tx1"/>
                </a:solidFill>
              </a:rPr>
              <a:t>. This can usually be done by changing the loop variable.</a:t>
            </a:r>
          </a:p>
          <a:p>
            <a:r>
              <a:rPr lang="en-US" b="1" dirty="0">
                <a:solidFill>
                  <a:srgbClr val="C00000"/>
                </a:solidFill>
              </a:rPr>
              <a:t>You should never omit this!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49656" y="4745018"/>
            <a:ext cx="3733800" cy="10461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Loop body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Statements to be repeated.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145894"/>
            <a:ext cx="5181600" cy="12134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4. "Loop variable" initialization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 a value to the variable that is used in the loop condition to make the loop condition </a:t>
            </a:r>
            <a:r>
              <a:rPr lang="en-US" b="1" i="1" dirty="0">
                <a:solidFill>
                  <a:schemeClr val="tx1"/>
                </a:solidFill>
              </a:rPr>
              <a:t>true</a:t>
            </a:r>
            <a:r>
              <a:rPr lang="en-US" dirty="0">
                <a:solidFill>
                  <a:schemeClr val="tx1"/>
                </a:solidFill>
              </a:rPr>
              <a:t> initially.</a:t>
            </a:r>
          </a:p>
        </p:txBody>
      </p:sp>
      <p:sp>
        <p:nvSpPr>
          <p:cNvPr id="2" name="Right Brace 1"/>
          <p:cNvSpPr/>
          <p:nvPr/>
        </p:nvSpPr>
        <p:spPr>
          <a:xfrm>
            <a:off x="5105400" y="2819400"/>
            <a:ext cx="381000" cy="113999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971800" y="2743200"/>
            <a:ext cx="10668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604448" y="3397531"/>
            <a:ext cx="672153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023422" y="1752600"/>
            <a:ext cx="948378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940523" y="3727780"/>
            <a:ext cx="0" cy="46322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971802" y="1673507"/>
            <a:ext cx="1371599" cy="22469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114800" y="2754086"/>
            <a:ext cx="2667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562600" y="3397532"/>
            <a:ext cx="1600200" cy="134748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25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2" grpId="0" animBg="1"/>
      <p:bldP spid="3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FB9B-2636-21F2-AA1A-A59DE458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E5DBAEA8-B123-C3E5-8586-F54A08A48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90600"/>
            <a:ext cx="499421" cy="5334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CDEEA69-78BD-DB09-8480-CB6F2F198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sz="4000" dirty="0"/>
              <a:t>1.2. Key Components of a Loop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D778DA2-4807-D501-5075-377ACB6DE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394" y="990600"/>
            <a:ext cx="8667607" cy="5334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5 times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"Lastly, 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4D802-4854-80B9-A244-4A9AA0221C3E}"/>
              </a:ext>
            </a:extLst>
          </p:cNvPr>
          <p:cNvSpPr/>
          <p:nvPr/>
        </p:nvSpPr>
        <p:spPr>
          <a:xfrm>
            <a:off x="2057401" y="4193894"/>
            <a:ext cx="4082103" cy="1981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Change of loop condition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stop the loop, we need to make the loop condition </a:t>
            </a:r>
            <a:r>
              <a:rPr lang="en-US" b="1" i="1" dirty="0">
                <a:solidFill>
                  <a:schemeClr val="tx1"/>
                </a:solidFill>
              </a:rPr>
              <a:t>false</a:t>
            </a:r>
            <a:r>
              <a:rPr lang="en-US" dirty="0">
                <a:solidFill>
                  <a:schemeClr val="tx1"/>
                </a:solidFill>
              </a:rPr>
              <a:t>. This can usually be done by changing the loop variable.</a:t>
            </a:r>
          </a:p>
          <a:p>
            <a:r>
              <a:rPr lang="en-US" b="1" dirty="0">
                <a:solidFill>
                  <a:srgbClr val="C00000"/>
                </a:solidFill>
              </a:rPr>
              <a:t>You should never omit this!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02BC7-BB3E-6815-82FE-83A9FFB038F6}"/>
              </a:ext>
            </a:extLst>
          </p:cNvPr>
          <p:cNvSpPr/>
          <p:nvPr/>
        </p:nvSpPr>
        <p:spPr>
          <a:xfrm>
            <a:off x="4343400" y="1145894"/>
            <a:ext cx="5181600" cy="12134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"Loop variable" initialization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 a value to the variable that is used in the loop condition to make the loop condition </a:t>
            </a:r>
            <a:r>
              <a:rPr lang="en-US" b="1" i="1" dirty="0">
                <a:solidFill>
                  <a:schemeClr val="tx1"/>
                </a:solidFill>
              </a:rPr>
              <a:t>true</a:t>
            </a:r>
            <a:r>
              <a:rPr lang="en-US" dirty="0">
                <a:solidFill>
                  <a:schemeClr val="tx1"/>
                </a:solidFill>
              </a:rPr>
              <a:t> initially.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0EDF9636-6F86-62BD-9B73-BE46B0B2A643}"/>
              </a:ext>
            </a:extLst>
          </p:cNvPr>
          <p:cNvSpPr/>
          <p:nvPr/>
        </p:nvSpPr>
        <p:spPr>
          <a:xfrm>
            <a:off x="5105400" y="2819400"/>
            <a:ext cx="381000" cy="113999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1D06F9-44D4-B434-1A15-33AEC442773C}"/>
              </a:ext>
            </a:extLst>
          </p:cNvPr>
          <p:cNvSpPr/>
          <p:nvPr/>
        </p:nvSpPr>
        <p:spPr>
          <a:xfrm>
            <a:off x="2971800" y="2743200"/>
            <a:ext cx="10668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6F232-029A-3D2F-08DE-AADDD4F815EE}"/>
              </a:ext>
            </a:extLst>
          </p:cNvPr>
          <p:cNvSpPr/>
          <p:nvPr/>
        </p:nvSpPr>
        <p:spPr>
          <a:xfrm>
            <a:off x="2604448" y="3397531"/>
            <a:ext cx="672153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8BEFD1-70B3-7CF0-B181-3657AB5D4192}"/>
              </a:ext>
            </a:extLst>
          </p:cNvPr>
          <p:cNvSpPr/>
          <p:nvPr/>
        </p:nvSpPr>
        <p:spPr>
          <a:xfrm>
            <a:off x="2023422" y="1752600"/>
            <a:ext cx="948378" cy="3048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B41E88-6D19-F7F5-6D63-C70E6560853A}"/>
              </a:ext>
            </a:extLst>
          </p:cNvPr>
          <p:cNvCxnSpPr/>
          <p:nvPr/>
        </p:nvCxnSpPr>
        <p:spPr>
          <a:xfrm flipV="1">
            <a:off x="2940523" y="3727780"/>
            <a:ext cx="0" cy="46322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4E467A-F83B-F218-BDCF-75395C4D3AD7}"/>
              </a:ext>
            </a:extLst>
          </p:cNvPr>
          <p:cNvCxnSpPr/>
          <p:nvPr/>
        </p:nvCxnSpPr>
        <p:spPr>
          <a:xfrm flipH="1">
            <a:off x="2971802" y="1673507"/>
            <a:ext cx="1371599" cy="22469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24556CB0-B7D2-E109-F386-44DA099D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0CA33-68EF-219C-5177-28620E010763}"/>
              </a:ext>
            </a:extLst>
          </p:cNvPr>
          <p:cNvSpPr txBox="1"/>
          <p:nvPr/>
        </p:nvSpPr>
        <p:spPr>
          <a:xfrm>
            <a:off x="7156521" y="2895600"/>
            <a:ext cx="4728438" cy="181588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1173406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F2AC-A238-9302-6AC1-5CF25613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592E140D-91D9-4469-92B3-A1C4E5121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79" y="990601"/>
            <a:ext cx="485642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969458E-1A8F-530A-D557-403F6CB7C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821" y="990601"/>
            <a:ext cx="5853179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100 times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=i+1; next one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2453ED45-5C61-7375-19D5-5225DE21E1A8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1600200" y="2743200"/>
            <a:ext cx="419386" cy="1219200"/>
          </a:xfrm>
          <a:prstGeom prst="curvedLeftArrow">
            <a:avLst>
              <a:gd name="adj1" fmla="val 23604"/>
              <a:gd name="adj2" fmla="val 62857"/>
              <a:gd name="adj3" fmla="val 35241"/>
            </a:avLst>
          </a:prstGeom>
          <a:solidFill>
            <a:srgbClr val="FF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BFAC40C-B7CF-2642-8F13-143F2E54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9C8489-138A-5470-EDDF-43351F1AC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3962400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… </a:t>
            </a:r>
            <a:r>
              <a:rPr lang="en-US" altLang="zh-TW" sz="240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100 times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724BACC-1F0A-628B-67A2-A54AD0BCB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6" y="12192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78F0AD-6F79-7ADB-7092-58FD264650A0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Rewriting Lab-4 Ex5 </a:t>
            </a:r>
            <a:r>
              <a:rPr lang="en-US" altLang="zh-CN" sz="4000" dirty="0"/>
              <a:t>Count the Votes!</a:t>
            </a:r>
            <a:endParaRPr lang="en-US" sz="4000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B9FF6-719D-5837-EDE2-F3B8B979FF12}"/>
              </a:ext>
            </a:extLst>
          </p:cNvPr>
          <p:cNvSpPr txBox="1"/>
          <p:nvPr/>
        </p:nvSpPr>
        <p:spPr>
          <a:xfrm>
            <a:off x="228600" y="5295900"/>
            <a:ext cx="4091903" cy="762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0"/>
              </a:spcBef>
              <a:buClrTx/>
              <a:buFontTx/>
              <a:buNone/>
              <a:defRPr kumimoji="1" sz="2400" b="1" i="1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b="0" i="0" dirty="0">
                <a:solidFill>
                  <a:schemeClr val="tx1"/>
                </a:solidFill>
              </a:rPr>
              <a:t>copy and paste 100 times?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CEC85E9-294A-5973-6261-FC41CBE10A2B}"/>
              </a:ext>
            </a:extLst>
          </p:cNvPr>
          <p:cNvSpPr/>
          <p:nvPr/>
        </p:nvSpPr>
        <p:spPr>
          <a:xfrm>
            <a:off x="4419600" y="2743200"/>
            <a:ext cx="1433579" cy="609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838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532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90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 pitchFamily="18" charset="-120"/>
              <a:cs typeface="Arial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339933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A1227-EA9D-40CB-A747-D7F444742A4C}"/>
              </a:ext>
            </a:extLst>
          </p:cNvPr>
          <p:cNvSpPr txBox="1"/>
          <p:nvPr/>
        </p:nvSpPr>
        <p:spPr>
          <a:xfrm>
            <a:off x="7772400" y="1143000"/>
            <a:ext cx="4114800" cy="193899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cs typeface="Calibri"/>
              </a:rPr>
              <a:t>We first create a variable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to store the number of the vote.</a:t>
            </a:r>
          </a:p>
          <a:p>
            <a:r>
              <a:rPr lang="en-US" sz="2000" dirty="0">
                <a:solidFill>
                  <a:schemeClr val="tx1"/>
                </a:solidFill>
                <a:cs typeface="Calibri"/>
              </a:rPr>
              <a:t>We said we would start from 1, so we set 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.</a:t>
            </a:r>
          </a:p>
          <a:p>
            <a:endParaRPr lang="en-US" sz="2000" dirty="0">
              <a:solidFill>
                <a:schemeClr val="tx1"/>
              </a:solidFill>
              <a:cs typeface="Calibri"/>
            </a:endParaRPr>
          </a:p>
          <a:p>
            <a:r>
              <a:rPr lang="en-US" sz="2000" dirty="0">
                <a:solidFill>
                  <a:schemeClr val="tx1"/>
                </a:solidFill>
                <a:cs typeface="Calibri"/>
              </a:rPr>
              <a:t>This is our </a:t>
            </a:r>
            <a:r>
              <a:rPr lang="en-US" sz="2000" b="1" i="1" u="sng" dirty="0">
                <a:solidFill>
                  <a:schemeClr val="tx1"/>
                </a:solidFill>
                <a:cs typeface="Calibri"/>
              </a:rPr>
              <a:t>loop variable initialization</a:t>
            </a:r>
            <a:r>
              <a:rPr lang="en-US" sz="2000" b="1" dirty="0">
                <a:solidFill>
                  <a:schemeClr val="tx1"/>
                </a:solidFill>
                <a:cs typeface="Calibri"/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154A09-BFF8-4BDC-A4F8-68D14A8377A6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Rewriting Lab-4 Ex5 </a:t>
            </a:r>
            <a:r>
              <a:rPr lang="en-US" altLang="zh-CN" sz="4000" dirty="0"/>
              <a:t>Count the Votes!</a:t>
            </a:r>
            <a:endParaRPr lang="en-US" sz="4000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BED2E2-5F8C-F355-7830-0FAB5C1B5161}"/>
              </a:ext>
            </a:extLst>
          </p:cNvPr>
          <p:cNvSpPr txBox="1"/>
          <p:nvPr/>
        </p:nvSpPr>
        <p:spPr>
          <a:xfrm>
            <a:off x="7315200" y="4959459"/>
            <a:ext cx="4728438" cy="181588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186479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90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dirty="0"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A1227-EA9D-40CB-A747-D7F444742A4C}"/>
              </a:ext>
            </a:extLst>
          </p:cNvPr>
          <p:cNvSpPr txBox="1"/>
          <p:nvPr/>
        </p:nvSpPr>
        <p:spPr>
          <a:xfrm>
            <a:off x="6209882" y="1752600"/>
            <a:ext cx="5870332" cy="223138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800">
                <a:cs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/>
              <a:t>Loop and the loop condition.</a:t>
            </a:r>
          </a:p>
          <a:p>
            <a:endParaRPr lang="en-US" sz="700" dirty="0"/>
          </a:p>
          <a:p>
            <a:r>
              <a:rPr lang="en-US" sz="2000" dirty="0"/>
              <a:t>We want to read in 100 votes, so we should loop as long as </a:t>
            </a:r>
            <a:r>
              <a:rPr lang="en-US" sz="2000" dirty="0" err="1"/>
              <a:t>i</a:t>
            </a:r>
            <a:r>
              <a:rPr lang="en-US" sz="2000" dirty="0"/>
              <a:t> is less than or equal to 100. (</a:t>
            </a:r>
            <a:r>
              <a:rPr lang="en-US" sz="2000" dirty="0" err="1"/>
              <a:t>i</a:t>
            </a:r>
            <a:r>
              <a:rPr lang="en-US" sz="2000" dirty="0"/>
              <a:t> is from 1 to 100.)</a:t>
            </a:r>
          </a:p>
          <a:p>
            <a:endParaRPr lang="en-US" sz="800" dirty="0"/>
          </a:p>
          <a:p>
            <a:r>
              <a:rPr lang="en-US" sz="2000" dirty="0"/>
              <a:t>Notice how we have used the </a:t>
            </a:r>
            <a:r>
              <a:rPr lang="en-US" sz="2000" dirty="0">
                <a:highlight>
                  <a:srgbClr val="FFFF00"/>
                </a:highlight>
              </a:rPr>
              <a:t>braces {} </a:t>
            </a:r>
            <a:r>
              <a:rPr lang="en-US" sz="2000" dirty="0"/>
              <a:t>to mark the loop body first, which is currently empty.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B6A07-1E6A-09AB-C08F-95528E1B68C1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Rewriting Lab-4 Ex5 </a:t>
            </a:r>
            <a:r>
              <a:rPr lang="en-US" altLang="zh-CN" sz="4000" dirty="0"/>
              <a:t>Count the Votes!</a:t>
            </a:r>
            <a:endParaRPr lang="en-US" sz="4000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3B3EE-5E46-38EB-D59F-EF3806D99164}"/>
              </a:ext>
            </a:extLst>
          </p:cNvPr>
          <p:cNvSpPr txBox="1"/>
          <p:nvPr/>
        </p:nvSpPr>
        <p:spPr>
          <a:xfrm>
            <a:off x="7315200" y="4959459"/>
            <a:ext cx="4728438" cy="181588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2531711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ea typeface="+mj-lt"/>
                <a:cs typeface="+mj-lt"/>
              </a:rPr>
              <a:t>Rewriting Example #1</a:t>
            </a:r>
            <a:endParaRPr lang="en-US" sz="4000" dirty="0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90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prstClr val="black"/>
                </a:solidFill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solidFill>
                  <a:prstClr val="black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dirty="0"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  <a:endParaRPr lang="en-US" altLang="zh-TW" sz="2000" b="0" dirty="0">
              <a:highlight>
                <a:srgbClr val="C0C0C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A1227-EA9D-40CB-A747-D7F444742A4C}"/>
              </a:ext>
            </a:extLst>
          </p:cNvPr>
          <p:cNvSpPr txBox="1"/>
          <p:nvPr/>
        </p:nvSpPr>
        <p:spPr>
          <a:xfrm>
            <a:off x="5943600" y="1219200"/>
            <a:ext cx="5872144" cy="266226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dk1"/>
                </a:solidFill>
                <a:cs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/>
              <a:t>Fill up the loop body</a:t>
            </a:r>
          </a:p>
          <a:p>
            <a:endParaRPr lang="en-US" sz="900" dirty="0"/>
          </a:p>
          <a:p>
            <a:r>
              <a:rPr lang="en-US" sz="2000" dirty="0"/>
              <a:t>We get an integer from user, and then vote to the corresponding candidates.</a:t>
            </a:r>
          </a:p>
          <a:p>
            <a:endParaRPr lang="en-US" sz="600" dirty="0"/>
          </a:p>
          <a:p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Remember to increase </a:t>
            </a:r>
            <a:r>
              <a:rPr lang="en-US" sz="20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1 every time you loop! The change of looping condition is a must!</a:t>
            </a:r>
          </a:p>
          <a:p>
            <a:endParaRPr lang="en-US" sz="1000" dirty="0"/>
          </a:p>
          <a:p>
            <a:r>
              <a:rPr lang="en-US" sz="2000" dirty="0"/>
              <a:t>In this loop, we hope to generate </a:t>
            </a:r>
            <a:r>
              <a:rPr lang="en-US" sz="2000" dirty="0" err="1"/>
              <a:t>i</a:t>
            </a:r>
            <a:r>
              <a:rPr lang="en-US" sz="2000" dirty="0"/>
              <a:t>==1, </a:t>
            </a:r>
            <a:r>
              <a:rPr lang="en-US" sz="2000" dirty="0" err="1"/>
              <a:t>i</a:t>
            </a:r>
            <a:r>
              <a:rPr lang="en-US" sz="2000" dirty="0"/>
              <a:t>==2, … , </a:t>
            </a:r>
            <a:r>
              <a:rPr lang="en-US" sz="2000" dirty="0" err="1"/>
              <a:t>i</a:t>
            </a:r>
            <a:r>
              <a:rPr lang="en-US" sz="2000" dirty="0"/>
              <a:t>==100 in this order.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51ED8-E207-692C-9CD5-5846EC1F3818}"/>
              </a:ext>
            </a:extLst>
          </p:cNvPr>
          <p:cNvSpPr txBox="1"/>
          <p:nvPr/>
        </p:nvSpPr>
        <p:spPr>
          <a:xfrm>
            <a:off x="7315200" y="4959459"/>
            <a:ext cx="4728438" cy="181588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206975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766754" y="1102802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[3]={0}, 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dirty="0"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countVote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[num-1]++;</a:t>
            </a:r>
            <a:endParaRPr lang="en-US" altLang="zh-TW" sz="2000" b="0" dirty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304792" y="1102802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A1227-EA9D-40CB-A747-D7F444742A4C}"/>
              </a:ext>
            </a:extLst>
          </p:cNvPr>
          <p:cNvSpPr txBox="1"/>
          <p:nvPr/>
        </p:nvSpPr>
        <p:spPr>
          <a:xfrm>
            <a:off x="5107242" y="842013"/>
            <a:ext cx="6856158" cy="556767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cs typeface="Calibri"/>
              </a:rPr>
              <a:t>If you execute the program, this is the order of execution:</a:t>
            </a:r>
          </a:p>
          <a:p>
            <a:pPr>
              <a:lnSpc>
                <a:spcPct val="110000"/>
              </a:lnSpc>
            </a:pPr>
            <a:r>
              <a:rPr lang="en-US" i="1" u="sng" dirty="0">
                <a:latin typeface="Calibri"/>
                <a:cs typeface="Calibri"/>
              </a:rPr>
              <a:t>First time executing the loop body</a:t>
            </a:r>
            <a:r>
              <a:rPr lang="en-US" u="sng" dirty="0">
                <a:latin typeface="Calibri"/>
                <a:cs typeface="Calibri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latin typeface="Consolas"/>
                <a:cs typeface="Calibri"/>
              </a:rPr>
              <a:t>scanf</a:t>
            </a:r>
            <a:r>
              <a:rPr lang="en-US" dirty="0">
                <a:latin typeface="Consolas"/>
                <a:cs typeface="Calibri"/>
              </a:rPr>
              <a:t>("%</a:t>
            </a:r>
            <a:r>
              <a:rPr lang="en-US" dirty="0" err="1">
                <a:latin typeface="Consolas"/>
                <a:cs typeface="Calibri"/>
              </a:rPr>
              <a:t>d",&amp;num</a:t>
            </a:r>
            <a:r>
              <a:rPr lang="en-US" dirty="0">
                <a:latin typeface="Consolas"/>
                <a:cs typeface="Calibri"/>
              </a:rPr>
              <a:t>); </a:t>
            </a:r>
            <a:r>
              <a:rPr lang="en-US" dirty="0" err="1">
                <a:latin typeface="Consolas"/>
                <a:cs typeface="Calibri"/>
              </a:rPr>
              <a:t>countVote</a:t>
            </a:r>
            <a:r>
              <a:rPr lang="en-US" dirty="0">
                <a:latin typeface="Consolas"/>
                <a:cs typeface="Calibri"/>
              </a:rPr>
              <a:t>[num-1]++; 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 == 1</a:t>
            </a:r>
            <a:endParaRPr lang="en-US" dirty="0">
              <a:solidFill>
                <a:schemeClr val="accent3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dirty="0" err="1">
                <a:latin typeface="Consolas"/>
                <a:cs typeface="Calibri"/>
              </a:rPr>
              <a:t>i</a:t>
            </a:r>
            <a:r>
              <a:rPr lang="en-US" dirty="0">
                <a:latin typeface="Consolas"/>
                <a:cs typeface="Calibri"/>
              </a:rPr>
              <a:t>++;					 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 == 2</a:t>
            </a:r>
            <a:endParaRPr lang="en-US" dirty="0">
              <a:solidFill>
                <a:schemeClr val="accent3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i="1" u="sng" dirty="0">
                <a:latin typeface="Calibri"/>
                <a:cs typeface="Calibri"/>
              </a:rPr>
              <a:t>Second time</a:t>
            </a:r>
            <a:r>
              <a:rPr lang="en-US" u="sng" dirty="0">
                <a:latin typeface="Calibri"/>
                <a:cs typeface="Calibri"/>
              </a:rPr>
              <a:t>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CN" dirty="0" err="1">
                <a:latin typeface="Consolas"/>
                <a:cs typeface="Calibri"/>
              </a:rPr>
              <a:t>scanf</a:t>
            </a:r>
            <a:r>
              <a:rPr lang="en-US" altLang="zh-CN" dirty="0">
                <a:latin typeface="Consolas"/>
                <a:cs typeface="Calibri"/>
              </a:rPr>
              <a:t>("%</a:t>
            </a:r>
            <a:r>
              <a:rPr lang="en-US" altLang="zh-CN" dirty="0" err="1">
                <a:latin typeface="Consolas"/>
                <a:cs typeface="Calibri"/>
              </a:rPr>
              <a:t>d",&amp;num</a:t>
            </a:r>
            <a:r>
              <a:rPr lang="en-US" altLang="zh-CN" dirty="0">
                <a:latin typeface="Consolas"/>
                <a:cs typeface="Calibri"/>
              </a:rPr>
              <a:t>); </a:t>
            </a:r>
            <a:r>
              <a:rPr lang="en-US" altLang="zh-CN" dirty="0" err="1">
                <a:latin typeface="Consolas"/>
                <a:cs typeface="Calibri"/>
              </a:rPr>
              <a:t>countVote</a:t>
            </a:r>
            <a:r>
              <a:rPr lang="en-US" altLang="zh-CN" dirty="0">
                <a:latin typeface="Consolas"/>
                <a:cs typeface="Calibri"/>
              </a:rPr>
              <a:t>[num-1]++; 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 == 2</a:t>
            </a:r>
            <a:endParaRPr lang="en-US" dirty="0">
              <a:solidFill>
                <a:schemeClr val="accent3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dirty="0" err="1">
                <a:latin typeface="Consolas"/>
                <a:cs typeface="Calibri"/>
              </a:rPr>
              <a:t>i</a:t>
            </a:r>
            <a:r>
              <a:rPr lang="en-US" dirty="0">
                <a:latin typeface="Consolas"/>
                <a:cs typeface="Calibri"/>
              </a:rPr>
              <a:t>++;					 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 == 3</a:t>
            </a:r>
            <a:endParaRPr lang="en-US" dirty="0">
              <a:solidFill>
                <a:schemeClr val="accent3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i="1" u="sng" dirty="0">
                <a:latin typeface="Calibri"/>
                <a:cs typeface="Calibri"/>
              </a:rPr>
              <a:t>Third time</a:t>
            </a:r>
            <a:r>
              <a:rPr lang="en-US" u="sng" dirty="0">
                <a:latin typeface="Calibri"/>
                <a:cs typeface="Calibri"/>
              </a:rPr>
              <a:t>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/>
                <a:cs typeface="Calibri"/>
              </a:rPr>
              <a:t>…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  <a:latin typeface="Consolas"/>
                <a:ea typeface="+mn-lt"/>
                <a:cs typeface="Calibri"/>
              </a:rPr>
              <a:t>…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i="1" u="sng" dirty="0">
                <a:latin typeface="Calibri"/>
                <a:cs typeface="Calibri"/>
              </a:rPr>
              <a:t>100th time</a:t>
            </a:r>
            <a:r>
              <a:rPr lang="en-US" u="sng" dirty="0">
                <a:latin typeface="Calibri"/>
                <a:cs typeface="Calibri"/>
              </a:rPr>
              <a:t>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CN" dirty="0" err="1">
                <a:latin typeface="Consolas"/>
                <a:cs typeface="Calibri"/>
              </a:rPr>
              <a:t>scanf</a:t>
            </a:r>
            <a:r>
              <a:rPr lang="en-US" altLang="zh-CN" dirty="0">
                <a:latin typeface="Consolas"/>
                <a:cs typeface="Calibri"/>
              </a:rPr>
              <a:t>("%</a:t>
            </a:r>
            <a:r>
              <a:rPr lang="en-US" altLang="zh-CN" dirty="0" err="1">
                <a:latin typeface="Consolas"/>
                <a:cs typeface="Calibri"/>
              </a:rPr>
              <a:t>d",&amp;num</a:t>
            </a:r>
            <a:r>
              <a:rPr lang="en-US" altLang="zh-CN" dirty="0">
                <a:latin typeface="Consolas"/>
                <a:cs typeface="Calibri"/>
              </a:rPr>
              <a:t>); </a:t>
            </a:r>
            <a:r>
              <a:rPr lang="en-US" altLang="zh-CN" dirty="0" err="1">
                <a:latin typeface="Consolas"/>
                <a:cs typeface="Calibri"/>
              </a:rPr>
              <a:t>countVote</a:t>
            </a:r>
            <a:r>
              <a:rPr lang="en-US" altLang="zh-CN" dirty="0">
                <a:latin typeface="Consolas"/>
                <a:cs typeface="Calibri"/>
              </a:rPr>
              <a:t>[num-1]++; </a:t>
            </a:r>
            <a:r>
              <a:rPr lang="en-US" altLang="zh-CN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altLang="zh-CN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altLang="zh-CN" dirty="0">
                <a:solidFill>
                  <a:schemeClr val="accent3"/>
                </a:solidFill>
                <a:latin typeface="Consolas"/>
                <a:cs typeface="Calibri"/>
              </a:rPr>
              <a:t> == 100</a:t>
            </a:r>
            <a:endParaRPr lang="en-US" altLang="zh-CN" dirty="0">
              <a:solidFill>
                <a:schemeClr val="accent3"/>
              </a:solidFill>
              <a:ea typeface="+mn-lt"/>
              <a:cs typeface="+mn-lt"/>
            </a:endParaRPr>
          </a:p>
          <a:p>
            <a:r>
              <a:rPr lang="en-US" dirty="0" err="1">
                <a:latin typeface="Consolas"/>
                <a:cs typeface="Calibri"/>
              </a:rPr>
              <a:t>i</a:t>
            </a:r>
            <a:r>
              <a:rPr lang="en-US" dirty="0">
                <a:latin typeface="Consolas"/>
                <a:cs typeface="Calibri"/>
              </a:rPr>
              <a:t>++;					 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// </a:t>
            </a:r>
            <a:r>
              <a:rPr lang="en-US" dirty="0" err="1">
                <a:solidFill>
                  <a:schemeClr val="accent3"/>
                </a:solidFill>
                <a:latin typeface="Consolas"/>
                <a:cs typeface="Calibri"/>
              </a:rPr>
              <a:t>i</a:t>
            </a:r>
            <a:r>
              <a:rPr lang="en-US" dirty="0">
                <a:solidFill>
                  <a:schemeClr val="accent3"/>
                </a:solidFill>
                <a:latin typeface="Consolas"/>
                <a:cs typeface="Calibri"/>
              </a:rPr>
              <a:t> == 101</a:t>
            </a:r>
          </a:p>
          <a:p>
            <a:endParaRPr lang="en-US" dirty="0">
              <a:solidFill>
                <a:schemeClr val="accent3"/>
              </a:solidFill>
              <a:latin typeface="Consolas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returning to line 5, the loop will stop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because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NOT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 100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 loop condition became false</a:t>
            </a:r>
            <a:endParaRPr lang="en-US" dirty="0"/>
          </a:p>
        </p:txBody>
      </p:sp>
      <p:cxnSp>
        <p:nvCxnSpPr>
          <p:cNvPr id="13" name="Curved Connector 12"/>
          <p:cNvCxnSpPr>
            <a:cxnSpLocks/>
          </p:cNvCxnSpPr>
          <p:nvPr/>
        </p:nvCxnSpPr>
        <p:spPr>
          <a:xfrm rot="5400000" flipH="1" flipV="1">
            <a:off x="4151443" y="2324617"/>
            <a:ext cx="1143000" cy="768595"/>
          </a:xfrm>
          <a:prstGeom prst="curvedConnector3">
            <a:avLst>
              <a:gd name="adj1" fmla="val 99565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cxnSpLocks/>
          </p:cNvCxnSpPr>
          <p:nvPr/>
        </p:nvCxnSpPr>
        <p:spPr>
          <a:xfrm flipV="1">
            <a:off x="4338643" y="2975616"/>
            <a:ext cx="768600" cy="304799"/>
          </a:xfrm>
          <a:prstGeom prst="curvedConnector3">
            <a:avLst>
              <a:gd name="adj1" fmla="val 22844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cxnSpLocks/>
            <a:endCxn id="3" idx="1"/>
          </p:cNvCxnSpPr>
          <p:nvPr/>
        </p:nvCxnSpPr>
        <p:spPr>
          <a:xfrm>
            <a:off x="4338640" y="3280415"/>
            <a:ext cx="768602" cy="34543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cxnSpLocks/>
          </p:cNvCxnSpPr>
          <p:nvPr/>
        </p:nvCxnSpPr>
        <p:spPr>
          <a:xfrm rot="16200000" flipH="1">
            <a:off x="3922841" y="3696214"/>
            <a:ext cx="1600196" cy="768601"/>
          </a:xfrm>
          <a:prstGeom prst="curvedConnector3">
            <a:avLst>
              <a:gd name="adj1" fmla="val 100311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27D26999-0419-6F41-04F8-4F27E2D12F57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Rewriting Lab-4 Ex5 </a:t>
            </a:r>
            <a:r>
              <a:rPr lang="en-US" altLang="zh-CN" sz="4000" dirty="0"/>
              <a:t>Count the Votes!</a:t>
            </a:r>
            <a:endParaRPr lang="en-US" sz="4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341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6224-2CA9-4702-AA89-9989C98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 How to Use Loops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46FE-CFAA-4B19-BF1B-829DDBFCC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cs typeface="Calibri"/>
              </a:rPr>
              <a:t>Loops can help us in many different daily computing tasks. </a:t>
            </a:r>
            <a:endParaRPr lang="en-US" sz="2800" dirty="0"/>
          </a:p>
          <a:p>
            <a:r>
              <a:rPr lang="en-US" sz="2800" dirty="0">
                <a:cs typeface="Calibri"/>
              </a:rPr>
              <a:t>As a beginner, you will need to at least know two </a:t>
            </a:r>
            <a:r>
              <a:rPr lang="en-US" sz="2800" u="sng" dirty="0">
                <a:cs typeface="Calibri"/>
              </a:rPr>
              <a:t>basic looping cases</a:t>
            </a:r>
            <a:r>
              <a:rPr lang="en-US" sz="2800" dirty="0">
                <a:cs typeface="Calibri"/>
              </a:rPr>
              <a:t>:</a:t>
            </a:r>
          </a:p>
          <a:p>
            <a:endParaRPr lang="en-US" dirty="0">
              <a:cs typeface="Calibri"/>
            </a:endParaRPr>
          </a:p>
          <a:p>
            <a:pPr lvl="1"/>
            <a:r>
              <a:rPr lang="en-US" sz="3200" u="sng" dirty="0">
                <a:cs typeface="Calibri"/>
              </a:rPr>
              <a:t>Basic Case #1</a:t>
            </a:r>
            <a:r>
              <a:rPr lang="en-US" sz="3200" dirty="0">
                <a:cs typeface="Calibri"/>
              </a:rPr>
              <a:t>: </a:t>
            </a:r>
          </a:p>
          <a:p>
            <a:pPr lvl="3"/>
            <a:r>
              <a:rPr lang="en-US" sz="3200" dirty="0">
                <a:cs typeface="Calibri"/>
              </a:rPr>
              <a:t>Repeat a task a </a:t>
            </a:r>
            <a:r>
              <a:rPr lang="en-US" sz="3200" b="1" u="sng" dirty="0">
                <a:cs typeface="Calibri"/>
              </a:rPr>
              <a:t>finite</a:t>
            </a:r>
            <a:r>
              <a:rPr lang="en-US" sz="3200" u="sng" dirty="0">
                <a:cs typeface="Calibri"/>
              </a:rPr>
              <a:t> number of times</a:t>
            </a:r>
            <a:r>
              <a:rPr lang="en-US" sz="3200" dirty="0">
                <a:cs typeface="Calibri"/>
              </a:rPr>
              <a:t> </a:t>
            </a:r>
          </a:p>
          <a:p>
            <a:pPr lvl="3"/>
            <a:r>
              <a:rPr lang="en-US" sz="3200" dirty="0">
                <a:cs typeface="Calibri"/>
              </a:rPr>
              <a:t>(As in </a:t>
            </a:r>
            <a:r>
              <a:rPr lang="en-US" altLang="zh-CN" sz="3200" dirty="0"/>
              <a:t>Rewrite Lab-4 Ex5, 100 times </a:t>
            </a:r>
            <a:r>
              <a:rPr lang="en-US" sz="3200" dirty="0">
                <a:cs typeface="Calibri"/>
              </a:rPr>
              <a:t>)</a:t>
            </a:r>
          </a:p>
          <a:p>
            <a:pPr lvl="1"/>
            <a:r>
              <a:rPr lang="en-US" sz="3200" u="sng" dirty="0">
                <a:cs typeface="Calibri"/>
              </a:rPr>
              <a:t>Basic Case #2</a:t>
            </a:r>
            <a:r>
              <a:rPr lang="en-US" sz="3200" dirty="0">
                <a:cs typeface="Calibri"/>
              </a:rPr>
              <a:t>: </a:t>
            </a:r>
          </a:p>
          <a:p>
            <a:pPr lvl="3"/>
            <a:r>
              <a:rPr lang="en-US" sz="3200" dirty="0">
                <a:cs typeface="Calibri"/>
              </a:rPr>
              <a:t>Repeat a task </a:t>
            </a:r>
            <a:r>
              <a:rPr lang="en-US" sz="3200" b="1" u="sng" dirty="0">
                <a:cs typeface="Calibri"/>
              </a:rPr>
              <a:t>indefinitely</a:t>
            </a:r>
            <a:r>
              <a:rPr lang="en-US" sz="3200" u="sng" dirty="0">
                <a:cs typeface="Calibri"/>
              </a:rPr>
              <a:t> until a condition is met</a:t>
            </a:r>
            <a:endParaRPr lang="en-US" sz="3200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9651-BFB6-4DF2-90E3-2A901DEC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47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D31D-CA97-4F54-83C2-40737A7F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Basic Case #1: Finite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18FD-3D6E-4171-A803-D98AB25F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11125200" cy="1676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800" dirty="0">
                <a:cs typeface="Calibri"/>
              </a:rPr>
              <a:t>Task: Read in 5 integers and print them out in </a:t>
            </a:r>
            <a:r>
              <a:rPr lang="en-US" sz="4800" b="1" u="sng" dirty="0">
                <a:cs typeface="Calibri"/>
              </a:rPr>
              <a:t>reverse</a:t>
            </a:r>
            <a:r>
              <a:rPr lang="en-US" sz="4800" dirty="0"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AB62B-0E32-4DF5-B010-FABE0BD9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89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DE4F-E788-8A18-15C7-E5645BA2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B91E-73FB-9B74-A787-9C637156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Basic Case #1: Finite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50C5-05AA-4394-5323-0B85DE5C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85033"/>
            <a:ext cx="8808643" cy="724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cs typeface="Calibri"/>
              </a:rPr>
              <a:t>Task: Read in 5 integers and print them out in reverse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52857-0F07-9026-97EE-2B67827A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91FFC7-DE28-3037-7E95-4B8F8455A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68396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5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= 0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;</a:t>
            </a:r>
            <a:endParaRPr lang="en-US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b="0" dirty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("%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d",&amp;list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4A44BCD-70AE-7D88-60FB-493794552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9" y="168396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28DDE-2CA6-FD1E-E237-1FA0B74C9991}"/>
              </a:ext>
            </a:extLst>
          </p:cNvPr>
          <p:cNvSpPr txBox="1"/>
          <p:nvPr/>
        </p:nvSpPr>
        <p:spPr>
          <a:xfrm>
            <a:off x="7239000" y="1741129"/>
            <a:ext cx="4728438" cy="267765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Are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 you able to identify the: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body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0872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0143C-F37A-15C1-A99B-EAA7C112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B895-37F3-6F54-B1E1-204E605B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Basic Case #1: Finite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2D44E-68EB-9254-C2A9-F707113A1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85033"/>
            <a:ext cx="8808643" cy="724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cs typeface="Calibri"/>
              </a:rPr>
              <a:t>Task: Read in 5 integers and print them out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in reverse</a:t>
            </a:r>
            <a:endParaRPr lang="en-US" sz="2800" b="1" u="sng" dirty="0">
              <a:solidFill>
                <a:schemeClr val="accent1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28965-269F-8B2D-80DF-418FCD1A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041397-6923-3574-EF4A-48BB394E6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68396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5 #'s: "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>
              <a:solidFill>
                <a:schemeClr val="tx1">
                  <a:alpha val="34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>
                    <a:alpha val="34000"/>
                  </a:srgbClr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 = 0;</a:t>
            </a:r>
            <a:endParaRPr lang="en-US" dirty="0">
              <a:solidFill>
                <a:schemeClr val="tx1">
                  <a:alpha val="34000"/>
                </a:schemeClr>
              </a:solidFill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&lt;= 4) {</a:t>
            </a:r>
            <a:endParaRPr lang="en-US" altLang="zh-TW" sz="2000" b="0" dirty="0">
              <a:solidFill>
                <a:schemeClr val="tx1">
                  <a:alpha val="34000"/>
                </a:schemeClr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("%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d",&amp;list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let's print in reverse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 &gt;= 0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 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{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(</a:t>
            </a:r>
            <a:r>
              <a:rPr lang="en-US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"%d "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,list[j]);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>
                <a:solidFill>
                  <a:srgbClr val="000000"/>
                </a:solidFill>
                <a:highlight>
                  <a:srgbClr val="C0C0C0"/>
                </a:highlight>
                <a:latin typeface="Consolas"/>
                <a:ea typeface="新細明體"/>
                <a:cs typeface="Arial"/>
              </a:rPr>
              <a:t>j--;</a:t>
            </a:r>
            <a:endParaRPr lang="en-US" sz="2000" b="0" dirty="0">
              <a:solidFill>
                <a:srgbClr val="000000"/>
              </a:solidFill>
              <a:highlight>
                <a:srgbClr val="C0C0C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20E4C7-8F71-6FA7-0088-EFC0D081D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9" y="168396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45EA6-9A1C-93AF-650E-B1C762C85158}"/>
              </a:ext>
            </a:extLst>
          </p:cNvPr>
          <p:cNvSpPr txBox="1"/>
          <p:nvPr/>
        </p:nvSpPr>
        <p:spPr>
          <a:xfrm>
            <a:off x="7239000" y="1741129"/>
            <a:ext cx="4728438" cy="335476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Are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 you able to identify the: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condition change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body</a:t>
            </a:r>
            <a:r>
              <a:rPr lang="en-US" sz="2400" dirty="0">
                <a:solidFill>
                  <a:srgbClr val="FF0000"/>
                </a:solidFill>
                <a:cs typeface="Calibri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r>
              <a:rPr lang="en-US" sz="3200" b="1" dirty="0">
                <a:solidFill>
                  <a:schemeClr val="tx1"/>
                </a:solidFill>
                <a:cs typeface="Calibri"/>
              </a:rPr>
              <a:t>Print out in reverse</a:t>
            </a:r>
          </a:p>
          <a:p>
            <a:r>
              <a:rPr lang="en-US" sz="3200" b="1" dirty="0">
                <a:solidFill>
                  <a:schemeClr val="tx1"/>
                </a:solidFill>
                <a:cs typeface="Calibri"/>
              </a:rPr>
              <a:t>list[.]  4, 3, 2, 1,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E9796-6813-E1BB-A24C-264D0F723578}"/>
              </a:ext>
            </a:extLst>
          </p:cNvPr>
          <p:cNvSpPr txBox="1"/>
          <p:nvPr/>
        </p:nvSpPr>
        <p:spPr>
          <a:xfrm>
            <a:off x="5282059" y="2309034"/>
            <a:ext cx="548547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0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3</a:t>
            </a:r>
          </a:p>
          <a:p>
            <a:pPr algn="r"/>
            <a:r>
              <a:rPr lang="en-US" altLang="zh-CN" dirty="0">
                <a:sym typeface="Wingdings" panose="05000000000000000000" pitchFamily="2" charset="2"/>
              </a:rPr>
              <a:t>4</a:t>
            </a:r>
            <a:endParaRPr lang="en-US" altLang="zh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41AB00-AF03-514D-04C4-93499EE66C63}"/>
              </a:ext>
            </a:extLst>
          </p:cNvPr>
          <p:cNvCxnSpPr/>
          <p:nvPr/>
        </p:nvCxnSpPr>
        <p:spPr>
          <a:xfrm flipV="1">
            <a:off x="4614602" y="3057434"/>
            <a:ext cx="643198" cy="228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476E38-CA44-7B91-86C3-3F9F19836DCC}"/>
              </a:ext>
            </a:extLst>
          </p:cNvPr>
          <p:cNvSpPr txBox="1"/>
          <p:nvPr/>
        </p:nvSpPr>
        <p:spPr>
          <a:xfrm>
            <a:off x="5339557" y="4856120"/>
            <a:ext cx="54854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4</a:t>
            </a:r>
          </a:p>
          <a:p>
            <a:pPr algn="r"/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dirty="0"/>
              <a:t>3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0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CAE2F1-265A-3CFA-AACA-34BE23CC1674}"/>
              </a:ext>
            </a:extLst>
          </p:cNvPr>
          <p:cNvCxnSpPr/>
          <p:nvPr/>
        </p:nvCxnSpPr>
        <p:spPr>
          <a:xfrm>
            <a:off x="4769960" y="5294599"/>
            <a:ext cx="512099" cy="152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8034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D31D-CA97-4F54-83C2-40737A7F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2.1. Basic Case #1: Finite Repetition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AB62B-0E32-4DF5-B010-FABE0BD9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E9E4F9-EE45-4133-8C01-440886AA7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333" y="194390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5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CN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CN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CN" sz="2000" b="0" dirty="0" err="1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</a:t>
            </a:r>
            <a:r>
              <a:rPr lang="en-US" altLang="zh-CN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= 0</a:t>
            </a:r>
            <a:r>
              <a:rPr lang="en-US" altLang="zh-CN" sz="2000" b="0" dirty="0">
                <a:latin typeface="Consolas"/>
                <a:ea typeface="新細明體"/>
                <a:cs typeface="Times New Roman"/>
              </a:rPr>
              <a:t>;</a:t>
            </a:r>
            <a:endParaRPr lang="en-US" altLang="zh-CN" sz="2000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b="0" dirty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("%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d",&amp;list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let's print in reverse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 &gt;= 0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 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{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(</a:t>
            </a:r>
            <a:r>
              <a:rPr lang="en-US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"%d "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,list[j]);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>
                <a:solidFill>
                  <a:srgbClr val="000000"/>
                </a:solidFill>
                <a:highlight>
                  <a:srgbClr val="C0C0C0"/>
                </a:highlight>
                <a:latin typeface="Consolas"/>
                <a:ea typeface="新細明體"/>
                <a:cs typeface="Arial"/>
              </a:rPr>
              <a:t>j--;</a:t>
            </a:r>
            <a:endParaRPr lang="en-US" sz="2000" b="0" dirty="0">
              <a:solidFill>
                <a:srgbClr val="000000"/>
              </a:solidFill>
              <a:highlight>
                <a:srgbClr val="C0C0C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}</a:t>
            </a: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7DA5606-BBBB-44FB-B9F5-15D8B5FC6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71" y="194390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CBC6C-A7E1-4BFC-8A32-95CCF6649582}"/>
              </a:ext>
            </a:extLst>
          </p:cNvPr>
          <p:cNvSpPr txBox="1"/>
          <p:nvPr/>
        </p:nvSpPr>
        <p:spPr>
          <a:xfrm>
            <a:off x="6934200" y="2009830"/>
            <a:ext cx="5334626" cy="192360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cs typeface="Calibri"/>
              </a:rPr>
              <a:t>Can you </a:t>
            </a:r>
            <a:r>
              <a:rPr lang="en-US" sz="2800" b="1" u="sng" dirty="0">
                <a:solidFill>
                  <a:schemeClr val="tx1"/>
                </a:solidFill>
                <a:cs typeface="Calibri"/>
              </a:rPr>
              <a:t>dry run</a:t>
            </a:r>
            <a:r>
              <a:rPr lang="en-US" sz="2800" b="1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cs typeface="Calibri"/>
              </a:rPr>
              <a:t>and explain to yourself how the loop executes?</a:t>
            </a:r>
          </a:p>
          <a:p>
            <a:endParaRPr lang="en-US" sz="700" dirty="0">
              <a:solidFill>
                <a:schemeClr val="tx1"/>
              </a:solidFill>
              <a:cs typeface="Calibri"/>
            </a:endParaRPr>
          </a:p>
          <a:p>
            <a:r>
              <a:rPr lang="en-US" sz="2800" dirty="0">
                <a:solidFill>
                  <a:schemeClr val="tx1"/>
                </a:solidFill>
                <a:cs typeface="Calibri"/>
              </a:rPr>
              <a:t>You can see there are two loops here. Why do we need two loops? 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F4A75F4-6BDD-4EEF-8983-0B3FD0C641B0}"/>
              </a:ext>
            </a:extLst>
          </p:cNvPr>
          <p:cNvSpPr/>
          <p:nvPr/>
        </p:nvSpPr>
        <p:spPr>
          <a:xfrm>
            <a:off x="5043029" y="4967673"/>
            <a:ext cx="301293" cy="1353426"/>
          </a:xfrm>
          <a:prstGeom prst="rightBrac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CAE0824-D28A-4524-AFB3-DA34AAEABC9D}"/>
              </a:ext>
            </a:extLst>
          </p:cNvPr>
          <p:cNvSpPr/>
          <p:nvPr/>
        </p:nvSpPr>
        <p:spPr>
          <a:xfrm>
            <a:off x="5043029" y="2806970"/>
            <a:ext cx="301293" cy="1353426"/>
          </a:xfrm>
          <a:prstGeom prst="rightBrac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3E729-8696-4633-919D-943B7AFFA80E}"/>
              </a:ext>
            </a:extLst>
          </p:cNvPr>
          <p:cNvSpPr txBox="1"/>
          <p:nvPr/>
        </p:nvSpPr>
        <p:spPr>
          <a:xfrm>
            <a:off x="5344322" y="3299017"/>
            <a:ext cx="109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Loop #1</a:t>
            </a:r>
            <a:endParaRPr lang="en-US" dirty="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166DD-BB4D-4F42-8E5A-1007A8D4954B}"/>
              </a:ext>
            </a:extLst>
          </p:cNvPr>
          <p:cNvSpPr txBox="1"/>
          <p:nvPr/>
        </p:nvSpPr>
        <p:spPr>
          <a:xfrm>
            <a:off x="5344321" y="5450377"/>
            <a:ext cx="13754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Loop #2</a:t>
            </a:r>
            <a:endParaRPr lang="en-US" dirty="0">
              <a:cs typeface="Calibri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70B18FD-3D6E-4171-A803-D98AB25F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71" y="1073161"/>
            <a:ext cx="6527601" cy="868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onsolas" panose="020B0609020204030204" pitchFamily="49" charset="0"/>
                <a:cs typeface="Calibri"/>
              </a:rPr>
              <a:t>i</a:t>
            </a:r>
            <a:r>
              <a:rPr lang="en-US" sz="2400" dirty="0">
                <a:cs typeface="Calibri"/>
              </a:rPr>
              <a:t>, </a:t>
            </a:r>
            <a:r>
              <a:rPr lang="en-US" sz="2400" b="1" dirty="0">
                <a:latin typeface="Consolas" panose="020B0609020204030204" pitchFamily="49" charset="0"/>
                <a:cs typeface="Calibri"/>
              </a:rPr>
              <a:t>j</a:t>
            </a:r>
            <a:r>
              <a:rPr lang="en-US" sz="2400" dirty="0">
                <a:cs typeface="Calibri"/>
              </a:rPr>
              <a:t>, </a:t>
            </a:r>
            <a:r>
              <a:rPr lang="en-US" sz="2400" b="1" dirty="0">
                <a:latin typeface="Consolas" panose="020B0609020204030204" pitchFamily="49" charset="0"/>
                <a:cs typeface="Calibri"/>
              </a:rPr>
              <a:t>k</a:t>
            </a:r>
            <a:r>
              <a:rPr lang="en-US" sz="2400" dirty="0">
                <a:cs typeface="Calibri"/>
              </a:rPr>
              <a:t> are commonly used as loop variables, and are often referred to as </a:t>
            </a:r>
            <a:r>
              <a:rPr lang="en-US" sz="2400" b="1" i="1" dirty="0">
                <a:cs typeface="Calibri"/>
              </a:rPr>
              <a:t>counters</a:t>
            </a:r>
            <a:r>
              <a:rPr lang="en-US" sz="2400" dirty="0">
                <a:cs typeface="Calibri"/>
              </a:rPr>
              <a:t> in finite loops.</a:t>
            </a:r>
          </a:p>
        </p:txBody>
      </p:sp>
    </p:spTree>
    <p:extLst>
      <p:ext uri="{BB962C8B-B14F-4D97-AF65-F5344CB8AC3E}">
        <p14:creationId xmlns:p14="http://schemas.microsoft.com/office/powerpoint/2010/main" val="311679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6AB6-C290-8508-AD38-2C8293DF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8598-9E15-F38E-3F31-A3535515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Basic Case #1: Finite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1C9B-58D2-0ADE-B889-55B8501F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85033"/>
            <a:ext cx="8808643" cy="724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cs typeface="Calibri"/>
              </a:rPr>
              <a:t>Task: Read in 5 integers and print them out in reverse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91B69-16AD-C178-1970-DCA6FF59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EB98E71-B979-9D0C-81FF-306FB3394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68396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>
                    <a:alpha val="34000"/>
                  </a:srgbClr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5 #'s: "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>
              <a:solidFill>
                <a:schemeClr val="tx1">
                  <a:alpha val="34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>
                    <a:alpha val="34000"/>
                  </a:srgbClr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Times New Roman"/>
              </a:rPr>
              <a:t> = 0;</a:t>
            </a:r>
            <a:endParaRPr lang="en-US" dirty="0">
              <a:solidFill>
                <a:schemeClr val="tx1">
                  <a:alpha val="34000"/>
                </a:schemeClr>
              </a:solidFill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&lt;= 4) {</a:t>
            </a:r>
            <a:endParaRPr lang="en-US" altLang="zh-TW" sz="2000" b="0" dirty="0">
              <a:solidFill>
                <a:schemeClr val="tx1">
                  <a:alpha val="34000"/>
                </a:schemeClr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("%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d",&amp;list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[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chemeClr val="tx1">
                    <a:alpha val="34000"/>
                  </a:schemeClr>
                </a:solidFill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strike="sngStrike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let's print in reverse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strike="sngStrike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 &gt;= 0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 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{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(</a:t>
            </a:r>
            <a:r>
              <a:rPr lang="en-US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"%d "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,list[</a:t>
            </a:r>
            <a:r>
              <a:rPr lang="en-US" sz="2000" b="0" strike="sngStrike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j</a:t>
            </a: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]);</a:t>
            </a:r>
            <a:endParaRPr lang="en-US" sz="2000" b="0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strike="sngStrike" dirty="0">
                <a:solidFill>
                  <a:srgbClr val="000000"/>
                </a:solidFill>
                <a:highlight>
                  <a:srgbClr val="C0C0C0"/>
                </a:highlight>
                <a:latin typeface="Consolas"/>
                <a:ea typeface="新細明體"/>
                <a:cs typeface="Arial"/>
              </a:rPr>
              <a:t>j--;</a:t>
            </a:r>
            <a:endParaRPr lang="en-US" sz="2000" b="0" strike="sngStrike" dirty="0">
              <a:solidFill>
                <a:srgbClr val="000000"/>
              </a:solidFill>
              <a:highlight>
                <a:srgbClr val="C0C0C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新細明體"/>
                <a:cs typeface="Arial"/>
              </a:rPr>
              <a:t>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25A8FE-172E-1C4B-9DCB-00C59A2C1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9" y="168396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36407-0706-5023-7059-CBF0F354A9AA}"/>
              </a:ext>
            </a:extLst>
          </p:cNvPr>
          <p:cNvSpPr txBox="1"/>
          <p:nvPr/>
        </p:nvSpPr>
        <p:spPr>
          <a:xfrm>
            <a:off x="7239000" y="1741129"/>
            <a:ext cx="4728438" cy="286232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Are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 you able to identify the: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condition change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body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cs typeface="Calibri"/>
            </a:endParaRPr>
          </a:p>
          <a:p>
            <a:r>
              <a:rPr lang="en-US" sz="2800" b="1" dirty="0">
                <a:solidFill>
                  <a:schemeClr val="tx1"/>
                </a:solidFill>
                <a:cs typeface="Calibri"/>
              </a:rPr>
              <a:t>Print out in reverse</a:t>
            </a:r>
          </a:p>
          <a:p>
            <a:r>
              <a:rPr lang="en-US" sz="2800" b="1" dirty="0">
                <a:solidFill>
                  <a:schemeClr val="tx1"/>
                </a:solidFill>
                <a:cs typeface="Calibri"/>
              </a:rPr>
              <a:t>list[.]  4, 3, 2, 1, 0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825871-7DAE-C53F-40DB-336CA64E79ED}"/>
              </a:ext>
            </a:extLst>
          </p:cNvPr>
          <p:cNvSpPr txBox="1">
            <a:spLocks noChangeArrowheads="1"/>
          </p:cNvSpPr>
          <p:nvPr/>
        </p:nvSpPr>
        <p:spPr>
          <a:xfrm>
            <a:off x="7449511" y="4721086"/>
            <a:ext cx="3736808" cy="200039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zh-TW" sz="4000" b="1" dirty="0">
                <a:solidFill>
                  <a:schemeClr val="bg1"/>
                </a:solidFill>
                <a:ea typeface="新細明體"/>
                <a:cs typeface="Consolas" panose="020B0609020204030204" pitchFamily="49" charset="0"/>
              </a:rPr>
              <a:t>How about 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n-US" altLang="zh-TW" sz="4000" b="1" dirty="0">
                <a:solidFill>
                  <a:schemeClr val="bg1"/>
                </a:solidFill>
                <a:ea typeface="新細明體"/>
                <a:cs typeface="Consolas" panose="020B0609020204030204" pitchFamily="49" charset="0"/>
              </a:rPr>
              <a:t>j=0, 1, 2, 3, 4 </a:t>
            </a:r>
            <a:r>
              <a:rPr lang="en-US" altLang="zh-TW" sz="4000" b="1" dirty="0" err="1">
                <a:solidFill>
                  <a:schemeClr val="bg1"/>
                </a:solidFill>
                <a:ea typeface="新細明體"/>
                <a:cs typeface="Consolas" panose="020B0609020204030204" pitchFamily="49" charset="0"/>
              </a:rPr>
              <a:t>Ureply</a:t>
            </a:r>
            <a:endParaRPr kumimoji="1" lang="en-US" altLang="zh-TW" sz="40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5A9D3A8-098F-B4B6-C606-838F9D2165B9}"/>
                  </a:ext>
                </a:extLst>
              </p14:cNvPr>
              <p14:cNvContentPartPr/>
              <p14:nvPr/>
            </p14:nvContentPartPr>
            <p14:xfrm>
              <a:off x="1656245" y="4777085"/>
              <a:ext cx="712080" cy="9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5A9D3A8-098F-B4B6-C606-838F9D2165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8245" y="4759445"/>
                <a:ext cx="7477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065C99-B84B-3BB6-09FC-266CCD87F332}"/>
                  </a:ext>
                </a:extLst>
              </p14:cNvPr>
              <p14:cNvContentPartPr/>
              <p14:nvPr/>
            </p14:nvContentPartPr>
            <p14:xfrm>
              <a:off x="2012285" y="5048269"/>
              <a:ext cx="828360" cy="25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065C99-B84B-3BB6-09FC-266CCD87F3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4285" y="5030269"/>
                <a:ext cx="86400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D6B95EC-EF3C-7D3D-B029-94AD23663701}"/>
                  </a:ext>
                </a:extLst>
              </p14:cNvPr>
              <p14:cNvContentPartPr/>
              <p14:nvPr/>
            </p14:nvContentPartPr>
            <p14:xfrm>
              <a:off x="4171260" y="5410200"/>
              <a:ext cx="198000" cy="26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D6B95EC-EF3C-7D3D-B029-94AD236637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53260" y="5392200"/>
                <a:ext cx="23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EB451B0-CC33-12CA-DB5D-98A4A25CE95A}"/>
                  </a:ext>
                </a:extLst>
              </p14:cNvPr>
              <p14:cNvContentPartPr/>
              <p14:nvPr/>
            </p14:nvContentPartPr>
            <p14:xfrm>
              <a:off x="1629874" y="5781614"/>
              <a:ext cx="5511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EB451B0-CC33-12CA-DB5D-98A4A25CE9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2234" y="5763614"/>
                <a:ext cx="5868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5614255"/>
      </p:ext>
    </p:extLst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6224-2CA9-4702-AA89-9989C98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 How to Use Loops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46FE-CFAA-4B19-BF1B-829DDBFCC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Loops can help us in many different daily computing tasks. </a:t>
            </a:r>
            <a:endParaRPr lang="en-US" dirty="0"/>
          </a:p>
          <a:p>
            <a:r>
              <a:rPr lang="en-US" dirty="0">
                <a:cs typeface="Calibri"/>
              </a:rPr>
              <a:t>As a beginner, you will need to at least know two </a:t>
            </a:r>
            <a:r>
              <a:rPr lang="en-US" u="sng" dirty="0">
                <a:cs typeface="Calibri"/>
              </a:rPr>
              <a:t>basic looping cases</a:t>
            </a:r>
            <a:r>
              <a:rPr lang="en-US" dirty="0">
                <a:cs typeface="Calibri"/>
              </a:rPr>
              <a:t>:</a:t>
            </a:r>
          </a:p>
          <a:p>
            <a:endParaRPr lang="en-US" dirty="0">
              <a:cs typeface="Calibri"/>
            </a:endParaRPr>
          </a:p>
          <a:p>
            <a:pPr lvl="1"/>
            <a:r>
              <a:rPr lang="en-US" sz="3200" u="sng" dirty="0">
                <a:solidFill>
                  <a:schemeClr val="bg1">
                    <a:lumMod val="50000"/>
                  </a:schemeClr>
                </a:solidFill>
                <a:cs typeface="Calibri"/>
              </a:rPr>
              <a:t>Basic Case #1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: </a:t>
            </a:r>
          </a:p>
          <a:p>
            <a:pPr lvl="3"/>
            <a:r>
              <a:rPr lang="en-US" sz="32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Repeat a task a </a:t>
            </a:r>
            <a:r>
              <a:rPr lang="en-US" sz="3200" b="1" u="sng" dirty="0">
                <a:solidFill>
                  <a:schemeClr val="bg1">
                    <a:lumMod val="50000"/>
                  </a:schemeClr>
                </a:solidFill>
                <a:cs typeface="Calibri"/>
              </a:rPr>
              <a:t>finite</a:t>
            </a:r>
            <a:r>
              <a:rPr lang="en-US" sz="3200" u="sng" dirty="0">
                <a:solidFill>
                  <a:schemeClr val="bg1">
                    <a:lumMod val="50000"/>
                  </a:schemeClr>
                </a:solidFill>
                <a:cs typeface="Calibri"/>
              </a:rPr>
              <a:t> number of times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 </a:t>
            </a:r>
          </a:p>
          <a:p>
            <a:pPr lvl="3"/>
            <a:r>
              <a:rPr lang="en-US" sz="32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(As in </a:t>
            </a: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</a:rPr>
              <a:t>Rewrite Lab-4 Ex5, 100 times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)</a:t>
            </a:r>
          </a:p>
          <a:p>
            <a:pPr lvl="1"/>
            <a:r>
              <a:rPr lang="en-US" sz="3900" u="sng" dirty="0">
                <a:cs typeface="Calibri"/>
              </a:rPr>
              <a:t>Basic Case #2</a:t>
            </a:r>
            <a:r>
              <a:rPr lang="en-US" sz="3900" dirty="0">
                <a:cs typeface="Calibri"/>
              </a:rPr>
              <a:t>: </a:t>
            </a:r>
          </a:p>
          <a:p>
            <a:pPr lvl="3"/>
            <a:r>
              <a:rPr lang="en-US" sz="3900" dirty="0">
                <a:cs typeface="Calibri"/>
              </a:rPr>
              <a:t>Repeat a task </a:t>
            </a:r>
            <a:r>
              <a:rPr lang="en-US" sz="3900" b="1" u="sng" dirty="0">
                <a:cs typeface="Calibri"/>
              </a:rPr>
              <a:t>indefinitely</a:t>
            </a:r>
            <a:r>
              <a:rPr lang="en-US" sz="3900" u="sng" dirty="0">
                <a:cs typeface="Calibri"/>
              </a:rPr>
              <a:t> until a condition is met</a:t>
            </a:r>
            <a:endParaRPr lang="en-US" sz="3900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9651-BFB6-4DF2-90E3-2A901DEC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6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8E29-28B3-163F-D36F-569116B9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F1D3-1847-58D8-A6F1-9F20C640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464062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2.2. Basic Case #2: Indefinite Repetition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F1C5B-C04A-746B-2C18-732F185C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58547F-D95A-9D8D-E5B5-C2F6EDEB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47800"/>
            <a:ext cx="10363200" cy="3124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dirty="0">
                <a:cs typeface="Calibri"/>
              </a:rPr>
              <a:t>Task: keep asking the user for a number </a:t>
            </a:r>
            <a:r>
              <a:rPr lang="en-US" sz="4000" b="1" u="sng" dirty="0">
                <a:cs typeface="Calibri"/>
              </a:rPr>
              <a:t>until</a:t>
            </a:r>
            <a:r>
              <a:rPr lang="en-US" sz="4000" dirty="0">
                <a:cs typeface="Calibri"/>
              </a:rPr>
              <a:t> the input is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–1</a:t>
            </a:r>
            <a:r>
              <a:rPr lang="en-US" sz="4000" dirty="0">
                <a:cs typeface="Calibri"/>
              </a:rPr>
              <a:t>; 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we </a:t>
            </a:r>
            <a:r>
              <a:rPr lang="en-US" u="sng" dirty="0">
                <a:cs typeface="Calibri"/>
              </a:rPr>
              <a:t>do not have a fixed or finite number of repeats </a:t>
            </a:r>
            <a:r>
              <a:rPr lang="en-US" dirty="0">
                <a:cs typeface="Calibri"/>
              </a:rPr>
              <a:t>in mind.</a:t>
            </a:r>
          </a:p>
        </p:txBody>
      </p:sp>
    </p:spTree>
    <p:extLst>
      <p:ext uri="{BB962C8B-B14F-4D97-AF65-F5344CB8AC3E}">
        <p14:creationId xmlns:p14="http://schemas.microsoft.com/office/powerpoint/2010/main" val="28005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54C8-3B0F-4114-8766-DDD1B2EF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464062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2.2. Basic Case #2: Indefinite Repetition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20C49-BC52-481D-A9B3-774FC00C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FD6119C-4B09-4150-A42C-9F3CBCEB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27601"/>
            <a:ext cx="8677276" cy="31449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input = 0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;</a:t>
            </a:r>
            <a:endParaRPr lang="en-US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input != -1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000" b="0" dirty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"You have input %d\n"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, 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"Last input is %d, the loop has ended\n"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input);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FF0E13C-B701-42D5-BE31-84850460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2527601"/>
            <a:ext cx="461962" cy="31449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62695A-6855-4507-8C2D-741FCFFB2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66801"/>
            <a:ext cx="10668000" cy="1142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cs typeface="Calibri"/>
              </a:rPr>
              <a:t>Task: keep asking the user for a number </a:t>
            </a:r>
            <a:r>
              <a:rPr lang="en-US" altLang="zh-CN" b="1" u="sng" dirty="0">
                <a:cs typeface="Calibri"/>
              </a:rPr>
              <a:t>until</a:t>
            </a:r>
            <a:r>
              <a:rPr lang="en-US" altLang="zh-CN" dirty="0">
                <a:cs typeface="Calibri"/>
              </a:rPr>
              <a:t> the input is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–1</a:t>
            </a:r>
            <a:r>
              <a:rPr lang="en-US" altLang="zh-CN" dirty="0">
                <a:cs typeface="Calibri"/>
              </a:rPr>
              <a:t>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E5B14-58F7-39DC-B682-4712CDA97E68}"/>
              </a:ext>
            </a:extLst>
          </p:cNvPr>
          <p:cNvSpPr txBox="1"/>
          <p:nvPr/>
        </p:nvSpPr>
        <p:spPr>
          <a:xfrm>
            <a:off x="7239000" y="1785157"/>
            <a:ext cx="4728438" cy="267765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Are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 you able to identify the: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 condition change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body</a:t>
            </a: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2512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AD7D-345B-00B7-7DCC-0A5F1CB5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B160-B01C-984F-46B1-60931614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464062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2.2. Basic Case #2: Indefinite Repetition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7FF2-7CA3-4930-D17A-359B537D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D06B61-3B21-A077-1CE8-92499320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4" y="1714166"/>
            <a:ext cx="8067676" cy="31449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dirty="0">
                <a:latin typeface="Consolas"/>
                <a:ea typeface="新細明體"/>
                <a:cs typeface="Times New Roman"/>
              </a:rPr>
              <a:t>input = 0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;</a:t>
            </a:r>
            <a:endParaRPr lang="en-US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dirty="0">
                <a:latin typeface="Consolas"/>
                <a:ea typeface="新細明體"/>
                <a:cs typeface="Consolas" panose="020B0609020204030204" pitchFamily="49" charset="0"/>
              </a:rPr>
              <a:t>input != -1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input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"Last input is %d, the loop has ended\n"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input);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363FCF-56A8-9CDA-FE39-41B87EEED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" y="1714166"/>
            <a:ext cx="461962" cy="31449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89FECF-707C-01F8-E4D3-C3D86E832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292" y="1066801"/>
            <a:ext cx="8808643" cy="724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cs typeface="Calibri"/>
              </a:rPr>
              <a:t>Task: keep asking the user for a number </a:t>
            </a:r>
            <a:r>
              <a:rPr lang="en-US" altLang="zh-CN" sz="2400" b="1" u="sng" dirty="0">
                <a:cs typeface="Calibri"/>
              </a:rPr>
              <a:t>until</a:t>
            </a:r>
            <a:r>
              <a:rPr lang="en-US" altLang="zh-CN" sz="2400" dirty="0">
                <a:cs typeface="Calibri"/>
              </a:rPr>
              <a:t> the input is </a:t>
            </a:r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–1</a:t>
            </a:r>
            <a:r>
              <a:rPr lang="en-US" altLang="zh-CN" sz="2400" dirty="0">
                <a:cs typeface="Calibri"/>
              </a:rPr>
              <a:t>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AF513-682C-1AFF-6EC7-2739AFBC86FC}"/>
              </a:ext>
            </a:extLst>
          </p:cNvPr>
          <p:cNvSpPr txBox="1"/>
          <p:nvPr/>
        </p:nvSpPr>
        <p:spPr>
          <a:xfrm>
            <a:off x="7316340" y="1829600"/>
            <a:ext cx="4786152" cy="193899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Our </a:t>
            </a:r>
            <a:r>
              <a:rPr lang="en-US" sz="2400" u="sng" dirty="0">
                <a:solidFill>
                  <a:schemeClr val="tx1"/>
                </a:solidFill>
              </a:rPr>
              <a:t>loop condition variable </a:t>
            </a:r>
            <a:r>
              <a:rPr lang="en-US" sz="2400" dirty="0">
                <a:solidFill>
                  <a:schemeClr val="tx1"/>
                </a:solidFill>
              </a:rPr>
              <a:t>is </a:t>
            </a:r>
            <a:r>
              <a:rPr lang="en-US" sz="2400" i="1" dirty="0">
                <a:solidFill>
                  <a:schemeClr val="tx1"/>
                </a:solidFill>
              </a:rPr>
              <a:t>NOT</a:t>
            </a:r>
            <a:r>
              <a:rPr lang="en-US" sz="2400" dirty="0">
                <a:solidFill>
                  <a:schemeClr val="tx1"/>
                </a:solidFill>
              </a:rPr>
              <a:t> a counter this time but the user </a:t>
            </a:r>
            <a:r>
              <a:rPr lang="en-US" sz="2400" u="sng" dirty="0">
                <a:solidFill>
                  <a:schemeClr val="tx1"/>
                </a:solidFill>
              </a:rPr>
              <a:t>input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We conveniently set </a:t>
            </a:r>
            <a:r>
              <a:rPr lang="en-US" sz="2400" u="sng" dirty="0">
                <a:solidFill>
                  <a:schemeClr val="tx1"/>
                </a:solidFill>
              </a:rPr>
              <a:t>input to 0 </a:t>
            </a:r>
            <a:r>
              <a:rPr lang="en-US" sz="2400" dirty="0">
                <a:solidFill>
                  <a:schemeClr val="tx1"/>
                </a:solidFill>
              </a:rPr>
              <a:t>first to make sure that the loop will start.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44EAC12-7ECA-F67C-8901-687699745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456383"/>
            <a:ext cx="8534400" cy="168089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You have input 5</a:t>
            </a:r>
          </a:p>
          <a:p>
            <a:r>
              <a:rPr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-1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You have input -1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Last input is -1, the loop has ended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5E4CEF-C963-D73A-1272-6277B1BE5899}"/>
              </a:ext>
            </a:extLst>
          </p:cNvPr>
          <p:cNvSpPr txBox="1"/>
          <p:nvPr/>
        </p:nvSpPr>
        <p:spPr>
          <a:xfrm>
            <a:off x="7334901" y="4788802"/>
            <a:ext cx="4767591" cy="95410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How many times will the loop execute? Do you really know?</a:t>
            </a:r>
            <a:endParaRPr lang="en-US" sz="2400" b="1" dirty="0">
              <a:solidFill>
                <a:srgbClr val="C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933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C00B-BD65-4A6E-A5BB-3108D06B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2.2. Basic Case #2: Indefinite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3841-E799-4B89-8DA5-F22B2796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above example </a:t>
            </a:r>
            <a:r>
              <a:rPr lang="en-US" dirty="0">
                <a:solidFill>
                  <a:srgbClr val="FF0000"/>
                </a:solidFill>
              </a:rPr>
              <a:t>demonstrates a loop can repeat a process </a:t>
            </a:r>
            <a:r>
              <a:rPr lang="en-US" i="1" dirty="0">
                <a:solidFill>
                  <a:srgbClr val="FF0000"/>
                </a:solidFill>
              </a:rPr>
              <a:t>indefinitely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User can theoretically go on and input numbers </a:t>
            </a:r>
            <a:r>
              <a:rPr lang="en-US" i="1" dirty="0">
                <a:solidFill>
                  <a:srgbClr val="FF0000"/>
                </a:solidFill>
              </a:rPr>
              <a:t>any number of times</a:t>
            </a:r>
            <a:r>
              <a:rPr lang="en-US" dirty="0"/>
              <a:t>, i.e., indefinitely (!)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This is very common in real life computing applications: 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perform something repeatedly until </a:t>
            </a:r>
            <a:r>
              <a:rPr lang="en-US"/>
              <a:t>user stops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live streaming</a:t>
            </a:r>
          </a:p>
          <a:p>
            <a:pPr>
              <a:lnSpc>
                <a:spcPct val="120000"/>
              </a:lnSpc>
            </a:pPr>
            <a:r>
              <a:rPr lang="en-US" dirty="0"/>
              <a:t>Looping enables us to write programs with a flexible repeating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D605F-65CF-4292-824B-B486E003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54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1C54-68A9-7129-CBD0-84A03527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1719-FE6A-086D-4F5C-4444ADB9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 How to Use Loops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309A-EA36-B75F-4054-5141CB5D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3200" u="sng" dirty="0">
                <a:cs typeface="Calibri"/>
              </a:rPr>
              <a:t>Basic Case #1</a:t>
            </a:r>
            <a:r>
              <a:rPr lang="en-US" sz="3200" dirty="0">
                <a:cs typeface="Calibri"/>
              </a:rPr>
              <a:t>: </a:t>
            </a:r>
          </a:p>
          <a:p>
            <a:pPr lvl="3"/>
            <a:r>
              <a:rPr lang="en-US" sz="3200" dirty="0">
                <a:cs typeface="Calibri"/>
              </a:rPr>
              <a:t>Repeat a task a </a:t>
            </a:r>
            <a:r>
              <a:rPr lang="en-US" sz="3200" b="1" u="sng" dirty="0">
                <a:cs typeface="Calibri"/>
              </a:rPr>
              <a:t>finite</a:t>
            </a:r>
            <a:r>
              <a:rPr lang="en-US" sz="3200" u="sng" dirty="0">
                <a:cs typeface="Calibri"/>
              </a:rPr>
              <a:t> number of times</a:t>
            </a:r>
            <a:r>
              <a:rPr lang="en-US" sz="3200" dirty="0">
                <a:cs typeface="Calibri"/>
              </a:rPr>
              <a:t> </a:t>
            </a:r>
          </a:p>
          <a:p>
            <a:pPr lvl="3"/>
            <a:r>
              <a:rPr lang="en-US" sz="3200" dirty="0">
                <a:cs typeface="Calibri"/>
              </a:rPr>
              <a:t>Counter </a:t>
            </a:r>
            <a:r>
              <a:rPr lang="en-US" sz="3200" dirty="0" err="1">
                <a:cs typeface="Calibri"/>
              </a:rPr>
              <a:t>i</a:t>
            </a:r>
            <a:r>
              <a:rPr lang="en-US" sz="3200" dirty="0">
                <a:cs typeface="Calibri"/>
              </a:rPr>
              <a:t>, j, k </a:t>
            </a:r>
          </a:p>
          <a:p>
            <a:pPr lvl="1"/>
            <a:r>
              <a:rPr lang="en-US" sz="3200" u="sng" dirty="0">
                <a:cs typeface="Calibri"/>
              </a:rPr>
              <a:t>Basic Case #2</a:t>
            </a:r>
            <a:r>
              <a:rPr lang="en-US" sz="3200" dirty="0">
                <a:cs typeface="Calibri"/>
              </a:rPr>
              <a:t>: </a:t>
            </a:r>
          </a:p>
          <a:p>
            <a:pPr lvl="3"/>
            <a:r>
              <a:rPr lang="en-US" sz="3200" dirty="0">
                <a:cs typeface="Calibri"/>
              </a:rPr>
              <a:t>Repeat a task </a:t>
            </a:r>
            <a:r>
              <a:rPr lang="en-US" sz="3200" b="1" u="sng" dirty="0">
                <a:cs typeface="Calibri"/>
              </a:rPr>
              <a:t>indefinitely</a:t>
            </a:r>
            <a:r>
              <a:rPr lang="en-US" sz="3200" u="sng" dirty="0">
                <a:cs typeface="Calibri"/>
              </a:rPr>
              <a:t> </a:t>
            </a:r>
            <a:r>
              <a:rPr lang="en-US" sz="3200" b="1" u="sng" dirty="0">
                <a:cs typeface="Calibri"/>
              </a:rPr>
              <a:t>until</a:t>
            </a:r>
            <a:r>
              <a:rPr lang="en-US" sz="3200" u="sng" dirty="0">
                <a:cs typeface="Calibri"/>
              </a:rPr>
              <a:t> a condition is met</a:t>
            </a:r>
          </a:p>
          <a:p>
            <a:pPr lvl="3"/>
            <a:r>
              <a:rPr lang="en-US" sz="3200" dirty="0">
                <a:cs typeface="Calibri"/>
              </a:rPr>
              <a:t>According to user input</a:t>
            </a: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C6903-8E71-F63D-1ABA-153B1889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BC47E67-27BA-C277-61AA-6EE13DED3791}"/>
              </a:ext>
            </a:extLst>
          </p:cNvPr>
          <p:cNvSpPr txBox="1">
            <a:spLocks noChangeArrowheads="1"/>
          </p:cNvSpPr>
          <p:nvPr/>
        </p:nvSpPr>
        <p:spPr>
          <a:xfrm>
            <a:off x="8737600" y="4653385"/>
            <a:ext cx="2200730" cy="73459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zh-TW" sz="4000" b="1" dirty="0" err="1">
                <a:solidFill>
                  <a:schemeClr val="bg1"/>
                </a:solidFill>
                <a:ea typeface="新細明體"/>
                <a:cs typeface="Consolas" panose="020B0609020204030204" pitchFamily="49" charset="0"/>
              </a:rPr>
              <a:t>Ureply</a:t>
            </a:r>
            <a:endParaRPr kumimoji="1" lang="en-US" altLang="zh-TW" sz="40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956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Using Repetition to Solve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As long as a solution requires </a:t>
            </a:r>
            <a:r>
              <a:rPr lang="en-US" u="sng" dirty="0">
                <a:cs typeface="Calibri"/>
              </a:rPr>
              <a:t>multiple steps that are the same or very similar to each other</a:t>
            </a:r>
            <a:r>
              <a:rPr lang="en-US" dirty="0">
                <a:cs typeface="Calibri"/>
              </a:rPr>
              <a:t>, we can use looping to help us.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Let's look at two slightly more complex situations that will be challenging to new learners of looping.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93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/>
          </a:bodyPr>
          <a:lstStyle/>
          <a:p>
            <a:r>
              <a:rPr lang="en-US" sz="3600" dirty="0"/>
              <a:t>3.1. Using Repetition for </a:t>
            </a:r>
            <a:r>
              <a:rPr lang="en-US" sz="3600" b="1" dirty="0"/>
              <a:t>Statistics</a:t>
            </a:r>
            <a:r>
              <a:rPr lang="en-US" sz="3600" dirty="0"/>
              <a:t>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need to generate statistics and insights from a set of data, you often need to go through each piece of data one by one.</a:t>
            </a:r>
          </a:p>
          <a:p>
            <a:pPr lvl="1"/>
            <a:r>
              <a:rPr lang="en-US" sz="4000" dirty="0">
                <a:solidFill>
                  <a:srgbClr val="C00000"/>
                </a:solidFill>
              </a:rPr>
              <a:t>E.g., sum, average, maximum, minimum, etc.</a:t>
            </a:r>
          </a:p>
          <a:p>
            <a:endParaRPr lang="en-US" dirty="0"/>
          </a:p>
          <a:p>
            <a:r>
              <a:rPr lang="en-US" dirty="0"/>
              <a:t>Looping will be our best tool to achieve this, although it does not appear to be a repetitive task from the first sight.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0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84A0-18D0-9D04-475F-C0EF6BB6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9A1B-62BB-12B2-AB79-80A6311C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/>
          </a:bodyPr>
          <a:lstStyle/>
          <a:p>
            <a:r>
              <a:rPr lang="en-US" sz="3600" dirty="0"/>
              <a:t>3.1. Using Repetition for Statistics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83B1-8E45-4FCC-71CA-39C05AD4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71600"/>
            <a:ext cx="11353799" cy="2438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Here we want to ask for </a:t>
            </a:r>
            <a:r>
              <a:rPr lang="en-US" sz="4000" u="sng" dirty="0"/>
              <a:t>four inputs from the user</a:t>
            </a:r>
            <a:r>
              <a:rPr lang="en-US" sz="4000" dirty="0"/>
              <a:t> and print the </a:t>
            </a:r>
            <a:r>
              <a:rPr lang="en-US" sz="4000" b="1" u="sng" dirty="0"/>
              <a:t>average value</a:t>
            </a:r>
            <a:r>
              <a:rPr lang="en-US" sz="4000" b="1" dirty="0"/>
              <a:t> </a:t>
            </a:r>
            <a:r>
              <a:rPr lang="en-US" sz="4000" dirty="0"/>
              <a:t>out: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7ADC4-35BB-D13E-2CE3-15DBD745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30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3906-0DCA-4BA4-8D06-72E8214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/>
          </a:bodyPr>
          <a:lstStyle/>
          <a:p>
            <a:r>
              <a:rPr lang="en-US" sz="3600" dirty="0"/>
              <a:t>3.1. Using Repetition for Statistics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9615-5EE5-4478-BC19-1B5ECBF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762" y="865006"/>
            <a:ext cx="8991600" cy="813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Here we want to ask for </a:t>
            </a:r>
            <a:r>
              <a:rPr lang="en-US" sz="2800" u="sng" dirty="0"/>
              <a:t>four inputs from the user</a:t>
            </a:r>
            <a:r>
              <a:rPr lang="en-US" sz="2800" dirty="0"/>
              <a:t> and print the </a:t>
            </a:r>
            <a:r>
              <a:rPr lang="en-US" b="1" u="sng" dirty="0"/>
              <a:t>average value</a:t>
            </a:r>
            <a:r>
              <a:rPr lang="en-US" b="1" dirty="0"/>
              <a:t> </a:t>
            </a:r>
            <a:r>
              <a:rPr lang="en-US" sz="2800" dirty="0"/>
              <a:t>out: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096F11-90F3-43DD-9C7D-B417CE60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88013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= 0;</a:t>
            </a:r>
            <a:endParaRPr lang="en-US" sz="2000" b="0" dirty="0">
              <a:highlight>
                <a:srgbClr val="FF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3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...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/>
                <a:ea typeface="新細明體"/>
              </a:rPr>
              <a:t>...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</a:t>
            </a:r>
            <a:r>
              <a:rPr lang="en-US" sz="2000" b="0" i="1" dirty="0">
                <a:solidFill>
                  <a:srgbClr val="FF0000"/>
                </a:solidFill>
                <a:latin typeface="Consolas"/>
                <a:ea typeface="新細明體"/>
                <a:cs typeface="Arial"/>
              </a:rPr>
              <a:t>average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2336B-B4E0-4895-91E3-BBF8141A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88013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C1018-EDDA-46B1-9A5F-03AA33343AC0}"/>
              </a:ext>
            </a:extLst>
          </p:cNvPr>
          <p:cNvSpPr txBox="1"/>
          <p:nvPr/>
        </p:nvSpPr>
        <p:spPr>
          <a:xfrm>
            <a:off x="5715000" y="1745602"/>
            <a:ext cx="6329660" cy="273921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cs typeface="Calibri"/>
              </a:rPr>
              <a:t>Let's first start with writing a C program to ask for several inputs from the user.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Here</a:t>
            </a:r>
            <a:r>
              <a:rPr lang="en-US" sz="2800" dirty="0">
                <a:solidFill>
                  <a:schemeClr val="tx1"/>
                </a:solidFill>
                <a:cs typeface="Calibri"/>
              </a:rPr>
              <a:t> we see the proper </a:t>
            </a:r>
            <a:br>
              <a:rPr lang="en-US" sz="2800" dirty="0">
                <a:solidFill>
                  <a:schemeClr val="tx1"/>
                </a:solidFill>
                <a:cs typeface="Calibri"/>
              </a:rPr>
            </a:b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 dirty="0">
                <a:solidFill>
                  <a:schemeClr val="tx1"/>
                </a:solidFill>
                <a:cs typeface="Calibri"/>
              </a:rPr>
              <a:t>, </a:t>
            </a:r>
          </a:p>
          <a:p>
            <a:r>
              <a:rPr lang="en-US" sz="2800" dirty="0">
                <a:solidFill>
                  <a:schemeClr val="tx1"/>
                </a:solidFill>
                <a:highlight>
                  <a:srgbClr val="00FF00"/>
                </a:highlight>
                <a:cs typeface="Calibri"/>
              </a:rPr>
              <a:t>looping condition</a:t>
            </a:r>
            <a:r>
              <a:rPr lang="en-US" sz="2800" dirty="0">
                <a:solidFill>
                  <a:schemeClr val="tx1"/>
                </a:solidFill>
                <a:cs typeface="Calibri"/>
              </a:rPr>
              <a:t>, and</a:t>
            </a:r>
            <a:br>
              <a:rPr lang="en-US" sz="2800" dirty="0">
                <a:solidFill>
                  <a:schemeClr val="tx1"/>
                </a:solidFill>
                <a:cs typeface="Calibri"/>
              </a:rPr>
            </a:br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cs typeface="Calibri"/>
              </a:rPr>
              <a:t>loop variable change</a:t>
            </a:r>
          </a:p>
        </p:txBody>
      </p:sp>
    </p:spTree>
    <p:extLst>
      <p:ext uri="{BB962C8B-B14F-4D97-AF65-F5344CB8AC3E}">
        <p14:creationId xmlns:p14="http://schemas.microsoft.com/office/powerpoint/2010/main" val="618452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3906-0DCA-4BA4-8D06-72E8214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/>
          </a:bodyPr>
          <a:lstStyle/>
          <a:p>
            <a:r>
              <a:rPr lang="en-US" sz="3600" dirty="0"/>
              <a:t>3.1. Using Repetition for Statistics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096F11-90F3-43DD-9C7D-B417CE60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38" y="1183742"/>
            <a:ext cx="8677276" cy="42158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HK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HK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HK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altLang="zh-HK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altLang="zh-HK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double average, sum = 0.0;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sum = sum + input;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average = sum / 4;</a:t>
            </a:r>
            <a:endParaRPr lang="en-US" altLang="zh-TW" sz="2000" b="0" dirty="0">
              <a:highlight>
                <a:srgbClr val="00FFFF"/>
              </a:highlight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average);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2336B-B4E0-4895-91E3-BBF8141A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376" y="1183742"/>
            <a:ext cx="461962" cy="42158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C1018-EDDA-46B1-9A5F-03AA33343AC0}"/>
              </a:ext>
            </a:extLst>
          </p:cNvPr>
          <p:cNvSpPr txBox="1"/>
          <p:nvPr/>
        </p:nvSpPr>
        <p:spPr>
          <a:xfrm>
            <a:off x="6096000" y="1532352"/>
            <a:ext cx="5996484" cy="26776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To calculate the average, we need to add up the input to a sum. </a:t>
            </a:r>
            <a:endParaRPr lang="en-US" sz="2400" dirty="0">
              <a:solidFill>
                <a:schemeClr val="tx1"/>
              </a:solidFill>
              <a:cs typeface="Calibri"/>
            </a:endParaRPr>
          </a:p>
          <a:p>
            <a:r>
              <a:rPr lang="en-US" sz="2400" dirty="0">
                <a:solidFill>
                  <a:schemeClr val="tx1"/>
                </a:solidFill>
                <a:cs typeface="Calibri"/>
              </a:rPr>
              <a:t>We will want to </a:t>
            </a:r>
          </a:p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cs typeface="Calibri"/>
              </a:rPr>
              <a:t>1) initialize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cs typeface="Calibri"/>
              </a:rPr>
              <a:t> to be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cs typeface="Calibri"/>
              </a:rPr>
              <a:t>, </a:t>
            </a:r>
            <a:endParaRPr lang="en-US" sz="2400" b="1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00FF00"/>
                </a:highlight>
                <a:cs typeface="Calibri"/>
              </a:rPr>
              <a:t>2) add up each input to the </a:t>
            </a:r>
            <a:r>
              <a:rPr lang="en-US" sz="24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sz="2400" dirty="0">
                <a:solidFill>
                  <a:schemeClr val="tx1"/>
                </a:solidFill>
                <a:highlight>
                  <a:srgbClr val="00FF00"/>
                </a:highlight>
                <a:cs typeface="Calibri"/>
              </a:rPr>
              <a:t>, and finally</a:t>
            </a:r>
            <a:endParaRPr lang="en-US" dirty="0">
              <a:solidFill>
                <a:schemeClr val="tx1"/>
              </a:solidFill>
              <a:highlight>
                <a:srgbClr val="00FF00"/>
              </a:highlight>
              <a:cs typeface="Calibri"/>
            </a:endParaRPr>
          </a:p>
          <a:p>
            <a:r>
              <a:rPr lang="en-US" sz="2400" dirty="0">
                <a:solidFill>
                  <a:schemeClr val="tx1"/>
                </a:solidFill>
                <a:highlight>
                  <a:srgbClr val="00FFFF"/>
                </a:highlight>
                <a:cs typeface="Calibri"/>
              </a:rPr>
              <a:t>3) calculate the </a:t>
            </a:r>
            <a:r>
              <a:rPr lang="en-US" sz="2400" b="1" dirty="0">
                <a:solidFill>
                  <a:schemeClr val="tx1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average</a:t>
            </a:r>
            <a:r>
              <a:rPr lang="en-US" sz="2400" dirty="0">
                <a:solidFill>
                  <a:schemeClr val="tx1"/>
                </a:solidFill>
                <a:highlight>
                  <a:srgbClr val="00FFFF"/>
                </a:highlight>
                <a:cs typeface="Calibri"/>
              </a:rPr>
              <a:t> from the </a:t>
            </a:r>
            <a:r>
              <a:rPr lang="en-US" sz="2400" b="1" dirty="0">
                <a:solidFill>
                  <a:schemeClr val="tx1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sz="2400" dirty="0">
                <a:solidFill>
                  <a:schemeClr val="tx1"/>
                </a:solidFill>
                <a:highlight>
                  <a:srgbClr val="00FFFF"/>
                </a:highlight>
                <a:cs typeface="Calibri"/>
              </a:rPr>
              <a:t> </a:t>
            </a:r>
            <a:r>
              <a:rPr lang="en-US" sz="2400" u="sng" dirty="0">
                <a:solidFill>
                  <a:schemeClr val="tx1"/>
                </a:solidFill>
                <a:highlight>
                  <a:srgbClr val="00FFFF"/>
                </a:highlight>
                <a:cs typeface="Calibri"/>
              </a:rPr>
              <a:t>after</a:t>
            </a:r>
            <a:r>
              <a:rPr lang="en-US" sz="2400" dirty="0">
                <a:solidFill>
                  <a:schemeClr val="tx1"/>
                </a:solidFill>
                <a:highlight>
                  <a:srgbClr val="00FFFF"/>
                </a:highlight>
                <a:cs typeface="Calibri"/>
              </a:rPr>
              <a:t> all inputs are considered.</a:t>
            </a:r>
            <a:endParaRPr lang="en-US" dirty="0">
              <a:solidFill>
                <a:schemeClr val="tx1"/>
              </a:solidFill>
              <a:highlight>
                <a:srgbClr val="00FFFF"/>
              </a:highlight>
              <a:cs typeface="Calibri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27614" y="5247210"/>
            <a:ext cx="9144000" cy="914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Average of 4 number is 21.50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4C0346E-75FA-8449-BF71-B67D2E527F23}"/>
              </a:ext>
            </a:extLst>
          </p:cNvPr>
          <p:cNvSpPr txBox="1">
            <a:spLocks noChangeArrowheads="1"/>
          </p:cNvSpPr>
          <p:nvPr/>
        </p:nvSpPr>
        <p:spPr>
          <a:xfrm>
            <a:off x="6172200" y="5067776"/>
            <a:ext cx="5920284" cy="12885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3200" dirty="0">
                <a:ea typeface="新細明體" pitchFamily="18" charset="-120"/>
                <a:cs typeface="Times New Roman" pitchFamily="18" charset="0"/>
              </a:rPr>
              <a:t>Pay attention to the </a:t>
            </a:r>
            <a:r>
              <a:rPr kumimoji="1" lang="en-US" altLang="zh-TW" sz="3200" b="1" dirty="0">
                <a:ea typeface="新細明體" pitchFamily="18" charset="-120"/>
                <a:cs typeface="Times New Roman" pitchFamily="18" charset="0"/>
              </a:rPr>
              <a:t>position</a:t>
            </a:r>
            <a:r>
              <a:rPr kumimoji="1" lang="en-US" altLang="zh-TW" sz="3200" dirty="0">
                <a:ea typeface="新細明體" pitchFamily="18" charset="-120"/>
                <a:cs typeface="Times New Roman" pitchFamily="18" charset="0"/>
              </a:rPr>
              <a:t> of initialization, sum, and average.</a:t>
            </a:r>
          </a:p>
        </p:txBody>
      </p:sp>
    </p:spTree>
    <p:extLst>
      <p:ext uri="{BB962C8B-B14F-4D97-AF65-F5344CB8AC3E}">
        <p14:creationId xmlns:p14="http://schemas.microsoft.com/office/powerpoint/2010/main" val="259815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3906-0DCA-4BA4-8D06-72E8214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281223"/>
            <a:ext cx="8988182" cy="4691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>
                <a:cs typeface="Calibri"/>
              </a:rPr>
              <a:t>3.1. Using </a:t>
            </a:r>
            <a:r>
              <a:rPr lang="en-US" sz="3600" dirty="0">
                <a:ea typeface="+mj-lt"/>
                <a:cs typeface="+mj-lt"/>
              </a:rPr>
              <a:t>Repetition for Statistics Generation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9615-5EE5-4478-BC19-1B5ECBF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71513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What will be the result of this modified program? </a:t>
            </a:r>
            <a:r>
              <a:rPr lang="en-US" i="1" dirty="0">
                <a:cs typeface="Calibri"/>
              </a:rPr>
              <a:t>Hint: It will generally give an unexpected answer!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096F11-90F3-43DD-9C7D-B417CE60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88013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</a:t>
            </a:r>
            <a:r>
              <a:rPr lang="en-US" sz="2000" b="0" dirty="0">
                <a:solidFill>
                  <a:srgbClr val="0070C0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average, sum = 0.0;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Times New Roman"/>
              </a:rPr>
              <a:t>sum = sum + input;</a:t>
            </a:r>
            <a:endParaRPr lang="en-US" dirty="0">
              <a:highlight>
                <a:srgbClr val="00FF00"/>
              </a:highlight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average = sum / 4;</a:t>
            </a:r>
            <a:endParaRPr lang="en-US" altLang="zh-TW" sz="2000" b="0" dirty="0">
              <a:highlight>
                <a:srgbClr val="00FFFF"/>
              </a:highlight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average);</a:t>
            </a:r>
            <a:endParaRPr lang="en-US" dirty="0">
              <a:latin typeface="Consolas"/>
              <a:ea typeface="新細明體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2336B-B4E0-4895-91E3-BBF8141A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88013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809F6B2-F451-7FB1-78F6-618429792FF8}"/>
              </a:ext>
            </a:extLst>
          </p:cNvPr>
          <p:cNvSpPr txBox="1">
            <a:spLocks noChangeArrowheads="1"/>
          </p:cNvSpPr>
          <p:nvPr/>
        </p:nvSpPr>
        <p:spPr>
          <a:xfrm>
            <a:off x="6172200" y="2286000"/>
            <a:ext cx="5943600" cy="2362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b="1" u="sng" dirty="0">
                <a:ea typeface="新細明體" pitchFamily="18" charset="-120"/>
                <a:cs typeface="Times New Roman" pitchFamily="18" charset="0"/>
              </a:rPr>
              <a:t>Change the position 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of </a:t>
            </a:r>
            <a:r>
              <a:rPr kumimoji="1" lang="en-US" altLang="zh-TW" dirty="0"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sum=</a:t>
            </a:r>
            <a:r>
              <a:rPr kumimoji="1" lang="en-US" altLang="zh-TW" dirty="0" err="1"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sum+input</a:t>
            </a:r>
            <a:endParaRPr kumimoji="1" lang="en-US" altLang="zh-TW" dirty="0">
              <a:highlight>
                <a:srgbClr val="00FF00"/>
              </a:highlight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kumimoji="1" lang="en-US" altLang="zh-TW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Can we sum them up?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The sum will be equal to the last input</a:t>
            </a:r>
          </a:p>
        </p:txBody>
      </p:sp>
    </p:spTree>
    <p:extLst>
      <p:ext uri="{BB962C8B-B14F-4D97-AF65-F5344CB8AC3E}">
        <p14:creationId xmlns:p14="http://schemas.microsoft.com/office/powerpoint/2010/main" val="3464330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9615-5EE5-4478-BC19-1B5ECBF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71513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dirty="0">
                <a:cs typeface="Calibri"/>
              </a:rPr>
              <a:t>How about this?</a:t>
            </a:r>
            <a:r>
              <a:rPr lang="en-HK" sz="2500" dirty="0">
                <a:cs typeface="Calibri"/>
              </a:rPr>
              <a:t> </a:t>
            </a:r>
            <a:r>
              <a:rPr lang="en-HK" sz="2500" i="1" dirty="0">
                <a:cs typeface="Calibri"/>
              </a:rPr>
              <a:t>Hint: It will generally give a wrong answer as well. Do you see why?</a:t>
            </a:r>
            <a:endParaRPr lang="en-US" sz="2500" i="1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096F11-90F3-43DD-9C7D-B417CE60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88013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</a:t>
            </a:r>
            <a:r>
              <a:rPr lang="en-US" sz="2000" b="0" dirty="0">
                <a:solidFill>
                  <a:srgbClr val="0070C0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average, sum;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sum =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sum = sum + input;</a:t>
            </a:r>
            <a:endParaRPr lang="en-US" sz="2000" b="0" dirty="0">
              <a:highlight>
                <a:srgbClr val="00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average = sum / 4; 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average);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2336B-B4E0-4895-91E3-BBF8141A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88013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65B44AC-C453-47CC-8B8C-9DA500195705}"/>
              </a:ext>
            </a:extLst>
          </p:cNvPr>
          <p:cNvSpPr txBox="1">
            <a:spLocks/>
          </p:cNvSpPr>
          <p:nvPr/>
        </p:nvSpPr>
        <p:spPr>
          <a:xfrm>
            <a:off x="1594338" y="281223"/>
            <a:ext cx="8988182" cy="4691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cs typeface="Calibri"/>
              </a:rPr>
              <a:t>3.1. Using </a:t>
            </a:r>
            <a:r>
              <a:rPr lang="en-US" sz="3600" dirty="0">
                <a:ea typeface="+mj-lt"/>
                <a:cs typeface="+mj-lt"/>
              </a:rPr>
              <a:t>Repetition for Statistics Generation</a:t>
            </a:r>
            <a:endParaRPr lang="en-US" sz="3600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D4EC995F-3020-51EF-3BD3-B59E022F0941}"/>
              </a:ext>
            </a:extLst>
          </p:cNvPr>
          <p:cNvSpPr txBox="1">
            <a:spLocks noChangeArrowheads="1"/>
          </p:cNvSpPr>
          <p:nvPr/>
        </p:nvSpPr>
        <p:spPr>
          <a:xfrm>
            <a:off x="5638800" y="2590800"/>
            <a:ext cx="6441831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b="1" u="sng" dirty="0">
                <a:ea typeface="新細明體"/>
                <a:cs typeface="Consolas" panose="020B0609020204030204" pitchFamily="49" charset="0"/>
              </a:rPr>
              <a:t>Change the position </a:t>
            </a:r>
            <a:r>
              <a:rPr lang="en-US" altLang="zh-TW" dirty="0">
                <a:ea typeface="新細明體"/>
                <a:cs typeface="Consolas" panose="020B0609020204030204" pitchFamily="49" charset="0"/>
              </a:rPr>
              <a:t>of </a:t>
            </a:r>
            <a:r>
              <a:rPr lang="en-US" altLang="zh-TW" dirty="0">
                <a:highlight>
                  <a:srgbClr val="FFFF00"/>
                </a:highlight>
                <a:ea typeface="新細明體"/>
                <a:cs typeface="Consolas" panose="020B0609020204030204" pitchFamily="49" charset="0"/>
              </a:rPr>
              <a:t>“sum = 0;” 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CN" sz="1600" dirty="0">
              <a:highlight>
                <a:srgbClr val="FFFF00"/>
              </a:highlight>
              <a:ea typeface="新細明體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ea typeface="新細明體"/>
                <a:cs typeface="Consolas" panose="020B0609020204030204" pitchFamily="49" charset="0"/>
              </a:rPr>
              <a:t>initialization inside the loop.</a:t>
            </a:r>
            <a:endParaRPr lang="en-US" altLang="zh-TW" dirty="0">
              <a:ea typeface="新細明體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1400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cs typeface="Times New Roman" pitchFamily="18" charset="0"/>
              </a:rPr>
              <a:t>What is the value of sum after the loop?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A2622B3-B77B-F45F-D2EF-A75C17873A8E}"/>
              </a:ext>
            </a:extLst>
          </p:cNvPr>
          <p:cNvSpPr txBox="1">
            <a:spLocks noChangeArrowheads="1"/>
          </p:cNvSpPr>
          <p:nvPr/>
        </p:nvSpPr>
        <p:spPr>
          <a:xfrm>
            <a:off x="8737600" y="4653385"/>
            <a:ext cx="2200730" cy="73459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zh-TW" sz="4000" b="1" dirty="0" err="1">
                <a:solidFill>
                  <a:schemeClr val="bg1"/>
                </a:solidFill>
                <a:ea typeface="新細明體"/>
                <a:cs typeface="Consolas" panose="020B0609020204030204" pitchFamily="49" charset="0"/>
              </a:rPr>
              <a:t>Ureply</a:t>
            </a:r>
            <a:endParaRPr kumimoji="1" lang="en-US" altLang="zh-TW" sz="40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857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9615-5EE5-4478-BC19-1B5ECBF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71513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How about this one? </a:t>
            </a:r>
            <a:r>
              <a:rPr lang="en-US" i="1" dirty="0">
                <a:cs typeface="Calibri"/>
              </a:rPr>
              <a:t>Hint: this is rather a performance issue.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096F11-90F3-43DD-9C7D-B417CE60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880131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</a:t>
            </a:r>
            <a:r>
              <a:rPr lang="en-US" sz="2000" b="0" dirty="0">
                <a:solidFill>
                  <a:srgbClr val="0070C0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average, sum = 0.0;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sum = sum +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Times New Roman"/>
              </a:rPr>
              <a:t>    </a:t>
            </a:r>
            <a:r>
              <a:rPr lang="en-US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average = sum / 4;</a:t>
            </a:r>
            <a:endParaRPr lang="en-US" dirty="0">
              <a:solidFill>
                <a:srgbClr val="00B050"/>
              </a:solidFill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average);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2336B-B4E0-4895-91E3-BBF8141A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880131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20FAB5-6A35-45CF-8914-B5861B008055}"/>
              </a:ext>
            </a:extLst>
          </p:cNvPr>
          <p:cNvSpPr txBox="1">
            <a:spLocks/>
          </p:cNvSpPr>
          <p:nvPr/>
        </p:nvSpPr>
        <p:spPr>
          <a:xfrm>
            <a:off x="1594338" y="281223"/>
            <a:ext cx="8988182" cy="4691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cs typeface="Calibri"/>
              </a:rPr>
              <a:t>3.1. Using </a:t>
            </a:r>
            <a:r>
              <a:rPr lang="en-US" sz="3600" dirty="0">
                <a:ea typeface="+mj-lt"/>
                <a:cs typeface="+mj-lt"/>
              </a:rPr>
              <a:t>Repetition for Statistics Generation</a:t>
            </a:r>
            <a:endParaRPr lang="en-US" sz="3600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ECB5115C-AD2C-1B33-D827-A21CCDB5E066}"/>
              </a:ext>
            </a:extLst>
          </p:cNvPr>
          <p:cNvSpPr txBox="1">
            <a:spLocks noChangeArrowheads="1"/>
          </p:cNvSpPr>
          <p:nvPr/>
        </p:nvSpPr>
        <p:spPr>
          <a:xfrm>
            <a:off x="6019800" y="2285999"/>
            <a:ext cx="6324600" cy="26670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cs typeface="Times New Roman" pitchFamily="18" charset="0"/>
              </a:rPr>
              <a:t>Change the position of </a:t>
            </a:r>
            <a:r>
              <a:rPr lang="en-US" altLang="zh-CN" dirty="0">
                <a:highlight>
                  <a:srgbClr val="00FFFF"/>
                </a:highlight>
                <a:ea typeface="新細明體"/>
                <a:cs typeface="Times New Roman"/>
              </a:rPr>
              <a:t>average = sum / 4;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dirty="0">
              <a:highlight>
                <a:srgbClr val="00FFFF"/>
              </a:highlight>
              <a:ea typeface="新細明體"/>
              <a:cs typeface="Times New Roman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cs typeface="Times New Roman" pitchFamily="18" charset="0"/>
              </a:rPr>
              <a:t>How many times does “</a:t>
            </a:r>
            <a:r>
              <a:rPr lang="en-US" altLang="zh-CN" dirty="0">
                <a:highlight>
                  <a:srgbClr val="00FFFF"/>
                </a:highlight>
                <a:ea typeface="新細明體"/>
                <a:cs typeface="Times New Roman"/>
              </a:rPr>
              <a:t>average = sum / 4;</a:t>
            </a:r>
            <a:r>
              <a:rPr kumimoji="1" lang="en-US" altLang="zh-TW" dirty="0">
                <a:cs typeface="Times New Roman" pitchFamily="18" charset="0"/>
              </a:rPr>
              <a:t>” execute?</a:t>
            </a:r>
            <a:endParaRPr kumimoji="1" lang="en-US" altLang="zh-TW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kumimoji="1" lang="en-US" altLang="zh-TW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4 times in this code</a:t>
            </a:r>
          </a:p>
        </p:txBody>
      </p:sp>
    </p:spTree>
    <p:extLst>
      <p:ext uri="{BB962C8B-B14F-4D97-AF65-F5344CB8AC3E}">
        <p14:creationId xmlns:p14="http://schemas.microsoft.com/office/powerpoint/2010/main" val="3565846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68F3-005D-52FD-DF09-EDD60C28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D18-678F-98D0-B9B0-C6369EFF8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/>
          </a:bodyPr>
          <a:lstStyle/>
          <a:p>
            <a:r>
              <a:rPr lang="en-US" sz="3600" dirty="0"/>
              <a:t>3.1. Using Repetition for Statistics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171B-6888-EC85-0860-AE695773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FA94D2A-8DDC-1E88-A46A-D711F1BB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38" y="1183742"/>
            <a:ext cx="8677276" cy="42158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HK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HK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HK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altLang="zh-HK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altLang="zh-HK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input;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double average, sum = 0.0;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sum = sum + input;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average = sum / 4;</a:t>
            </a:r>
            <a:endParaRPr lang="en-US" altLang="zh-TW" sz="2000" b="0" dirty="0">
              <a:highlight>
                <a:srgbClr val="00FFFF"/>
              </a:highlight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printf(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"Average of 4 numbers is %.2f\n"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average);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AE7AFB-0061-DC4A-8D65-F4965D6BA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376" y="1183742"/>
            <a:ext cx="461962" cy="42158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26BA2-CB31-3549-7607-C7A0D8AA112E}"/>
              </a:ext>
            </a:extLst>
          </p:cNvPr>
          <p:cNvSpPr txBox="1"/>
          <p:nvPr/>
        </p:nvSpPr>
        <p:spPr>
          <a:xfrm>
            <a:off x="6096000" y="1532352"/>
            <a:ext cx="5996484" cy="70788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Correct version</a:t>
            </a:r>
            <a:endParaRPr lang="en-US" sz="3200" b="1" dirty="0">
              <a:solidFill>
                <a:srgbClr val="C00000"/>
              </a:solidFill>
              <a:highlight>
                <a:srgbClr val="00FFFF"/>
              </a:highlight>
              <a:cs typeface="Calibri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3DEF3E5-EA30-2A73-F9CD-7E763160B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614" y="5247210"/>
            <a:ext cx="9144000" cy="914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Average of 4 number is 21.50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CB1BDFF-954A-7AED-14BF-01D678E4978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5067776"/>
            <a:ext cx="5996484" cy="131715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Question: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is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, why do we use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for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sum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? Can we use int?</a:t>
            </a:r>
          </a:p>
        </p:txBody>
      </p:sp>
    </p:spTree>
    <p:extLst>
      <p:ext uri="{BB962C8B-B14F-4D97-AF65-F5344CB8AC3E}">
        <p14:creationId xmlns:p14="http://schemas.microsoft.com/office/powerpoint/2010/main" val="596685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3906-0DCA-4BA4-8D06-72E8214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9" y="76200"/>
            <a:ext cx="8813913" cy="838200"/>
          </a:xfrm>
        </p:spPr>
        <p:txBody>
          <a:bodyPr>
            <a:noAutofit/>
          </a:bodyPr>
          <a:lstStyle/>
          <a:p>
            <a:r>
              <a:rPr lang="en-US" sz="3600" dirty="0">
                <a:ea typeface="+mj-lt"/>
                <a:cs typeface="+mj-lt"/>
              </a:rPr>
              <a:t>3.1. Using Repetition for </a:t>
            </a:r>
            <a:r>
              <a:rPr lang="en-US" sz="3600" b="1" dirty="0">
                <a:ea typeface="+mj-lt"/>
                <a:cs typeface="+mj-lt"/>
              </a:rPr>
              <a:t>Statistics</a:t>
            </a:r>
            <a:r>
              <a:rPr lang="en-US" sz="3600" dirty="0">
                <a:ea typeface="+mj-lt"/>
                <a:cs typeface="+mj-lt"/>
              </a:rPr>
              <a:t> Generation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9615-5EE5-4478-BC19-1B5ECBF5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1"/>
            <a:ext cx="10515599" cy="475150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ea typeface="+mn-lt"/>
                <a:cs typeface="+mn-lt"/>
              </a:rPr>
              <a:t>To generate statistics, we usually need to set up 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another variable</a:t>
            </a:r>
            <a:r>
              <a:rPr lang="en-US" sz="2800" dirty="0">
                <a:ea typeface="+mn-lt"/>
                <a:cs typeface="+mn-lt"/>
              </a:rPr>
              <a:t> (</a:t>
            </a:r>
            <a:r>
              <a:rPr lang="en-US" sz="2800" dirty="0">
                <a:latin typeface="Calibri"/>
                <a:ea typeface="+mn-lt"/>
                <a:cs typeface="+mn-lt"/>
              </a:rPr>
              <a:t>NOT the looping variable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i</a:t>
            </a:r>
            <a:r>
              <a:rPr lang="en-US" sz="2800" dirty="0">
                <a:latin typeface="Calibri"/>
                <a:ea typeface="+mn-lt"/>
                <a:cs typeface="+mn-lt"/>
              </a:rPr>
              <a:t>) to aggregate the data. In the previous example, it is </a:t>
            </a:r>
            <a:r>
              <a:rPr lang="en-US" sz="2800" b="1" dirty="0">
                <a:latin typeface="Consolas" panose="020B0609020204030204" pitchFamily="49" charset="0"/>
                <a:ea typeface="+mn-lt"/>
                <a:cs typeface="+mn-lt"/>
              </a:rPr>
              <a:t>sum</a:t>
            </a:r>
            <a:r>
              <a:rPr lang="en-US" sz="2800" dirty="0">
                <a:latin typeface="Calibri"/>
                <a:ea typeface="+mn-lt"/>
                <a:cs typeface="+mn-lt"/>
              </a:rPr>
              <a:t>.</a:t>
            </a:r>
            <a:endParaRPr lang="en-US" sz="2800" dirty="0">
              <a:cs typeface="Calibri"/>
            </a:endParaRPr>
          </a:p>
          <a:p>
            <a:pPr lvl="1"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Such variables should be </a:t>
            </a:r>
            <a:r>
              <a:rPr lang="en-US" b="1" i="1" dirty="0">
                <a:highlight>
                  <a:srgbClr val="FFFF00"/>
                </a:highlight>
                <a:ea typeface="+mn-lt"/>
                <a:cs typeface="+mn-lt"/>
              </a:rPr>
              <a:t>initialized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u="sng" dirty="0">
                <a:ea typeface="+mn-lt"/>
                <a:cs typeface="+mn-lt"/>
              </a:rPr>
              <a:t>BEFORE</a:t>
            </a:r>
            <a:r>
              <a:rPr lang="en-US" dirty="0">
                <a:ea typeface="+mn-lt"/>
                <a:cs typeface="+mn-lt"/>
              </a:rPr>
              <a:t> the loop.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Such variables must be </a:t>
            </a:r>
            <a:r>
              <a:rPr lang="en-US" b="1" i="1" dirty="0">
                <a:highlight>
                  <a:srgbClr val="00FF00"/>
                </a:highlight>
                <a:ea typeface="+mn-lt"/>
                <a:cs typeface="+mn-lt"/>
              </a:rPr>
              <a:t>updated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u="sng" dirty="0">
                <a:ea typeface="+mn-lt"/>
                <a:cs typeface="+mn-lt"/>
              </a:rPr>
              <a:t>INSIDE</a:t>
            </a:r>
            <a:r>
              <a:rPr lang="en-US" dirty="0">
                <a:ea typeface="+mn-lt"/>
                <a:cs typeface="+mn-lt"/>
              </a:rPr>
              <a:t> the loop.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+mn-lt"/>
                <a:cs typeface="+mn-lt"/>
              </a:rPr>
              <a:t>Such variables are usually only </a:t>
            </a:r>
            <a:r>
              <a:rPr lang="en-US" dirty="0">
                <a:highlight>
                  <a:srgbClr val="00FFFF"/>
                </a:highlight>
                <a:ea typeface="+mn-lt"/>
                <a:cs typeface="+mn-lt"/>
              </a:rPr>
              <a:t>use</a:t>
            </a:r>
            <a:r>
              <a:rPr lang="en-US" dirty="0">
                <a:ea typeface="+mn-lt"/>
                <a:cs typeface="+mn-lt"/>
              </a:rPr>
              <a:t>ful </a:t>
            </a:r>
            <a:r>
              <a:rPr lang="en-US" u="sng" dirty="0">
                <a:ea typeface="+mn-lt"/>
                <a:cs typeface="+mn-lt"/>
              </a:rPr>
              <a:t>AFTER</a:t>
            </a:r>
            <a:r>
              <a:rPr lang="en-US" dirty="0">
                <a:ea typeface="+mn-lt"/>
                <a:cs typeface="+mn-lt"/>
              </a:rPr>
              <a:t> the loop ends.</a:t>
            </a:r>
          </a:p>
          <a:p>
            <a:pPr lvl="1">
              <a:spcBef>
                <a:spcPts val="0"/>
              </a:spcBef>
            </a:pPr>
            <a:endParaRPr lang="en-US" sz="2400" dirty="0"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cs typeface="Calibri"/>
              </a:rPr>
              <a:t>If you put them into the wrong place, the program won't work!</a:t>
            </a:r>
          </a:p>
          <a:p>
            <a:pPr marL="0" indent="0">
              <a:buNone/>
            </a:pPr>
            <a:endParaRPr lang="en-US" sz="28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874-0544-413E-A80F-47952E2D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F50-94E0-4553-B5D0-84A57277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2F950-5696-47FC-8F96-7255E4C9C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some cases, we use the loop variable directly in our computations</a:t>
            </a:r>
          </a:p>
          <a:p>
            <a:endParaRPr lang="en-US" sz="2800" dirty="0"/>
          </a:p>
          <a:p>
            <a:r>
              <a:rPr lang="en-US" sz="2800" dirty="0"/>
              <a:t>In such cases, we do not just care about how many times we are repeating, we also care about how the loop variable (</a:t>
            </a:r>
            <a:r>
              <a:rPr lang="en-US" sz="2800" dirty="0" err="1"/>
              <a:t>i</a:t>
            </a:r>
            <a:r>
              <a:rPr lang="en-US" sz="2800" dirty="0"/>
              <a:t>, j) changes from the initial value to the final, terminating value</a:t>
            </a:r>
          </a:p>
          <a:p>
            <a:endParaRPr lang="en-US" sz="2800" dirty="0"/>
          </a:p>
          <a:p>
            <a:r>
              <a:rPr lang="en-US" sz="2800" dirty="0"/>
              <a:t>We have already seen it in action in </a:t>
            </a:r>
            <a:r>
              <a:rPr lang="en-US" altLang="zh-CN" sz="2800" dirty="0">
                <a:cs typeface="Calibri"/>
              </a:rPr>
              <a:t>Basic Case #1: Finite Repetition, print in reverse.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1B97-63DA-4605-8DFF-1B516907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4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AC4C-7FDB-12ED-2FB5-38E50DB9A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F0D3-299E-E44D-3A01-64A907E3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34474E-99D8-2FFA-5298-B954D343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2438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Another example of using loop variable directly in computation, in which we </a:t>
            </a:r>
            <a:r>
              <a:rPr lang="en-US" b="1" dirty="0"/>
              <a:t>all the </a:t>
            </a:r>
            <a:r>
              <a:rPr lang="en-US" b="1" u="sng" dirty="0"/>
              <a:t>odd number </a:t>
            </a:r>
            <a:r>
              <a:rPr lang="en-US" b="1" dirty="0"/>
              <a:t>from 1 to N</a:t>
            </a:r>
            <a:r>
              <a:rPr lang="en-US" dirty="0"/>
              <a:t>, where N is a positive integer from user.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0918F-CBC9-6F96-4E73-ADEADA7E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6F87AAD-83EB-AFC4-BF9B-27513DFCC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124201"/>
            <a:ext cx="3810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32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5</a:t>
            </a:r>
            <a:r>
              <a:rPr kumimoji="1" lang="en-US" altLang="zh-TW" sz="32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32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3200" b="0" dirty="0">
                <a:latin typeface="Consolas" panose="020B0609020204030204" pitchFamily="49" charset="0"/>
                <a:cs typeface="Consolas" panose="020B0609020204030204" pitchFamily="49" charset="0"/>
              </a:rPr>
              <a:t>1 + 3 + 5 = 9</a:t>
            </a:r>
          </a:p>
        </p:txBody>
      </p:sp>
    </p:spTree>
    <p:extLst>
      <p:ext uri="{BB962C8B-B14F-4D97-AF65-F5344CB8AC3E}">
        <p14:creationId xmlns:p14="http://schemas.microsoft.com/office/powerpoint/2010/main" val="2263623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F50-94E0-4553-B5D0-84A57277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8748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Another example of using loop variable directly in computation, in which we add all the odd number from 1 to N, where N is a positive integer from user.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1B97-63DA-4605-8DFF-1B516907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4BFA3-FB41-41BA-95DF-BC4E029A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941637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 N;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Arial"/>
              </a:rPr>
              <a:t>scanf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Arial"/>
              </a:rPr>
              <a:t>"%d"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&amp;N);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sz="2000" b="0" dirty="0">
              <a:solidFill>
                <a:srgbClr val="0000FF"/>
              </a:solidFill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 = 1; 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Arial"/>
              </a:rPr>
              <a:t>// our loop variable</a:t>
            </a:r>
            <a:endParaRPr lang="en-US" sz="2000" b="0" dirty="0">
              <a:solidFill>
                <a:srgbClr val="00B05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 sum = 0;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dirty="0" err="1"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 &lt;= N) {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sum = sum + </a:t>
            </a:r>
            <a:r>
              <a:rPr lang="en-US" sz="2000" b="0" dirty="0" err="1"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+=2;</a:t>
            </a:r>
            <a:endParaRPr lang="en-US" sz="2000" b="0" dirty="0">
              <a:highlight>
                <a:srgbClr val="00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}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"%d\n"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, sum);</a:t>
            </a:r>
            <a:endParaRPr lang="en-US" dirty="0">
              <a:latin typeface="Consolas"/>
              <a:ea typeface="新細明體"/>
              <a:cs typeface="Times New Roman"/>
            </a:endParaRPr>
          </a:p>
          <a:p>
            <a:pPr>
              <a:lnSpc>
                <a:spcPct val="110000"/>
              </a:lnSpc>
            </a:pPr>
            <a:endParaRPr lang="en-US" sz="2000" b="0" dirty="0">
              <a:latin typeface="Consolas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3BDFCD-A060-45DB-ACBF-7D32A423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941637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D646CD-F8D2-46A0-B511-D29B9CF4B891}"/>
              </a:ext>
            </a:extLst>
          </p:cNvPr>
          <p:cNvSpPr/>
          <p:nvPr/>
        </p:nvSpPr>
        <p:spPr>
          <a:xfrm>
            <a:off x="3988369" y="4099423"/>
            <a:ext cx="912349" cy="9123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C936D2-A138-DCCC-0D47-4721599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837040"/>
            <a:ext cx="4343400" cy="97522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5</a:t>
            </a:r>
            <a:r>
              <a:rPr kumimoji="1"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8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9  // 1 + 3 + 5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492EF-D9CF-FF27-1AB6-4084DFB3F0EE}"/>
              </a:ext>
            </a:extLst>
          </p:cNvPr>
          <p:cNvSpPr txBox="1"/>
          <p:nvPr/>
        </p:nvSpPr>
        <p:spPr>
          <a:xfrm>
            <a:off x="6934200" y="3714019"/>
            <a:ext cx="4343401" cy="181588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cs typeface="Calibri"/>
              </a:rPr>
              <a:t>How about add all the even number from 1 to N?</a:t>
            </a:r>
          </a:p>
          <a:p>
            <a:endParaRPr lang="en-US" altLang="zh-TW" sz="2800" dirty="0">
              <a:solidFill>
                <a:schemeClr val="tx1"/>
              </a:solidFill>
              <a:ea typeface="新細明體" pitchFamily="18" charset="-120"/>
              <a:cs typeface="Calibri"/>
            </a:endParaRPr>
          </a:p>
          <a:p>
            <a:r>
              <a:rPr lang="en-US" altLang="zh-TW" sz="2800" dirty="0">
                <a:solidFill>
                  <a:schemeClr val="tx1"/>
                </a:solidFill>
                <a:ea typeface="新細明體" pitchFamily="18" charset="-120"/>
                <a:cs typeface="Calibri"/>
              </a:rPr>
              <a:t>Where should we change?</a:t>
            </a:r>
            <a:endParaRPr lang="en-US" altLang="zh-TW" sz="2800" dirty="0">
              <a:solidFill>
                <a:schemeClr val="tx1"/>
              </a:solidFill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931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F50-94E0-4553-B5D0-84A57277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1B97-63DA-4605-8DFF-1B516907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4BFA3-FB41-41BA-95DF-BC4E029A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316319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highlight>
                  <a:srgbClr val="00FFFF"/>
                </a:highlight>
                <a:latin typeface="Consolas"/>
                <a:ea typeface="新細明體"/>
                <a:cs typeface="Times New Roman"/>
              </a:rPr>
              <a:t> = 0;</a:t>
            </a:r>
            <a:endParaRPr lang="en-US" dirty="0">
              <a:highlight>
                <a:srgbClr val="00FFFF"/>
              </a:highlight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("%d", &amp;list[</a:t>
            </a:r>
            <a:r>
              <a:rPr lang="en-US" altLang="zh-TW" sz="200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j = 3;    </a:t>
            </a:r>
            <a:r>
              <a:rPr lang="en-US" altLang="zh-TW" sz="2000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let's print in reverse</a:t>
            </a:r>
            <a:endParaRPr lang="en-US" altLang="zh-TW" sz="2000" b="0" dirty="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while (j &gt;= 0) {</a:t>
            </a:r>
            <a:endParaRPr lang="en-US" sz="2000" b="0" dirty="0">
              <a:highlight>
                <a:srgbClr val="FF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("%d ", list[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j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]);</a:t>
            </a:r>
            <a:endParaRPr lang="en-US" sz="2000" b="0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   j--; </a:t>
            </a:r>
            <a:r>
              <a:rPr lang="en-US" sz="2000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// j=j-1;</a:t>
            </a:r>
            <a:endParaRPr lang="en-US" sz="2000" b="0" dirty="0">
              <a:solidFill>
                <a:srgbClr val="00B050"/>
              </a:solidFill>
              <a:highlight>
                <a:srgbClr val="FFFF00"/>
              </a:highlight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}</a:t>
            </a:r>
            <a:endParaRPr lang="en-US" dirty="0">
              <a:highlight>
                <a:srgbClr val="FFFF00"/>
              </a:highlight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3BDFCD-A060-45DB-ACBF-7D32A423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316319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FE46-BA6F-4392-A830-39CCC5FFDC29}"/>
              </a:ext>
            </a:extLst>
          </p:cNvPr>
          <p:cNvSpPr txBox="1"/>
          <p:nvPr/>
        </p:nvSpPr>
        <p:spPr>
          <a:xfrm>
            <a:off x="7000149" y="1672983"/>
            <a:ext cx="3214751" cy="3970318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 have two loops here.</a:t>
            </a:r>
          </a:p>
          <a:p>
            <a:r>
              <a:rPr lang="en-US" dirty="0">
                <a:cs typeface="Calibri"/>
              </a:rPr>
              <a:t>In both loops, we repeat exactly </a:t>
            </a:r>
            <a:r>
              <a:rPr lang="en-US" b="1" dirty="0">
                <a:cs typeface="Calibri"/>
              </a:rPr>
              <a:t>4</a:t>
            </a:r>
            <a:r>
              <a:rPr lang="en-US" dirty="0">
                <a:cs typeface="Calibri"/>
              </a:rPr>
              <a:t> times.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However, in </a:t>
            </a:r>
            <a:r>
              <a:rPr lang="en-US" dirty="0">
                <a:highlight>
                  <a:srgbClr val="00FFFF"/>
                </a:highlight>
                <a:cs typeface="Calibri"/>
              </a:rPr>
              <a:t>loop #1</a:t>
            </a:r>
            <a:r>
              <a:rPr lang="en-US" dirty="0">
                <a:cs typeface="Calibri"/>
              </a:rPr>
              <a:t>, the loop variable changes in this way: </a:t>
            </a:r>
            <a:br>
              <a:rPr lang="en-US" dirty="0">
                <a:cs typeface="Calibri"/>
              </a:rPr>
            </a:br>
            <a:r>
              <a:rPr lang="en-US" b="1" dirty="0">
                <a:latin typeface="Consolas" panose="020B0609020204030204" pitchFamily="49" charset="0"/>
                <a:cs typeface="Calibri"/>
              </a:rPr>
              <a:t>0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1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2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3</a:t>
            </a:r>
            <a:r>
              <a:rPr lang="en-US" dirty="0">
                <a:cs typeface="Calibri"/>
              </a:rPr>
              <a:t>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 </a:t>
            </a:r>
            <a:r>
              <a:rPr lang="en-US" dirty="0">
                <a:highlight>
                  <a:srgbClr val="FFFF00"/>
                </a:highlight>
                <a:cs typeface="Calibri"/>
              </a:rPr>
              <a:t>loop #2</a:t>
            </a:r>
            <a:r>
              <a:rPr lang="en-US" dirty="0">
                <a:cs typeface="Calibri"/>
              </a:rPr>
              <a:t>, we </a:t>
            </a:r>
            <a:r>
              <a:rPr lang="en-US" u="sng" dirty="0">
                <a:cs typeface="Calibri"/>
              </a:rPr>
              <a:t>use the loop variable as an index to access the array</a:t>
            </a:r>
            <a:r>
              <a:rPr lang="en-US" dirty="0">
                <a:cs typeface="Calibri"/>
              </a:rPr>
              <a:t>, and we wish to access in reverse. The loop variable changes in this way: </a:t>
            </a:r>
            <a:br>
              <a:rPr lang="en-US" dirty="0">
                <a:cs typeface="Calibri"/>
              </a:rPr>
            </a:br>
            <a:r>
              <a:rPr lang="en-US" b="1" dirty="0">
                <a:latin typeface="Consolas" panose="020B0609020204030204" pitchFamily="49" charset="0"/>
                <a:cs typeface="Calibri"/>
              </a:rPr>
              <a:t>3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2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1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4908" y="2062504"/>
            <a:ext cx="548548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0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3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223798" y="2438401"/>
            <a:ext cx="643198" cy="228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98499" y="4779682"/>
            <a:ext cx="548548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3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0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412814" y="5105400"/>
            <a:ext cx="512099" cy="152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53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F50-94E0-4553-B5D0-84A57277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1B97-63DA-4605-8DFF-1B516907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4BFA3-FB41-41BA-95DF-BC4E029A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316319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("%d", &amp;list[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0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   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 &lt;= 3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 {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("%d ", list[j]);</a:t>
            </a:r>
            <a:endParaRPr lang="en-US" sz="2000" b="0" dirty="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j++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}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3BDFCD-A060-45DB-ACBF-7D32A423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316319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FE46-BA6F-4392-A830-39CCC5FFDC29}"/>
              </a:ext>
            </a:extLst>
          </p:cNvPr>
          <p:cNvSpPr txBox="1"/>
          <p:nvPr/>
        </p:nvSpPr>
        <p:spPr>
          <a:xfrm>
            <a:off x="7000149" y="1672984"/>
            <a:ext cx="3214751" cy="4401205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If</a:t>
            </a:r>
            <a:r>
              <a:rPr lang="en-US" sz="2000" dirty="0">
                <a:cs typeface="Calibri"/>
              </a:rPr>
              <a:t> we alter our loop variable in loop #2 to change in this way: </a:t>
            </a:r>
            <a:br>
              <a:rPr lang="en-US" sz="2000" dirty="0">
                <a:cs typeface="Calibri"/>
              </a:rPr>
            </a:br>
            <a:r>
              <a:rPr lang="en-US" sz="2000" b="1" dirty="0">
                <a:latin typeface="Consolas" panose="020B0609020204030204" pitchFamily="49" charset="0"/>
                <a:cs typeface="Calibri"/>
              </a:rPr>
              <a:t>0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sz="2000" dirty="0">
                <a:cs typeface="Calibri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/>
              </a:rPr>
              <a:t>1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sz="2000" dirty="0">
                <a:cs typeface="Calibri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/>
              </a:rPr>
              <a:t>2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>
                <a:cs typeface="Calibri"/>
                <a:sym typeface="Wingdings" panose="05000000000000000000" pitchFamily="2" charset="2"/>
              </a:rPr>
              <a:t></a:t>
            </a:r>
            <a:r>
              <a:rPr lang="en-US" sz="2000" dirty="0">
                <a:cs typeface="Calibri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/>
              </a:rPr>
              <a:t>3</a:t>
            </a:r>
            <a:r>
              <a:rPr lang="en-US" sz="2000" dirty="0">
                <a:cs typeface="Calibri"/>
              </a:rPr>
              <a:t>, 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then </a:t>
            </a:r>
            <a:r>
              <a:rPr lang="en-US" sz="2000" u="sng" dirty="0">
                <a:cs typeface="Calibri"/>
              </a:rPr>
              <a:t>we are still repeating </a:t>
            </a:r>
            <a:r>
              <a:rPr lang="en-US" sz="2000" b="1" u="sng" dirty="0">
                <a:cs typeface="Calibri"/>
              </a:rPr>
              <a:t>4</a:t>
            </a:r>
            <a:r>
              <a:rPr lang="en-US" sz="2000" u="sng" dirty="0">
                <a:cs typeface="Calibri"/>
              </a:rPr>
              <a:t> times</a:t>
            </a:r>
            <a:r>
              <a:rPr lang="en-US" sz="2000" dirty="0">
                <a:cs typeface="Calibri"/>
              </a:rPr>
              <a:t>, BUT we will NOT be printing the list in a reverse order.</a:t>
            </a:r>
          </a:p>
          <a:p>
            <a:endParaRPr lang="en-US" sz="2000" dirty="0">
              <a:cs typeface="Calibri"/>
            </a:endParaRPr>
          </a:p>
          <a:p>
            <a:r>
              <a:rPr lang="en-US" sz="2000" u="sng" dirty="0">
                <a:cs typeface="Calibri"/>
              </a:rPr>
              <a:t>How the loop variable changes</a:t>
            </a:r>
            <a:r>
              <a:rPr lang="en-US" sz="2000" dirty="0">
                <a:cs typeface="Calibri"/>
              </a:rPr>
              <a:t> IS IMPORTANT in here because we use the loop variable directly in our calculation (array index).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99" y="4779682"/>
            <a:ext cx="548548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0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3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486401" y="4876800"/>
            <a:ext cx="512099" cy="152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688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F50-94E0-4553-B5D0-84A57277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3.2. Using Loop Variables in Computation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1B97-63DA-4605-8DFF-1B516907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4BFA3-FB41-41BA-95DF-BC4E029A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1316319"/>
            <a:ext cx="8677276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i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 = 0;</a:t>
            </a:r>
            <a:endParaRPr lang="en-US" dirty="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3)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("%d", &amp;list[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0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   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while (</a:t>
            </a:r>
            <a:r>
              <a:rPr lang="en-US" sz="2000" b="0" dirty="0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 &lt;= 3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) {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("%d ", list[</a:t>
            </a:r>
            <a:r>
              <a:rPr lang="en-US" sz="2000" b="0" dirty="0">
                <a:solidFill>
                  <a:srgbClr val="000000"/>
                </a:solidFill>
                <a:highlight>
                  <a:srgbClr val="FF00FF"/>
                </a:highlight>
                <a:latin typeface="Consolas"/>
                <a:ea typeface="新細明體"/>
                <a:cs typeface="Arial"/>
              </a:rPr>
              <a:t>3-j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]);</a:t>
            </a:r>
            <a:endParaRPr lang="en-US" sz="2000" b="0" dirty="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highlight>
                  <a:srgbClr val="00FF00"/>
                </a:highlight>
                <a:latin typeface="Consolas"/>
                <a:ea typeface="新細明體"/>
                <a:cs typeface="Arial"/>
              </a:rPr>
              <a:t>j++</a:t>
            </a:r>
            <a:r>
              <a:rPr lang="en-US" sz="2000" b="0" dirty="0">
                <a:latin typeface="Consolas"/>
                <a:ea typeface="新細明體"/>
                <a:cs typeface="Arial"/>
              </a:rPr>
              <a:t>;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Arial"/>
              </a:rPr>
              <a:t>}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3BDFCD-A060-45DB-ACBF-7D32A423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1316319"/>
            <a:ext cx="461962" cy="477094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13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FE46-BA6F-4392-A830-39CCC5FFDC29}"/>
              </a:ext>
            </a:extLst>
          </p:cNvPr>
          <p:cNvSpPr txBox="1"/>
          <p:nvPr/>
        </p:nvSpPr>
        <p:spPr>
          <a:xfrm>
            <a:off x="7000149" y="1672984"/>
            <a:ext cx="3214751" cy="4401205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Note</a:t>
            </a:r>
            <a:r>
              <a:rPr lang="en-US" sz="2000" dirty="0">
                <a:cs typeface="Calibri"/>
              </a:rPr>
              <a:t> that we can print in reverse order again, if we use </a:t>
            </a:r>
            <a:r>
              <a:rPr lang="en-US" sz="2000" dirty="0">
                <a:highlight>
                  <a:srgbClr val="FF00FF"/>
                </a:highlight>
                <a:latin typeface="Consolas"/>
                <a:cs typeface="Calibri"/>
              </a:rPr>
              <a:t>3-j</a:t>
            </a:r>
            <a:r>
              <a:rPr lang="en-US" sz="2000" dirty="0">
                <a:cs typeface="Calibri"/>
              </a:rPr>
              <a:t> instead of </a:t>
            </a:r>
            <a:r>
              <a:rPr lang="en-US" sz="2000" dirty="0">
                <a:highlight>
                  <a:srgbClr val="FF00FF"/>
                </a:highlight>
                <a:latin typeface="Consolas"/>
                <a:cs typeface="Calibri"/>
              </a:rPr>
              <a:t>j</a:t>
            </a:r>
            <a:r>
              <a:rPr lang="en-US" sz="2000" dirty="0">
                <a:cs typeface="Calibri"/>
              </a:rPr>
              <a:t> to access the array.</a:t>
            </a:r>
            <a:endParaRPr lang="en-US" dirty="0">
              <a:cs typeface="Calibri"/>
            </a:endParaRPr>
          </a:p>
          <a:p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Do you understand why? Can you dry-run the loop and see?</a:t>
            </a:r>
          </a:p>
          <a:p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Some people prefer the complexity to be with the loop variable preparation, yet some prefer it with the computation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99" y="4779682"/>
            <a:ext cx="548548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/>
              <a:t>3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2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1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0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9" idx="1"/>
          </p:cNvCxnSpPr>
          <p:nvPr/>
        </p:nvCxnSpPr>
        <p:spPr>
          <a:xfrm>
            <a:off x="5545398" y="5314105"/>
            <a:ext cx="606513" cy="76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 rot="5400000">
            <a:off x="5441046" y="4953001"/>
            <a:ext cx="208705" cy="513505"/>
          </a:xfrm>
          <a:prstGeom prst="rightBrac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77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F3EF-C427-4AFC-9052-13B0780E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4. Tips on Planning to Write a Loop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0D33-EA38-4F98-90C9-539CCEC1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66800"/>
            <a:ext cx="7831015" cy="51054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600" dirty="0">
                <a:cs typeface="Calibri"/>
              </a:rPr>
              <a:t>Before you write a loop, please make sure you figure out:</a:t>
            </a:r>
          </a:p>
          <a:p>
            <a:pPr lvl="1"/>
            <a:r>
              <a:rPr lang="en-US" u="sng" dirty="0">
                <a:highlight>
                  <a:srgbClr val="FFFF00"/>
                </a:highlight>
                <a:cs typeface="Calibri"/>
              </a:rPr>
              <a:t>Before the Loop</a:t>
            </a:r>
            <a:br>
              <a:rPr lang="en-US" u="sng" dirty="0">
                <a:highlight>
                  <a:srgbClr val="FFFF00"/>
                </a:highlight>
                <a:cs typeface="Calibri"/>
              </a:rPr>
            </a:br>
            <a:r>
              <a:rPr lang="en-US" dirty="0">
                <a:cs typeface="Calibri"/>
              </a:rPr>
              <a:t>What should be done before the loop? </a:t>
            </a:r>
          </a:p>
          <a:p>
            <a:pPr lvl="2"/>
            <a:r>
              <a:rPr lang="en-US" dirty="0">
                <a:cs typeface="Calibri"/>
              </a:rPr>
              <a:t>You almost always need to </a:t>
            </a:r>
            <a:r>
              <a:rPr lang="en-US" dirty="0">
                <a:highlight>
                  <a:srgbClr val="FFFF00"/>
                </a:highlight>
                <a:cs typeface="Calibri"/>
              </a:rPr>
              <a:t>initialize</a:t>
            </a:r>
            <a:r>
              <a:rPr lang="en-US" dirty="0">
                <a:cs typeface="Calibri"/>
              </a:rPr>
              <a:t> the looping variable(s)</a:t>
            </a:r>
          </a:p>
          <a:p>
            <a:pPr lvl="2"/>
            <a:r>
              <a:rPr lang="en-US" dirty="0">
                <a:cs typeface="Calibri"/>
              </a:rPr>
              <a:t>You may need to initialize the variables that persists through your repetition</a:t>
            </a:r>
          </a:p>
          <a:p>
            <a:pPr lvl="8"/>
            <a:endParaRPr lang="en-US" dirty="0">
              <a:cs typeface="Calibri"/>
            </a:endParaRPr>
          </a:p>
          <a:p>
            <a:pPr lvl="1"/>
            <a:r>
              <a:rPr lang="en-US" u="sng" dirty="0">
                <a:highlight>
                  <a:srgbClr val="00FF00"/>
                </a:highlight>
                <a:cs typeface="Calibri"/>
              </a:rPr>
              <a:t>Inside the Loop</a:t>
            </a:r>
            <a:br>
              <a:rPr lang="en-US" u="sng" dirty="0">
                <a:highlight>
                  <a:srgbClr val="00FF00"/>
                </a:highlight>
                <a:cs typeface="Calibri"/>
              </a:rPr>
            </a:br>
            <a:r>
              <a:rPr lang="en-US" dirty="0">
                <a:cs typeface="Calibri"/>
              </a:rPr>
              <a:t>What should be done repeatedly? 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And how should the </a:t>
            </a:r>
            <a:r>
              <a:rPr lang="en-US" dirty="0">
                <a:highlight>
                  <a:srgbClr val="00FF00"/>
                </a:highlight>
                <a:cs typeface="Calibri"/>
              </a:rPr>
              <a:t>loop variable change</a:t>
            </a:r>
            <a:r>
              <a:rPr lang="en-US" dirty="0">
                <a:cs typeface="Calibri"/>
              </a:rPr>
              <a:t>? </a:t>
            </a:r>
            <a:r>
              <a:rPr lang="en-US" dirty="0">
                <a:highlight>
                  <a:srgbClr val="00FF00"/>
                </a:highlight>
                <a:cs typeface="Calibri"/>
              </a:rPr>
              <a:t>Loop Condition</a:t>
            </a:r>
            <a:r>
              <a:rPr lang="en-US" dirty="0">
                <a:cs typeface="Calibri"/>
              </a:rPr>
              <a:t>?</a:t>
            </a:r>
          </a:p>
          <a:p>
            <a:pPr lvl="7"/>
            <a:endParaRPr lang="en-US" u="sng" dirty="0">
              <a:cs typeface="Calibri"/>
            </a:endParaRPr>
          </a:p>
          <a:p>
            <a:pPr lvl="1"/>
            <a:r>
              <a:rPr lang="en-US" u="sng" dirty="0">
                <a:highlight>
                  <a:srgbClr val="00FFFF"/>
                </a:highlight>
                <a:cs typeface="Calibri"/>
              </a:rPr>
              <a:t>After the Loop</a:t>
            </a:r>
            <a:br>
              <a:rPr lang="en-US" u="sng" dirty="0">
                <a:highlight>
                  <a:srgbClr val="00FFFF"/>
                </a:highlight>
                <a:cs typeface="Calibri"/>
              </a:rPr>
            </a:br>
            <a:r>
              <a:rPr lang="en-US" dirty="0">
                <a:cs typeface="Calibri"/>
              </a:rPr>
              <a:t>What should be done after all repeats are finished?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36DF2-BB41-449A-B0B2-DDC5EE64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E36D7-3EAF-55A6-6641-32EF96C3D6E7}"/>
              </a:ext>
            </a:extLst>
          </p:cNvPr>
          <p:cNvSpPr txBox="1"/>
          <p:nvPr/>
        </p:nvSpPr>
        <p:spPr>
          <a:xfrm>
            <a:off x="7831015" y="1981200"/>
            <a:ext cx="4267200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Are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 you able to write: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cs typeface="Calibri"/>
              </a:rPr>
              <a:t>looping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 condition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1741792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46E6-20B0-49B2-B439-3805D730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4.1. Tips: Debugging a Loop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F918-8D5A-4A9E-BFC7-8649801D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0"/>
            <a:ext cx="8932985" cy="5105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Your loop will be wrong </a:t>
            </a:r>
            <a:r>
              <a:rPr lang="en-US" u="sng" dirty="0">
                <a:cs typeface="Calibri"/>
              </a:rPr>
              <a:t>if you are confused with what you should do </a:t>
            </a:r>
            <a:r>
              <a:rPr lang="en-US" u="sng" dirty="0">
                <a:highlight>
                  <a:srgbClr val="FFFF00"/>
                </a:highlight>
                <a:cs typeface="Calibri"/>
              </a:rPr>
              <a:t>Before</a:t>
            </a:r>
            <a:r>
              <a:rPr lang="en-US" u="sng" dirty="0">
                <a:cs typeface="Calibri"/>
              </a:rPr>
              <a:t>/</a:t>
            </a:r>
            <a:r>
              <a:rPr lang="en-US" u="sng" dirty="0">
                <a:highlight>
                  <a:srgbClr val="00FF00"/>
                </a:highlight>
                <a:cs typeface="Calibri"/>
              </a:rPr>
              <a:t>Inside</a:t>
            </a:r>
            <a:r>
              <a:rPr lang="en-US" u="sng" dirty="0">
                <a:cs typeface="Calibri"/>
              </a:rPr>
              <a:t>/</a:t>
            </a:r>
            <a:r>
              <a:rPr lang="en-US" u="sng" dirty="0">
                <a:highlight>
                  <a:srgbClr val="00FFFF"/>
                </a:highlight>
                <a:cs typeface="Calibri"/>
              </a:rPr>
              <a:t>After</a:t>
            </a:r>
            <a:r>
              <a:rPr lang="en-US" u="sng" dirty="0">
                <a:cs typeface="Calibri"/>
              </a:rPr>
              <a:t> the loop</a:t>
            </a:r>
          </a:p>
          <a:p>
            <a:endParaRPr lang="en-US" u="sng" dirty="0">
              <a:cs typeface="Calibri"/>
            </a:endParaRPr>
          </a:p>
          <a:p>
            <a:r>
              <a:rPr lang="en-US" dirty="0">
                <a:cs typeface="Calibri"/>
              </a:rPr>
              <a:t>When you write a loop or debug a loop, you have at least these TWO things to check:</a:t>
            </a:r>
          </a:p>
          <a:p>
            <a:pPr lvl="1"/>
            <a:r>
              <a:rPr lang="en-US" b="1" i="1" dirty="0">
                <a:cs typeface="Calibri"/>
              </a:rPr>
              <a:t>Structurally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It should have </a:t>
            </a:r>
            <a:r>
              <a:rPr lang="en-US" u="sng" dirty="0">
                <a:cs typeface="Calibri"/>
              </a:rPr>
              <a:t>loop variable </a:t>
            </a:r>
            <a:r>
              <a:rPr lang="en-US" b="1" u="sng" dirty="0">
                <a:cs typeface="Calibri"/>
              </a:rPr>
              <a:t>initialization</a:t>
            </a:r>
            <a:r>
              <a:rPr lang="en-US" dirty="0">
                <a:cs typeface="Calibri"/>
              </a:rPr>
              <a:t>, </a:t>
            </a:r>
            <a:r>
              <a:rPr lang="en-US" u="sng" dirty="0">
                <a:cs typeface="Calibri"/>
              </a:rPr>
              <a:t>looping </a:t>
            </a:r>
            <a:r>
              <a:rPr lang="en-US" b="1" u="sng" dirty="0">
                <a:cs typeface="Calibri"/>
              </a:rPr>
              <a:t>condition</a:t>
            </a:r>
            <a:r>
              <a:rPr lang="en-US" dirty="0">
                <a:cs typeface="Calibri"/>
              </a:rPr>
              <a:t> and </a:t>
            </a:r>
            <a:r>
              <a:rPr lang="en-US" b="1" u="sng" dirty="0">
                <a:ea typeface="+mn-lt"/>
                <a:cs typeface="+mn-lt"/>
              </a:rPr>
              <a:t>loop </a:t>
            </a:r>
            <a:r>
              <a:rPr lang="en-US" altLang="zh-CN" b="1" u="sng" dirty="0">
                <a:cs typeface="Calibri"/>
              </a:rPr>
              <a:t>variable</a:t>
            </a:r>
            <a:r>
              <a:rPr lang="en-US" b="1" u="sng" dirty="0">
                <a:ea typeface="+mn-lt"/>
                <a:cs typeface="+mn-lt"/>
              </a:rPr>
              <a:t> update</a:t>
            </a:r>
          </a:p>
          <a:p>
            <a:pPr lvl="1"/>
            <a:r>
              <a:rPr lang="en-US" b="1" i="1" dirty="0">
                <a:cs typeface="Calibri"/>
              </a:rPr>
              <a:t>Logically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You should make sure statements </a:t>
            </a:r>
            <a:r>
              <a:rPr lang="en-US" u="sng" dirty="0">
                <a:cs typeface="Calibri"/>
              </a:rPr>
              <a:t>before/inside/after</a:t>
            </a:r>
            <a:r>
              <a:rPr lang="en-US" dirty="0">
                <a:cs typeface="Calibri"/>
              </a:rPr>
              <a:t> the loop are </a:t>
            </a:r>
            <a:r>
              <a:rPr lang="en-US" b="1" dirty="0">
                <a:cs typeface="Calibri"/>
              </a:rPr>
              <a:t>in the right place</a:t>
            </a:r>
          </a:p>
          <a:p>
            <a:pPr lvl="1"/>
            <a:endParaRPr lang="en-US" dirty="0">
              <a:cs typeface="Calibri"/>
            </a:endParaRPr>
          </a:p>
          <a:p>
            <a:endParaRPr lang="en-US" u="sng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F2021-6EA6-470E-B2C2-EAF1173C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23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5. C</a:t>
            </a:r>
            <a:r>
              <a:rPr lang="en-US" altLang="en-US" sz="4000" dirty="0"/>
              <a:t>ommon Mistakes: </a:t>
            </a:r>
            <a:r>
              <a:rPr lang="en-US" altLang="zh-TW" sz="4000" dirty="0"/>
              <a:t>Infinite Loop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 loop that never stops. e.g.,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while (1)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("Hello!\n");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Usually introduced by mistakes.</a:t>
            </a:r>
          </a:p>
          <a:p>
            <a:endParaRPr lang="en-US" altLang="zh-TW" dirty="0"/>
          </a:p>
          <a:p>
            <a:r>
              <a:rPr lang="en-US" altLang="zh-TW" dirty="0"/>
              <a:t>What could happen when a program runs into an infinite loop?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28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5.1. C</a:t>
            </a:r>
            <a:r>
              <a:rPr lang="en-US" altLang="en-US" sz="3200" dirty="0"/>
              <a:t>ommon Mistakes that Result in Infinite Loops</a:t>
            </a:r>
            <a:endParaRPr lang="zh-TW" altLang="en-US" sz="3200" dirty="0"/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3500" b="1" dirty="0"/>
              <a:t>Loop condition is always true</a:t>
            </a:r>
            <a:r>
              <a:rPr lang="en-US" altLang="zh-TW" dirty="0"/>
              <a:t>:</a:t>
            </a:r>
          </a:p>
          <a:p>
            <a:pPr marL="457200" lvl="1" indent="0">
              <a:buNone/>
            </a:pPr>
            <a:r>
              <a:rPr lang="en-US" altLang="zh-TW" dirty="0">
                <a:solidFill>
                  <a:srgbClr val="0000FF"/>
                </a:solidFill>
              </a:rPr>
              <a:t>	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while (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a &gt; -10 || a &lt; 10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)  {  </a:t>
            </a:r>
          </a:p>
          <a:p>
            <a:pPr marL="914400" lvl="2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	}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Failing to update/modify the value of the loop variable in the loop: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 = 0;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	while (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 &lt;= 5)  { 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	  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("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 = %d\n", 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 	}</a:t>
            </a:r>
          </a:p>
          <a:p>
            <a:pPr lvl="1"/>
            <a:r>
              <a:rPr lang="en-US" altLang="zh-TW" dirty="0"/>
              <a:t>In this example, </a:t>
            </a:r>
            <a:r>
              <a:rPr lang="en-US" altLang="zh-TW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zh-TW" dirty="0"/>
              <a:t> is always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dirty="0"/>
              <a:t>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3D3DA-C92A-92C4-6FFB-60F391CB013D}"/>
              </a:ext>
            </a:extLst>
          </p:cNvPr>
          <p:cNvSpPr txBox="1"/>
          <p:nvPr/>
        </p:nvSpPr>
        <p:spPr>
          <a:xfrm>
            <a:off x="6030058" y="4191000"/>
            <a:ext cx="5603997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200" b="1" dirty="0"/>
              <a:t>Forget to update loop variable </a:t>
            </a:r>
            <a:r>
              <a:rPr lang="en-US" altLang="zh-TW" sz="3200" b="1" dirty="0" err="1"/>
              <a:t>i</a:t>
            </a:r>
            <a:r>
              <a:rPr lang="en-US" altLang="zh-TW" sz="3200" b="1" dirty="0"/>
              <a:t> (</a:t>
            </a:r>
            <a:r>
              <a:rPr lang="en-US" altLang="zh-TW" sz="3200" b="1" dirty="0" err="1"/>
              <a:t>i</a:t>
            </a:r>
            <a:r>
              <a:rPr lang="en-US" altLang="zh-TW" sz="3200" b="1" dirty="0"/>
              <a:t>++;)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53803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5965BDDB-09F9-4B61-B752-232DA0BF4EF7}" type="slidenum">
              <a:rPr lang="zh-TW" altLang="en-US" b="0" smtClean="0">
                <a:latin typeface="Calibri" panose="020F0502020204030204" pitchFamily="34" charset="0"/>
              </a:rPr>
              <a:pPr/>
              <a:t>47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4677" y="990600"/>
            <a:ext cx="9765323" cy="54340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Using 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=</a:t>
            </a:r>
            <a:r>
              <a:rPr lang="en-US" altLang="zh-TW" sz="2800" dirty="0">
                <a:ea typeface="新細明體" pitchFamily="18" charset="-120"/>
              </a:rPr>
              <a:t> instead of 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==</a:t>
            </a:r>
            <a:r>
              <a:rPr lang="en-US" altLang="zh-TW" sz="2800" dirty="0">
                <a:ea typeface="新細明體" pitchFamily="18" charset="-120"/>
              </a:rPr>
              <a:t> as equality operator</a:t>
            </a:r>
            <a:endParaRPr lang="en-US" altLang="zh-TW" dirty="0">
              <a:ea typeface="新細明體" pitchFamily="18" charset="-12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	while (a </a:t>
            </a:r>
            <a:r>
              <a:rPr lang="en-US" altLang="zh-TW" sz="2400" b="1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</a:rPr>
              <a:t>=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 1) 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		...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	}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</a:rPr>
              <a:t>Variable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is assigned 1 and the whole expression is evaluated to 1, and 1 means </a:t>
            </a:r>
            <a:r>
              <a:rPr lang="en-US" altLang="zh-TW" sz="2400" b="1" i="1" dirty="0">
                <a:ea typeface="新細明體" pitchFamily="18" charset="-120"/>
              </a:rPr>
              <a:t>true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Placing '</a:t>
            </a: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lang="en-US" altLang="zh-TW" sz="2800" dirty="0">
                <a:ea typeface="新細明體" pitchFamily="18" charset="-120"/>
              </a:rPr>
              <a:t>' after the condition of a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</a:rPr>
              <a:t>while</a:t>
            </a:r>
            <a:r>
              <a:rPr lang="en-US" altLang="zh-TW" sz="2800" dirty="0">
                <a:ea typeface="新細明體" pitchFamily="18" charset="-120"/>
              </a:rPr>
              <a:t> loop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while (a != 0)</a:t>
            </a:r>
            <a:r>
              <a:rPr lang="en-US" altLang="zh-TW" sz="2400" b="1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	 …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}</a:t>
            </a:r>
          </a:p>
        </p:txBody>
      </p:sp>
      <p:sp>
        <p:nvSpPr>
          <p:cNvPr id="459780" name="Rectangle 4"/>
          <p:cNvSpPr>
            <a:spLocks noChangeArrowheads="1"/>
          </p:cNvSpPr>
          <p:nvPr/>
        </p:nvSpPr>
        <p:spPr bwMode="auto">
          <a:xfrm>
            <a:off x="4819650" y="4525172"/>
            <a:ext cx="6781800" cy="20859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 here represents an </a:t>
            </a:r>
            <a:r>
              <a:rPr lang="en-US" altLang="zh-TW" sz="2400" b="0" i="1" dirty="0">
                <a:latin typeface="Calibri" panose="020F0502020204030204" pitchFamily="34" charset="0"/>
                <a:ea typeface="新細明體" pitchFamily="18" charset="-120"/>
              </a:rPr>
              <a:t>empty statement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 That is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while (a != 0);  // repeat empty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is interpreted the same as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while (a != 0)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94338" y="76200"/>
            <a:ext cx="8932985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/>
              <a:t>6.1. C</a:t>
            </a:r>
            <a:r>
              <a:rPr lang="en-US" altLang="en-US" sz="3200" dirty="0"/>
              <a:t>ommon Mistakes that Result in Infinite Loops</a:t>
            </a:r>
            <a:endParaRPr lang="zh-TW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72624-A6D5-5A88-CA9E-7A3FC9965AAF}"/>
              </a:ext>
            </a:extLst>
          </p:cNvPr>
          <p:cNvSpPr txBox="1"/>
          <p:nvPr/>
        </p:nvSpPr>
        <p:spPr>
          <a:xfrm>
            <a:off x="4819650" y="1676400"/>
            <a:ext cx="4524375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b="1" dirty="0"/>
              <a:t>Loop condition is always true in this case.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312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8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B708-041A-3F47-9E3D-15B6EC16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F7B2-9388-CE4B-9A68-1E998AB6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66799"/>
            <a:ext cx="7983415" cy="52895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Syntax of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</a:p>
          <a:p>
            <a:pPr lvl="1"/>
            <a:r>
              <a:rPr lang="en-US" altLang="zh-CN" dirty="0">
                <a:cs typeface="Calibri"/>
              </a:rPr>
              <a:t>Basic Case #1: </a:t>
            </a:r>
            <a:r>
              <a:rPr lang="en-US" altLang="zh-CN" sz="2800" dirty="0">
                <a:cs typeface="Calibri"/>
              </a:rPr>
              <a:t>Repeat a task a </a:t>
            </a:r>
            <a:r>
              <a:rPr lang="en-US" altLang="zh-CN" sz="2800" b="1" dirty="0">
                <a:cs typeface="Calibri"/>
              </a:rPr>
              <a:t>finite</a:t>
            </a:r>
            <a:r>
              <a:rPr lang="en-US" altLang="zh-CN" sz="2800" dirty="0">
                <a:cs typeface="Calibri"/>
              </a:rPr>
              <a:t> number of times </a:t>
            </a:r>
          </a:p>
          <a:p>
            <a:pPr lvl="1"/>
            <a:r>
              <a:rPr lang="en-US" altLang="zh-CN" dirty="0">
                <a:cs typeface="Calibri"/>
              </a:rPr>
              <a:t>Basic Case #2: </a:t>
            </a:r>
            <a:r>
              <a:rPr lang="en-US" altLang="zh-CN" sz="2800" dirty="0">
                <a:cs typeface="Calibri"/>
              </a:rPr>
              <a:t>Repeat a task </a:t>
            </a:r>
            <a:r>
              <a:rPr lang="en-US" altLang="zh-CN" sz="2800" b="1" dirty="0">
                <a:cs typeface="Calibri"/>
              </a:rPr>
              <a:t>indefinitely</a:t>
            </a:r>
            <a:r>
              <a:rPr lang="en-US" altLang="zh-CN" sz="2800" dirty="0">
                <a:cs typeface="Calibri"/>
              </a:rPr>
              <a:t> until a condition is met</a:t>
            </a:r>
            <a:endParaRPr lang="en-US" dirty="0"/>
          </a:p>
          <a:p>
            <a:r>
              <a:rPr lang="en-US" dirty="0"/>
              <a:t>Using repetition to solve problems</a:t>
            </a:r>
          </a:p>
          <a:p>
            <a:pPr lvl="1"/>
            <a:r>
              <a:rPr lang="en-US" altLang="zh-CN" sz="2800" dirty="0">
                <a:ea typeface="+mj-lt"/>
                <a:cs typeface="+mj-lt"/>
              </a:rPr>
              <a:t>Statistics: </a:t>
            </a:r>
            <a:r>
              <a:rPr lang="en-US" altLang="zh-CN" sz="2800" dirty="0"/>
              <a:t>sum, average, maximum, minimum, etc.</a:t>
            </a:r>
            <a:endParaRPr lang="en-US" dirty="0"/>
          </a:p>
          <a:p>
            <a:r>
              <a:rPr lang="en-US" dirty="0"/>
              <a:t>How to plan for a loop</a:t>
            </a:r>
          </a:p>
          <a:p>
            <a:pPr lvl="1"/>
            <a:r>
              <a:rPr lang="en-US" altLang="zh-CN" dirty="0">
                <a:cs typeface="Calibri"/>
              </a:rPr>
              <a:t>loop variable initialization, looping condition,</a:t>
            </a:r>
          </a:p>
          <a:p>
            <a:pPr lvl="1"/>
            <a:r>
              <a:rPr lang="en-US" altLang="zh-CN" dirty="0">
                <a:cs typeface="Calibri"/>
              </a:rPr>
              <a:t>loop condition change, loop body</a:t>
            </a:r>
            <a:endParaRPr lang="en-US" dirty="0"/>
          </a:p>
          <a:p>
            <a:r>
              <a:rPr lang="en-US" dirty="0"/>
              <a:t>Common mistakes and infinite loops</a:t>
            </a:r>
          </a:p>
          <a:p>
            <a:pPr lvl="1"/>
            <a:r>
              <a:rPr lang="en-US" dirty="0"/>
              <a:t>while(true)</a:t>
            </a:r>
          </a:p>
          <a:p>
            <a:pPr lvl="1"/>
            <a:r>
              <a:rPr lang="en-US" dirty="0"/>
              <a:t>Forget to update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B9DB4-24BA-DD41-BB58-4CAAF60A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758A23D-D691-AD14-3476-7362AA97A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219200"/>
            <a:ext cx="3873500" cy="267765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8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    statement1-1;</a:t>
            </a:r>
          </a:p>
          <a:p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… …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    statement1-n;</a:t>
            </a:r>
          </a:p>
          <a:p>
            <a:r>
              <a:rPr lang="en-US" altLang="zh-TW" sz="28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800" b="1" dirty="0">
                <a:latin typeface="Consolas" pitchFamily="49" charset="0"/>
                <a:ea typeface="MS Gothic" pitchFamily="49" charset="-128"/>
              </a:rPr>
              <a:t>statement2;</a:t>
            </a:r>
          </a:p>
        </p:txBody>
      </p:sp>
    </p:spTree>
    <p:extLst>
      <p:ext uri="{BB962C8B-B14F-4D97-AF65-F5344CB8AC3E}">
        <p14:creationId xmlns:p14="http://schemas.microsoft.com/office/powerpoint/2010/main" val="204208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3.7 – 3.9</a:t>
            </a:r>
          </a:p>
          <a:p>
            <a:r>
              <a:rPr lang="en-US" dirty="0"/>
              <a:t>Chapter 4 C Program Control</a:t>
            </a:r>
          </a:p>
          <a:p>
            <a:pPr lvl="1"/>
            <a:r>
              <a:rPr lang="en-US" dirty="0"/>
              <a:t>Sections 4.1 – 4.3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21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7810</TotalTime>
  <Words>5092</Words>
  <Application>Microsoft Office PowerPoint</Application>
  <PresentationFormat>Widescreen</PresentationFormat>
  <Paragraphs>1164</Paragraphs>
  <Slides>49</Slides>
  <Notes>29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Consolas</vt:lpstr>
      <vt:lpstr>Wingdings</vt:lpstr>
      <vt:lpstr>Times New Roman</vt:lpstr>
      <vt:lpstr>Calibri</vt:lpstr>
      <vt:lpstr>新細明體</vt:lpstr>
      <vt:lpstr>Office Theme</vt:lpstr>
      <vt:lpstr>Midterm Exam 13 Oct (two weeks later)</vt:lpstr>
      <vt:lpstr>Review</vt:lpstr>
      <vt:lpstr>PowerPoint Presentation</vt:lpstr>
      <vt:lpstr> Looping (I)  While Loop</vt:lpstr>
      <vt:lpstr>Outline</vt:lpstr>
      <vt:lpstr>1. while Statement (Syntax)</vt:lpstr>
      <vt:lpstr>1.1. while Statement (Example #1)</vt:lpstr>
      <vt:lpstr>1.2. Key Components of a Loop</vt:lpstr>
      <vt:lpstr>1.2. Key Components of a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How to Use Loops</vt:lpstr>
      <vt:lpstr>2.1. Basic Case #1: Finite Repetition</vt:lpstr>
      <vt:lpstr>2.1. Basic Case #1: Finite Repetition</vt:lpstr>
      <vt:lpstr>2.1. Basic Case #1: Finite Repetition</vt:lpstr>
      <vt:lpstr>2.1. Basic Case #1: Finite Repetition</vt:lpstr>
      <vt:lpstr>2.1. Basic Case #1: Finite Repetition</vt:lpstr>
      <vt:lpstr>2. How to Use Loops</vt:lpstr>
      <vt:lpstr>2.2. Basic Case #2: Indefinite Repetition</vt:lpstr>
      <vt:lpstr>2.2. Basic Case #2: Indefinite Repetition</vt:lpstr>
      <vt:lpstr>2.2. Basic Case #2: Indefinite Repetition</vt:lpstr>
      <vt:lpstr>2.2. Basic Case #2: Indefinite Repetition</vt:lpstr>
      <vt:lpstr>2. How to Use Loops</vt:lpstr>
      <vt:lpstr>3. Using Repetition to Solve Problems</vt:lpstr>
      <vt:lpstr>3.1. Using Repetition for Statistics Generation</vt:lpstr>
      <vt:lpstr>3.1. Using Repetition for Statistics Generation</vt:lpstr>
      <vt:lpstr>3.1. Using Repetition for Statistics Generation</vt:lpstr>
      <vt:lpstr>3.1. Using Repetition for Statistics Generation</vt:lpstr>
      <vt:lpstr>3.1. Using Repetition for Statistics Generation</vt:lpstr>
      <vt:lpstr>PowerPoint Presentation</vt:lpstr>
      <vt:lpstr>PowerPoint Presentation</vt:lpstr>
      <vt:lpstr>3.1. Using Repetition for Statistics Generation</vt:lpstr>
      <vt:lpstr>3.1. Using Repetition for Statistics Generation</vt:lpstr>
      <vt:lpstr>3.2. Using Loop Variables in Computation </vt:lpstr>
      <vt:lpstr>3.2. Using Loop Variables in Computation </vt:lpstr>
      <vt:lpstr>3.2. Using Loop Variables in Computation </vt:lpstr>
      <vt:lpstr>3.2. Using Loop Variables in Computation </vt:lpstr>
      <vt:lpstr>3.2. Using Loop Variables in Computation </vt:lpstr>
      <vt:lpstr>3.2. Using Loop Variables in Computation </vt:lpstr>
      <vt:lpstr>4. Tips on Planning to Write a Loop</vt:lpstr>
      <vt:lpstr>4.1. Tips: Debugging a Loop</vt:lpstr>
      <vt:lpstr>5. Common Mistakes: Infinite Loop</vt:lpstr>
      <vt:lpstr>5.1. Common Mistakes that Result in Infinite Loops</vt:lpstr>
      <vt:lpstr>PowerPoint Presentation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Looping (I)</dc:title>
  <dc:subject/>
  <dc:creator>liz</dc:creator>
  <cp:keywords/>
  <dc:description/>
  <cp:lastModifiedBy>Yuli Jiang (CSD)</cp:lastModifiedBy>
  <cp:revision>1</cp:revision>
  <dcterms:created xsi:type="dcterms:W3CDTF">2011-07-19T12:51:33Z</dcterms:created>
  <dcterms:modified xsi:type="dcterms:W3CDTF">2025-09-29T03:25:54Z</dcterms:modified>
  <cp:category/>
</cp:coreProperties>
</file>
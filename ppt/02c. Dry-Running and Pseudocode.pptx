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9" r:id="rId2"/>
    <p:sldId id="260" r:id="rId3"/>
    <p:sldId id="257" r:id="rId4"/>
    <p:sldId id="258" r:id="rId5"/>
    <p:sldId id="263" r:id="rId6"/>
    <p:sldId id="264" r:id="rId7"/>
    <p:sldId id="265" r:id="rId8"/>
    <p:sldId id="261" r:id="rId9"/>
    <p:sldId id="262" r:id="rId10"/>
    <p:sldId id="267" r:id="rId11"/>
    <p:sldId id="268" r:id="rId12"/>
    <p:sldId id="269" r:id="rId13"/>
    <p:sldId id="270" r:id="rId14"/>
    <p:sldId id="272" r:id="rId15"/>
    <p:sldId id="266" r:id="rId16"/>
    <p:sldId id="271" r:id="rId17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3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08"/>
  </p:normalViewPr>
  <p:slideViewPr>
    <p:cSldViewPr snapToGrid="0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614C9E0-784E-6879-DC2D-3CA69D1A816E}"/>
    <pc:docChg chg="modSld">
      <pc:chgData name="" userId="" providerId="" clId="Web-{9614C9E0-784E-6879-DC2D-3CA69D1A816E}" dt="2019-08-23T14:14:31.080" v="7" actId="20577"/>
      <pc:docMkLst>
        <pc:docMk/>
      </pc:docMkLst>
    </pc:docChg>
  </pc:docChgLst>
  <pc:docChgLst>
    <pc:chgData name="Chuck jee Chau (CSD)" userId="7aa7a09e-983f-4214-9e5a-071cbb678e81" providerId="ADAL" clId="{FD4D7720-CCEF-364F-B155-DE37A08EB0B1}"/>
    <pc:docChg chg="undo custSel modSld">
      <pc:chgData name="Chuck jee Chau (CSD)" userId="7aa7a09e-983f-4214-9e5a-071cbb678e81" providerId="ADAL" clId="{FD4D7720-CCEF-364F-B155-DE37A08EB0B1}" dt="2019-09-05T12:33:58.115" v="133" actId="1592"/>
      <pc:docMkLst>
        <pc:docMk/>
      </pc:docMkLst>
      <pc:sldChg chg="modSp">
        <pc:chgData name="Chuck jee Chau (CSD)" userId="7aa7a09e-983f-4214-9e5a-071cbb678e81" providerId="ADAL" clId="{FD4D7720-CCEF-364F-B155-DE37A08EB0B1}" dt="2019-09-05T12:26:19.940" v="0" actId="113"/>
        <pc:sldMkLst>
          <pc:docMk/>
          <pc:sldMk cId="822170711" sldId="259"/>
        </pc:sldMkLst>
        <pc:spChg chg="mod">
          <ac:chgData name="Chuck jee Chau (CSD)" userId="7aa7a09e-983f-4214-9e5a-071cbb678e81" providerId="ADAL" clId="{FD4D7720-CCEF-364F-B155-DE37A08EB0B1}" dt="2019-09-05T12:26:19.940" v="0" actId="113"/>
          <ac:spMkLst>
            <pc:docMk/>
            <pc:sldMk cId="822170711" sldId="259"/>
            <ac:spMk id="2" creationId="{0F17194E-6971-467E-8F68-8C0B955CDF0E}"/>
          </ac:spMkLst>
        </pc:spChg>
      </pc:sldChg>
      <pc:sldChg chg="modSp">
        <pc:chgData name="Chuck jee Chau (CSD)" userId="7aa7a09e-983f-4214-9e5a-071cbb678e81" providerId="ADAL" clId="{FD4D7720-CCEF-364F-B155-DE37A08EB0B1}" dt="2019-09-05T12:26:41.255" v="2" actId="113"/>
        <pc:sldMkLst>
          <pc:docMk/>
          <pc:sldMk cId="3050017280" sldId="260"/>
        </pc:sldMkLst>
        <pc:spChg chg="mod">
          <ac:chgData name="Chuck jee Chau (CSD)" userId="7aa7a09e-983f-4214-9e5a-071cbb678e81" providerId="ADAL" clId="{FD4D7720-CCEF-364F-B155-DE37A08EB0B1}" dt="2019-09-05T12:26:41.255" v="2" actId="113"/>
          <ac:spMkLst>
            <pc:docMk/>
            <pc:sldMk cId="3050017280" sldId="260"/>
            <ac:spMk id="3" creationId="{3DB1AF38-7E33-48D6-99F9-97CA7E70E9B2}"/>
          </ac:spMkLst>
        </pc:spChg>
      </pc:sldChg>
      <pc:sldChg chg="modSp">
        <pc:chgData name="Chuck jee Chau (CSD)" userId="7aa7a09e-983f-4214-9e5a-071cbb678e81" providerId="ADAL" clId="{FD4D7720-CCEF-364F-B155-DE37A08EB0B1}" dt="2019-09-05T12:32:30.697" v="115" actId="20577"/>
        <pc:sldMkLst>
          <pc:docMk/>
          <pc:sldMk cId="817509716" sldId="266"/>
        </pc:sldMkLst>
        <pc:spChg chg="mod">
          <ac:chgData name="Chuck jee Chau (CSD)" userId="7aa7a09e-983f-4214-9e5a-071cbb678e81" providerId="ADAL" clId="{FD4D7720-CCEF-364F-B155-DE37A08EB0B1}" dt="2019-09-05T12:32:30.697" v="115" actId="20577"/>
          <ac:spMkLst>
            <pc:docMk/>
            <pc:sldMk cId="817509716" sldId="266"/>
            <ac:spMk id="3" creationId="{ABA08F48-331C-46C1-9CCF-9B7C47A210A3}"/>
          </ac:spMkLst>
        </pc:spChg>
      </pc:sldChg>
      <pc:sldChg chg="delCm">
        <pc:chgData name="Chuck jee Chau (CSD)" userId="7aa7a09e-983f-4214-9e5a-071cbb678e81" providerId="ADAL" clId="{FD4D7720-CCEF-364F-B155-DE37A08EB0B1}" dt="2019-09-05T12:33:58.113" v="132" actId="1592"/>
        <pc:sldMkLst>
          <pc:docMk/>
          <pc:sldMk cId="3842868087" sldId="267"/>
        </pc:sldMkLst>
      </pc:sldChg>
      <pc:sldChg chg="modSp">
        <pc:chgData name="Chuck jee Chau (CSD)" userId="7aa7a09e-983f-4214-9e5a-071cbb678e81" providerId="ADAL" clId="{FD4D7720-CCEF-364F-B155-DE37A08EB0B1}" dt="2019-09-05T12:29:30.248" v="19" actId="20577"/>
        <pc:sldMkLst>
          <pc:docMk/>
          <pc:sldMk cId="2934295452" sldId="268"/>
        </pc:sldMkLst>
        <pc:spChg chg="mod">
          <ac:chgData name="Chuck jee Chau (CSD)" userId="7aa7a09e-983f-4214-9e5a-071cbb678e81" providerId="ADAL" clId="{FD4D7720-CCEF-364F-B155-DE37A08EB0B1}" dt="2019-09-05T12:29:30.248" v="19" actId="20577"/>
          <ac:spMkLst>
            <pc:docMk/>
            <pc:sldMk cId="2934295452" sldId="268"/>
            <ac:spMk id="3" creationId="{ABA08F48-331C-46C1-9CCF-9B7C47A210A3}"/>
          </ac:spMkLst>
        </pc:spChg>
      </pc:sldChg>
      <pc:sldChg chg="modSp delCm">
        <pc:chgData name="Chuck jee Chau (CSD)" userId="7aa7a09e-983f-4214-9e5a-071cbb678e81" providerId="ADAL" clId="{FD4D7720-CCEF-364F-B155-DE37A08EB0B1}" dt="2019-09-05T12:33:58.115" v="133" actId="1592"/>
        <pc:sldMkLst>
          <pc:docMk/>
          <pc:sldMk cId="4160218537" sldId="269"/>
        </pc:sldMkLst>
        <pc:spChg chg="mod">
          <ac:chgData name="Chuck jee Chau (CSD)" userId="7aa7a09e-983f-4214-9e5a-071cbb678e81" providerId="ADAL" clId="{FD4D7720-CCEF-364F-B155-DE37A08EB0B1}" dt="2019-09-05T12:30:11.153" v="47" actId="20577"/>
          <ac:spMkLst>
            <pc:docMk/>
            <pc:sldMk cId="4160218537" sldId="269"/>
            <ac:spMk id="3" creationId="{33391ED8-6563-4F6F-8A90-D73CCD085019}"/>
          </ac:spMkLst>
        </pc:spChg>
        <pc:spChg chg="mod">
          <ac:chgData name="Chuck jee Chau (CSD)" userId="7aa7a09e-983f-4214-9e5a-071cbb678e81" providerId="ADAL" clId="{FD4D7720-CCEF-364F-B155-DE37A08EB0B1}" dt="2019-09-05T12:29:46.763" v="33" actId="20577"/>
          <ac:spMkLst>
            <pc:docMk/>
            <pc:sldMk cId="4160218537" sldId="269"/>
            <ac:spMk id="5" creationId="{E4A01763-BC73-7D49-B467-CD7E5B98414B}"/>
          </ac:spMkLst>
        </pc:spChg>
      </pc:sldChg>
      <pc:sldChg chg="modSp">
        <pc:chgData name="Chuck jee Chau (CSD)" userId="7aa7a09e-983f-4214-9e5a-071cbb678e81" providerId="ADAL" clId="{FD4D7720-CCEF-364F-B155-DE37A08EB0B1}" dt="2019-09-05T12:30:57.225" v="65" actId="20577"/>
        <pc:sldMkLst>
          <pc:docMk/>
          <pc:sldMk cId="409667567" sldId="270"/>
        </pc:sldMkLst>
        <pc:spChg chg="mod">
          <ac:chgData name="Chuck jee Chau (CSD)" userId="7aa7a09e-983f-4214-9e5a-071cbb678e81" providerId="ADAL" clId="{FD4D7720-CCEF-364F-B155-DE37A08EB0B1}" dt="2019-09-05T12:30:31.314" v="49" actId="20577"/>
          <ac:spMkLst>
            <pc:docMk/>
            <pc:sldMk cId="409667567" sldId="270"/>
            <ac:spMk id="3" creationId="{33391ED8-6563-4F6F-8A90-D73CCD085019}"/>
          </ac:spMkLst>
        </pc:spChg>
        <pc:spChg chg="mod">
          <ac:chgData name="Chuck jee Chau (CSD)" userId="7aa7a09e-983f-4214-9e5a-071cbb678e81" providerId="ADAL" clId="{FD4D7720-CCEF-364F-B155-DE37A08EB0B1}" dt="2019-09-05T12:30:57.225" v="65" actId="20577"/>
          <ac:spMkLst>
            <pc:docMk/>
            <pc:sldMk cId="409667567" sldId="270"/>
            <ac:spMk id="5" creationId="{E4A01763-BC73-7D49-B467-CD7E5B98414B}"/>
          </ac:spMkLst>
        </pc:spChg>
      </pc:sldChg>
      <pc:sldChg chg="modSp">
        <pc:chgData name="Chuck jee Chau (CSD)" userId="7aa7a09e-983f-4214-9e5a-071cbb678e81" providerId="ADAL" clId="{FD4D7720-CCEF-364F-B155-DE37A08EB0B1}" dt="2019-09-05T12:33:49.036" v="131" actId="20577"/>
        <pc:sldMkLst>
          <pc:docMk/>
          <pc:sldMk cId="1416787741" sldId="271"/>
        </pc:sldMkLst>
        <pc:spChg chg="mod">
          <ac:chgData name="Chuck jee Chau (CSD)" userId="7aa7a09e-983f-4214-9e5a-071cbb678e81" providerId="ADAL" clId="{FD4D7720-CCEF-364F-B155-DE37A08EB0B1}" dt="2019-09-05T12:33:49.036" v="131" actId="20577"/>
          <ac:spMkLst>
            <pc:docMk/>
            <pc:sldMk cId="1416787741" sldId="271"/>
            <ac:spMk id="3" creationId="{ABA08F48-331C-46C1-9CCF-9B7C47A210A3}"/>
          </ac:spMkLst>
        </pc:spChg>
      </pc:sldChg>
      <pc:sldChg chg="modSp">
        <pc:chgData name="Chuck jee Chau (CSD)" userId="7aa7a09e-983f-4214-9e5a-071cbb678e81" providerId="ADAL" clId="{FD4D7720-CCEF-364F-B155-DE37A08EB0B1}" dt="2019-09-05T12:31:49.807" v="102" actId="20577"/>
        <pc:sldMkLst>
          <pc:docMk/>
          <pc:sldMk cId="3547359013" sldId="272"/>
        </pc:sldMkLst>
        <pc:spChg chg="mod">
          <ac:chgData name="Chuck jee Chau (CSD)" userId="7aa7a09e-983f-4214-9e5a-071cbb678e81" providerId="ADAL" clId="{FD4D7720-CCEF-364F-B155-DE37A08EB0B1}" dt="2019-09-05T12:31:32.302" v="93" actId="6549"/>
          <ac:spMkLst>
            <pc:docMk/>
            <pc:sldMk cId="3547359013" sldId="272"/>
            <ac:spMk id="3" creationId="{33391ED8-6563-4F6F-8A90-D73CCD085019}"/>
          </ac:spMkLst>
        </pc:spChg>
        <pc:spChg chg="mod">
          <ac:chgData name="Chuck jee Chau (CSD)" userId="7aa7a09e-983f-4214-9e5a-071cbb678e81" providerId="ADAL" clId="{FD4D7720-CCEF-364F-B155-DE37A08EB0B1}" dt="2019-09-05T12:31:22.593" v="79" actId="20577"/>
          <ac:spMkLst>
            <pc:docMk/>
            <pc:sldMk cId="3547359013" sldId="272"/>
            <ac:spMk id="5" creationId="{E4A01763-BC73-7D49-B467-CD7E5B98414B}"/>
          </ac:spMkLst>
        </pc:spChg>
        <pc:spChg chg="mod">
          <ac:chgData name="Chuck jee Chau (CSD)" userId="7aa7a09e-983f-4214-9e5a-071cbb678e81" providerId="ADAL" clId="{FD4D7720-CCEF-364F-B155-DE37A08EB0B1}" dt="2019-09-05T12:31:26.586" v="92" actId="20577"/>
          <ac:spMkLst>
            <pc:docMk/>
            <pc:sldMk cId="3547359013" sldId="272"/>
            <ac:spMk id="7" creationId="{4C4E7861-835C-4607-B4FA-224C9FDEB4F4}"/>
          </ac:spMkLst>
        </pc:spChg>
        <pc:spChg chg="mod">
          <ac:chgData name="Chuck jee Chau (CSD)" userId="7aa7a09e-983f-4214-9e5a-071cbb678e81" providerId="ADAL" clId="{FD4D7720-CCEF-364F-B155-DE37A08EB0B1}" dt="2019-09-05T12:31:49.807" v="102" actId="20577"/>
          <ac:spMkLst>
            <pc:docMk/>
            <pc:sldMk cId="3547359013" sldId="272"/>
            <ac:spMk id="8" creationId="{360CD794-3D83-4B58-AC41-448020692CB4}"/>
          </ac:spMkLst>
        </pc:spChg>
      </pc:sldChg>
    </pc:docChg>
  </pc:docChgLst>
  <pc:docChgLst>
    <pc:chgData name="William Hui (IEG)" userId="S::kyhui@cuhk.edu.hk::07728535-8fdc-4325-b24f-20cc4d58a3a3" providerId="AD" clId="Web-{D52CEC41-97FF-9E74-6119-3E8AF0BC2B29}"/>
    <pc:docChg chg="addSld delSld modSld sldOrd">
      <pc:chgData name="William Hui (IEG)" userId="S::kyhui@cuhk.edu.hk::07728535-8fdc-4325-b24f-20cc4d58a3a3" providerId="AD" clId="Web-{D52CEC41-97FF-9E74-6119-3E8AF0BC2B29}" dt="2019-08-23T09:33:05.047" v="1527"/>
      <pc:docMkLst>
        <pc:docMk/>
      </pc:docMkLst>
    </pc:docChg>
  </pc:docChgLst>
  <pc:docChgLst>
    <pc:chgData name="William Hui (IEG)" userId="S::kyhui@cuhk.edu.hk::07728535-8fdc-4325-b24f-20cc4d58a3a3" providerId="AD" clId="Web-{AA5EC083-11C7-64D5-7F29-B9A641F103B7}"/>
    <pc:docChg chg="modSld">
      <pc:chgData name="William Hui (IEG)" userId="S::kyhui@cuhk.edu.hk::07728535-8fdc-4325-b24f-20cc4d58a3a3" providerId="AD" clId="Web-{AA5EC083-11C7-64D5-7F29-B9A641F103B7}" dt="2019-08-27T14:59:56.046" v="3" actId="20577"/>
      <pc:docMkLst>
        <pc:docMk/>
      </pc:docMkLst>
      <pc:sldChg chg="modSp">
        <pc:chgData name="William Hui (IEG)" userId="S::kyhui@cuhk.edu.hk::07728535-8fdc-4325-b24f-20cc4d58a3a3" providerId="AD" clId="Web-{AA5EC083-11C7-64D5-7F29-B9A641F103B7}" dt="2019-08-27T14:59:56.046" v="2" actId="20577"/>
        <pc:sldMkLst>
          <pc:docMk/>
          <pc:sldMk cId="1416787741" sldId="271"/>
        </pc:sldMkLst>
        <pc:spChg chg="mod">
          <ac:chgData name="William Hui (IEG)" userId="S::kyhui@cuhk.edu.hk::07728535-8fdc-4325-b24f-20cc4d58a3a3" providerId="AD" clId="Web-{AA5EC083-11C7-64D5-7F29-B9A641F103B7}" dt="2019-08-27T14:59:56.046" v="2" actId="20577"/>
          <ac:spMkLst>
            <pc:docMk/>
            <pc:sldMk cId="1416787741" sldId="271"/>
            <ac:spMk id="3" creationId="{ABA08F48-331C-46C1-9CCF-9B7C47A210A3}"/>
          </ac:spMkLst>
        </pc:spChg>
      </pc:sldChg>
    </pc:docChg>
  </pc:docChgLst>
  <pc:docChgLst>
    <pc:chgData name="Chuck Jee Chau, Dr. (CSD)" userId="7aa7a09e-983f-4214-9e5a-071cbb678e81" providerId="ADAL" clId="{FD4D7720-CCEF-364F-B155-DE37A08EB0B1}"/>
    <pc:docChg chg="undo custSel modSld">
      <pc:chgData name="Chuck Jee Chau, Dr. (CSD)" userId="7aa7a09e-983f-4214-9e5a-071cbb678e81" providerId="ADAL" clId="{FD4D7720-CCEF-364F-B155-DE37A08EB0B1}" dt="2019-08-28T07:58:27.317" v="205" actId="20577"/>
      <pc:docMkLst>
        <pc:docMk/>
      </pc:docMkLst>
      <pc:sldChg chg="modSp">
        <pc:chgData name="Chuck Jee Chau, Dr. (CSD)" userId="7aa7a09e-983f-4214-9e5a-071cbb678e81" providerId="ADAL" clId="{FD4D7720-CCEF-364F-B155-DE37A08EB0B1}" dt="2019-08-28T07:45:26.096" v="22" actId="20577"/>
        <pc:sldMkLst>
          <pc:docMk/>
          <pc:sldMk cId="316885240" sldId="258"/>
        </pc:sldMkLst>
        <pc:spChg chg="mod">
          <ac:chgData name="Chuck Jee Chau, Dr. (CSD)" userId="7aa7a09e-983f-4214-9e5a-071cbb678e81" providerId="ADAL" clId="{FD4D7720-CCEF-364F-B155-DE37A08EB0B1}" dt="2019-08-28T07:45:26.096" v="22" actId="20577"/>
          <ac:spMkLst>
            <pc:docMk/>
            <pc:sldMk cId="316885240" sldId="258"/>
            <ac:spMk id="7" creationId="{50077FDF-58CD-3D4C-8995-9FE52CC43889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4:35.237" v="11" actId="20577"/>
        <pc:sldMkLst>
          <pc:docMk/>
          <pc:sldMk cId="3050017280" sldId="260"/>
        </pc:sldMkLst>
        <pc:spChg chg="mod">
          <ac:chgData name="Chuck Jee Chau, Dr. (CSD)" userId="7aa7a09e-983f-4214-9e5a-071cbb678e81" providerId="ADAL" clId="{FD4D7720-CCEF-364F-B155-DE37A08EB0B1}" dt="2019-08-28T07:44:35.237" v="11" actId="20577"/>
          <ac:spMkLst>
            <pc:docMk/>
            <pc:sldMk cId="3050017280" sldId="260"/>
            <ac:spMk id="3" creationId="{3DB1AF38-7E33-48D6-99F9-97CA7E70E9B2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7:18.126" v="82" actId="20577"/>
        <pc:sldMkLst>
          <pc:docMk/>
          <pc:sldMk cId="3420638993" sldId="261"/>
        </pc:sldMkLst>
        <pc:spChg chg="mod">
          <ac:chgData name="Chuck Jee Chau, Dr. (CSD)" userId="7aa7a09e-983f-4214-9e5a-071cbb678e81" providerId="ADAL" clId="{FD4D7720-CCEF-364F-B155-DE37A08EB0B1}" dt="2019-08-28T07:47:18.126" v="82" actId="20577"/>
          <ac:spMkLst>
            <pc:docMk/>
            <pc:sldMk cId="3420638993" sldId="261"/>
            <ac:spMk id="7" creationId="{50077FDF-58CD-3D4C-8995-9FE52CC43889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8:23.322" v="88" actId="114"/>
        <pc:sldMkLst>
          <pc:docMk/>
          <pc:sldMk cId="2392794675" sldId="262"/>
        </pc:sldMkLst>
        <pc:spChg chg="mod">
          <ac:chgData name="Chuck Jee Chau, Dr. (CSD)" userId="7aa7a09e-983f-4214-9e5a-071cbb678e81" providerId="ADAL" clId="{FD4D7720-CCEF-364F-B155-DE37A08EB0B1}" dt="2019-08-28T07:48:23.322" v="88" actId="114"/>
          <ac:spMkLst>
            <pc:docMk/>
            <pc:sldMk cId="2392794675" sldId="262"/>
            <ac:spMk id="3" creationId="{ABA08F48-331C-46C1-9CCF-9B7C47A210A3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6:25.963" v="41" actId="13926"/>
        <pc:sldMkLst>
          <pc:docMk/>
          <pc:sldMk cId="497198042" sldId="263"/>
        </pc:sldMkLst>
        <pc:spChg chg="mod">
          <ac:chgData name="Chuck Jee Chau, Dr. (CSD)" userId="7aa7a09e-983f-4214-9e5a-071cbb678e81" providerId="ADAL" clId="{FD4D7720-CCEF-364F-B155-DE37A08EB0B1}" dt="2019-08-28T07:45:37.886" v="33" actId="20577"/>
          <ac:spMkLst>
            <pc:docMk/>
            <pc:sldMk cId="497198042" sldId="263"/>
            <ac:spMk id="7" creationId="{50077FDF-58CD-3D4C-8995-9FE52CC43889}"/>
          </ac:spMkLst>
        </pc:spChg>
        <pc:spChg chg="mod">
          <ac:chgData name="Chuck Jee Chau, Dr. (CSD)" userId="7aa7a09e-983f-4214-9e5a-071cbb678e81" providerId="ADAL" clId="{FD4D7720-CCEF-364F-B155-DE37A08EB0B1}" dt="2019-08-28T07:46:25.963" v="41" actId="13926"/>
          <ac:spMkLst>
            <pc:docMk/>
            <pc:sldMk cId="497198042" sldId="263"/>
            <ac:spMk id="8" creationId="{722324D1-6630-FA4F-867F-243CD5A915FF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6:43.160" v="52" actId="20577"/>
        <pc:sldMkLst>
          <pc:docMk/>
          <pc:sldMk cId="2053634899" sldId="264"/>
        </pc:sldMkLst>
        <pc:spChg chg="mod">
          <ac:chgData name="Chuck Jee Chau, Dr. (CSD)" userId="7aa7a09e-983f-4214-9e5a-071cbb678e81" providerId="ADAL" clId="{FD4D7720-CCEF-364F-B155-DE37A08EB0B1}" dt="2019-08-28T07:46:43.160" v="52" actId="20577"/>
          <ac:spMkLst>
            <pc:docMk/>
            <pc:sldMk cId="2053634899" sldId="264"/>
            <ac:spMk id="7" creationId="{50077FDF-58CD-3D4C-8995-9FE52CC43889}"/>
          </ac:spMkLst>
        </pc:spChg>
        <pc:spChg chg="mod">
          <ac:chgData name="Chuck Jee Chau, Dr. (CSD)" userId="7aa7a09e-983f-4214-9e5a-071cbb678e81" providerId="ADAL" clId="{FD4D7720-CCEF-364F-B155-DE37A08EB0B1}" dt="2019-08-28T07:46:11.447" v="37" actId="20577"/>
          <ac:spMkLst>
            <pc:docMk/>
            <pc:sldMk cId="2053634899" sldId="264"/>
            <ac:spMk id="8" creationId="{722324D1-6630-FA4F-867F-243CD5A915FF}"/>
          </ac:spMkLst>
        </pc:spChg>
      </pc:sldChg>
      <pc:sldChg chg="modSp">
        <pc:chgData name="Chuck Jee Chau, Dr. (CSD)" userId="7aa7a09e-983f-4214-9e5a-071cbb678e81" providerId="ADAL" clId="{FD4D7720-CCEF-364F-B155-DE37A08EB0B1}" dt="2019-08-28T07:47:05.857" v="71" actId="20577"/>
        <pc:sldMkLst>
          <pc:docMk/>
          <pc:sldMk cId="1167829826" sldId="265"/>
        </pc:sldMkLst>
        <pc:spChg chg="mod">
          <ac:chgData name="Chuck Jee Chau, Dr. (CSD)" userId="7aa7a09e-983f-4214-9e5a-071cbb678e81" providerId="ADAL" clId="{FD4D7720-CCEF-364F-B155-DE37A08EB0B1}" dt="2019-08-28T07:47:05.857" v="71" actId="20577"/>
          <ac:spMkLst>
            <pc:docMk/>
            <pc:sldMk cId="1167829826" sldId="265"/>
            <ac:spMk id="7" creationId="{50077FDF-58CD-3D4C-8995-9FE52CC43889}"/>
          </ac:spMkLst>
        </pc:spChg>
        <pc:spChg chg="mod">
          <ac:chgData name="Chuck Jee Chau, Dr. (CSD)" userId="7aa7a09e-983f-4214-9e5a-071cbb678e81" providerId="ADAL" clId="{FD4D7720-CCEF-364F-B155-DE37A08EB0B1}" dt="2019-08-28T07:46:06.160" v="35" actId="20577"/>
          <ac:spMkLst>
            <pc:docMk/>
            <pc:sldMk cId="1167829826" sldId="265"/>
            <ac:spMk id="8" creationId="{722324D1-6630-FA4F-867F-243CD5A915FF}"/>
          </ac:spMkLst>
        </pc:spChg>
      </pc:sldChg>
      <pc:sldChg chg="modSp">
        <pc:chgData name="Chuck Jee Chau, Dr. (CSD)" userId="7aa7a09e-983f-4214-9e5a-071cbb678e81" providerId="ADAL" clId="{FD4D7720-CCEF-364F-B155-DE37A08EB0B1}" dt="2019-08-28T07:57:41.969" v="181" actId="20577"/>
        <pc:sldMkLst>
          <pc:docMk/>
          <pc:sldMk cId="817509716" sldId="266"/>
        </pc:sldMkLst>
        <pc:spChg chg="mod">
          <ac:chgData name="Chuck Jee Chau, Dr. (CSD)" userId="7aa7a09e-983f-4214-9e5a-071cbb678e81" providerId="ADAL" clId="{FD4D7720-CCEF-364F-B155-DE37A08EB0B1}" dt="2019-08-28T07:57:41.969" v="181" actId="20577"/>
          <ac:spMkLst>
            <pc:docMk/>
            <pc:sldMk cId="817509716" sldId="266"/>
            <ac:spMk id="3" creationId="{ABA08F48-331C-46C1-9CCF-9B7C47A210A3}"/>
          </ac:spMkLst>
        </pc:spChg>
      </pc:sldChg>
      <pc:sldChg chg="modSp addCm modCm">
        <pc:chgData name="Chuck Jee Chau, Dr. (CSD)" userId="7aa7a09e-983f-4214-9e5a-071cbb678e81" providerId="ADAL" clId="{FD4D7720-CCEF-364F-B155-DE37A08EB0B1}" dt="2019-08-28T07:50:09.581" v="97"/>
        <pc:sldMkLst>
          <pc:docMk/>
          <pc:sldMk cId="3842868087" sldId="267"/>
        </pc:sldMkLst>
        <pc:spChg chg="mod">
          <ac:chgData name="Chuck Jee Chau, Dr. (CSD)" userId="7aa7a09e-983f-4214-9e5a-071cbb678e81" providerId="ADAL" clId="{FD4D7720-CCEF-364F-B155-DE37A08EB0B1}" dt="2019-08-28T07:49:47.992" v="95" actId="20577"/>
          <ac:spMkLst>
            <pc:docMk/>
            <pc:sldMk cId="3842868087" sldId="267"/>
            <ac:spMk id="3" creationId="{ABA08F48-331C-46C1-9CCF-9B7C47A210A3}"/>
          </ac:spMkLst>
        </pc:spChg>
      </pc:sldChg>
      <pc:sldChg chg="modSp">
        <pc:chgData name="Chuck Jee Chau, Dr. (CSD)" userId="7aa7a09e-983f-4214-9e5a-071cbb678e81" providerId="ADAL" clId="{FD4D7720-CCEF-364F-B155-DE37A08EB0B1}" dt="2019-08-28T07:51:38.866" v="115" actId="27636"/>
        <pc:sldMkLst>
          <pc:docMk/>
          <pc:sldMk cId="2934295452" sldId="268"/>
        </pc:sldMkLst>
        <pc:spChg chg="mod">
          <ac:chgData name="Chuck Jee Chau, Dr. (CSD)" userId="7aa7a09e-983f-4214-9e5a-071cbb678e81" providerId="ADAL" clId="{FD4D7720-CCEF-364F-B155-DE37A08EB0B1}" dt="2019-08-28T07:51:38.866" v="115" actId="27636"/>
          <ac:spMkLst>
            <pc:docMk/>
            <pc:sldMk cId="2934295452" sldId="268"/>
            <ac:spMk id="3" creationId="{ABA08F48-331C-46C1-9CCF-9B7C47A210A3}"/>
          </ac:spMkLst>
        </pc:spChg>
      </pc:sldChg>
      <pc:sldChg chg="addSp delSp modSp addCm delCm modCm">
        <pc:chgData name="Chuck Jee Chau, Dr. (CSD)" userId="7aa7a09e-983f-4214-9e5a-071cbb678e81" providerId="ADAL" clId="{FD4D7720-CCEF-364F-B155-DE37A08EB0B1}" dt="2019-08-28T07:56:39.217" v="167"/>
        <pc:sldMkLst>
          <pc:docMk/>
          <pc:sldMk cId="4160218537" sldId="269"/>
        </pc:sldMkLst>
        <pc:spChg chg="add del mod">
          <ac:chgData name="Chuck Jee Chau, Dr. (CSD)" userId="7aa7a09e-983f-4214-9e5a-071cbb678e81" providerId="ADAL" clId="{FD4D7720-CCEF-364F-B155-DE37A08EB0B1}" dt="2019-08-28T07:55:49.669" v="161" actId="2711"/>
          <ac:spMkLst>
            <pc:docMk/>
            <pc:sldMk cId="4160218537" sldId="269"/>
            <ac:spMk id="3" creationId="{33391ED8-6563-4F6F-8A90-D73CCD085019}"/>
          </ac:spMkLst>
        </pc:spChg>
        <pc:spChg chg="add del mod">
          <ac:chgData name="Chuck Jee Chau, Dr. (CSD)" userId="7aa7a09e-983f-4214-9e5a-071cbb678e81" providerId="ADAL" clId="{FD4D7720-CCEF-364F-B155-DE37A08EB0B1}" dt="2019-08-28T07:55:12.654" v="157"/>
          <ac:spMkLst>
            <pc:docMk/>
            <pc:sldMk cId="4160218537" sldId="269"/>
            <ac:spMk id="7" creationId="{3DECDBDF-B245-8F44-9FD8-5753C3B30A59}"/>
          </ac:spMkLst>
        </pc:spChg>
        <pc:spChg chg="add del">
          <ac:chgData name="Chuck Jee Chau, Dr. (CSD)" userId="7aa7a09e-983f-4214-9e5a-071cbb678e81" providerId="ADAL" clId="{FD4D7720-CCEF-364F-B155-DE37A08EB0B1}" dt="2019-08-28T07:55:42.691" v="160" actId="478"/>
          <ac:spMkLst>
            <pc:docMk/>
            <pc:sldMk cId="4160218537" sldId="269"/>
            <ac:spMk id="8" creationId="{AD185FB5-2463-F749-B5C4-23303ED6D4A6}"/>
          </ac:spMkLst>
        </pc:spChg>
      </pc:sldChg>
      <pc:sldChg chg="modSp">
        <pc:chgData name="Chuck Jee Chau, Dr. (CSD)" userId="7aa7a09e-983f-4214-9e5a-071cbb678e81" providerId="ADAL" clId="{FD4D7720-CCEF-364F-B155-DE37A08EB0B1}" dt="2019-08-28T07:56:28.177" v="165" actId="1076"/>
        <pc:sldMkLst>
          <pc:docMk/>
          <pc:sldMk cId="409667567" sldId="270"/>
        </pc:sldMkLst>
        <pc:spChg chg="mod">
          <ac:chgData name="Chuck Jee Chau, Dr. (CSD)" userId="7aa7a09e-983f-4214-9e5a-071cbb678e81" providerId="ADAL" clId="{FD4D7720-CCEF-364F-B155-DE37A08EB0B1}" dt="2019-08-28T07:56:28.177" v="165" actId="1076"/>
          <ac:spMkLst>
            <pc:docMk/>
            <pc:sldMk cId="409667567" sldId="270"/>
            <ac:spMk id="3" creationId="{33391ED8-6563-4F6F-8A90-D73CCD085019}"/>
          </ac:spMkLst>
        </pc:spChg>
        <pc:spChg chg="mod">
          <ac:chgData name="Chuck Jee Chau, Dr. (CSD)" userId="7aa7a09e-983f-4214-9e5a-071cbb678e81" providerId="ADAL" clId="{FD4D7720-CCEF-364F-B155-DE37A08EB0B1}" dt="2019-08-28T07:56:25.218" v="164" actId="1076"/>
          <ac:spMkLst>
            <pc:docMk/>
            <pc:sldMk cId="409667567" sldId="270"/>
            <ac:spMk id="5" creationId="{E4A01763-BC73-7D49-B467-CD7E5B98414B}"/>
          </ac:spMkLst>
        </pc:spChg>
      </pc:sldChg>
      <pc:sldChg chg="modSp">
        <pc:chgData name="Chuck Jee Chau, Dr. (CSD)" userId="7aa7a09e-983f-4214-9e5a-071cbb678e81" providerId="ADAL" clId="{FD4D7720-CCEF-364F-B155-DE37A08EB0B1}" dt="2019-08-28T07:58:27.317" v="205" actId="20577"/>
        <pc:sldMkLst>
          <pc:docMk/>
          <pc:sldMk cId="1416787741" sldId="271"/>
        </pc:sldMkLst>
        <pc:spChg chg="mod">
          <ac:chgData name="Chuck Jee Chau, Dr. (CSD)" userId="7aa7a09e-983f-4214-9e5a-071cbb678e81" providerId="ADAL" clId="{FD4D7720-CCEF-364F-B155-DE37A08EB0B1}" dt="2019-08-28T07:58:27.317" v="205" actId="20577"/>
          <ac:spMkLst>
            <pc:docMk/>
            <pc:sldMk cId="1416787741" sldId="271"/>
            <ac:spMk id="3" creationId="{ABA08F48-331C-46C1-9CCF-9B7C47A210A3}"/>
          </ac:spMkLst>
        </pc:spChg>
      </pc:sldChg>
    </pc:docChg>
  </pc:docChgLst>
  <pc:docChgLst>
    <pc:chgData name="William Hui (IEG)" userId="S::kyhui@cuhk.edu.hk::07728535-8fdc-4325-b24f-20cc4d58a3a3" providerId="AD" clId="Web-{85A76706-A962-8AAB-E412-A7F0EA872F4E}"/>
    <pc:docChg chg="modSld">
      <pc:chgData name="William Hui (IEG)" userId="S::kyhui@cuhk.edu.hk::07728535-8fdc-4325-b24f-20cc4d58a3a3" providerId="AD" clId="Web-{85A76706-A962-8AAB-E412-A7F0EA872F4E}" dt="2019-08-30T09:57:52.540" v="274" actId="20577"/>
      <pc:docMkLst>
        <pc:docMk/>
      </pc:docMkLst>
      <pc:sldChg chg="modSp">
        <pc:chgData name="William Hui (IEG)" userId="S::kyhui@cuhk.edu.hk::07728535-8fdc-4325-b24f-20cc4d58a3a3" providerId="AD" clId="Web-{85A76706-A962-8AAB-E412-A7F0EA872F4E}" dt="2019-08-30T09:57:50.759" v="272" actId="20577"/>
        <pc:sldMkLst>
          <pc:docMk/>
          <pc:sldMk cId="3547359013" sldId="272"/>
        </pc:sldMkLst>
        <pc:spChg chg="mod">
          <ac:chgData name="William Hui (IEG)" userId="S::kyhui@cuhk.edu.hk::07728535-8fdc-4325-b24f-20cc4d58a3a3" providerId="AD" clId="Web-{85A76706-A962-8AAB-E412-A7F0EA872F4E}" dt="2019-08-30T09:54:29.581" v="33" actId="20577"/>
          <ac:spMkLst>
            <pc:docMk/>
            <pc:sldMk cId="3547359013" sldId="272"/>
            <ac:spMk id="3" creationId="{33391ED8-6563-4F6F-8A90-D73CCD085019}"/>
          </ac:spMkLst>
        </pc:spChg>
        <pc:spChg chg="mod">
          <ac:chgData name="William Hui (IEG)" userId="S::kyhui@cuhk.edu.hk::07728535-8fdc-4325-b24f-20cc4d58a3a3" providerId="AD" clId="Web-{85A76706-A962-8AAB-E412-A7F0EA872F4E}" dt="2019-08-30T09:51:31.325" v="1" actId="20577"/>
          <ac:spMkLst>
            <pc:docMk/>
            <pc:sldMk cId="3547359013" sldId="272"/>
            <ac:spMk id="5" creationId="{E4A01763-BC73-7D49-B467-CD7E5B98414B}"/>
          </ac:spMkLst>
        </pc:spChg>
        <pc:spChg chg="mod">
          <ac:chgData name="William Hui (IEG)" userId="S::kyhui@cuhk.edu.hk::07728535-8fdc-4325-b24f-20cc4d58a3a3" providerId="AD" clId="Web-{85A76706-A962-8AAB-E412-A7F0EA872F4E}" dt="2019-08-30T09:56:54.132" v="248" actId="20577"/>
          <ac:spMkLst>
            <pc:docMk/>
            <pc:sldMk cId="3547359013" sldId="272"/>
            <ac:spMk id="7" creationId="{4C4E7861-835C-4607-B4FA-224C9FDEB4F4}"/>
          </ac:spMkLst>
        </pc:spChg>
        <pc:spChg chg="mod">
          <ac:chgData name="William Hui (IEG)" userId="S::kyhui@cuhk.edu.hk::07728535-8fdc-4325-b24f-20cc4d58a3a3" providerId="AD" clId="Web-{85A76706-A962-8AAB-E412-A7F0EA872F4E}" dt="2019-08-30T09:57:50.759" v="272" actId="20577"/>
          <ac:spMkLst>
            <pc:docMk/>
            <pc:sldMk cId="3547359013" sldId="272"/>
            <ac:spMk id="8" creationId="{360CD794-3D83-4B58-AC41-448020692CB4}"/>
          </ac:spMkLst>
        </pc:spChg>
      </pc:sldChg>
    </pc:docChg>
  </pc:docChgLst>
  <pc:docChgLst>
    <pc:chgData name="William Hui (IEG)" userId="S::kyhui@cuhk.edu.hk::07728535-8fdc-4325-b24f-20cc4d58a3a3" providerId="AD" clId="Web-{9614C9E0-784E-6879-DC2D-3CA69D1A816E}"/>
    <pc:docChg chg="delSld">
      <pc:chgData name="William Hui (IEG)" userId="S::kyhui@cuhk.edu.hk::07728535-8fdc-4325-b24f-20cc4d58a3a3" providerId="AD" clId="Web-{9614C9E0-784E-6879-DC2D-3CA69D1A816E}" dt="2019-08-23T14:14:35.893" v="23"/>
      <pc:docMkLst>
        <pc:docMk/>
      </pc:docMkLst>
      <pc:sldChg chg="del">
        <pc:chgData name="William Hui (IEG)" userId="S::kyhui@cuhk.edu.hk::07728535-8fdc-4325-b24f-20cc4d58a3a3" providerId="AD" clId="Web-{9614C9E0-784E-6879-DC2D-3CA69D1A816E}" dt="2019-08-23T14:14:35.893" v="23"/>
        <pc:sldMkLst>
          <pc:docMk/>
          <pc:sldMk cId="4283236160" sldId="257"/>
        </pc:sldMkLst>
      </pc:sldChg>
    </pc:docChg>
  </pc:docChgLst>
  <pc:docChgLst>
    <pc:chgData name="William Hui (IEG)" userId="S::kyhui@cuhk.edu.hk::07728535-8fdc-4325-b24f-20cc4d58a3a3" providerId="AD" clId="Web-{5E491F94-A3F4-7F82-4185-BAB0501ED43B}"/>
    <pc:docChg chg="modSld">
      <pc:chgData name="William Hui (IEG)" userId="S::kyhui@cuhk.edu.hk::07728535-8fdc-4325-b24f-20cc4d58a3a3" providerId="AD" clId="Web-{5E491F94-A3F4-7F82-4185-BAB0501ED43B}" dt="2019-08-27T14:51:59.775" v="395" actId="20577"/>
      <pc:docMkLst>
        <pc:docMk/>
      </pc:docMkLst>
      <pc:sldChg chg="modSp">
        <pc:chgData name="William Hui (IEG)" userId="S::kyhui@cuhk.edu.hk::07728535-8fdc-4325-b24f-20cc4d58a3a3" providerId="AD" clId="Web-{5E491F94-A3F4-7F82-4185-BAB0501ED43B}" dt="2019-08-27T14:51:11.445" v="378" actId="20577"/>
        <pc:sldMkLst>
          <pc:docMk/>
          <pc:sldMk cId="817509716" sldId="266"/>
        </pc:sldMkLst>
        <pc:spChg chg="mod">
          <ac:chgData name="William Hui (IEG)" userId="S::kyhui@cuhk.edu.hk::07728535-8fdc-4325-b24f-20cc4d58a3a3" providerId="AD" clId="Web-{5E491F94-A3F4-7F82-4185-BAB0501ED43B}" dt="2019-08-27T14:51:11.445" v="378" actId="20577"/>
          <ac:spMkLst>
            <pc:docMk/>
            <pc:sldMk cId="817509716" sldId="266"/>
            <ac:spMk id="3" creationId="{ABA08F48-331C-46C1-9CCF-9B7C47A210A3}"/>
          </ac:spMkLst>
        </pc:spChg>
      </pc:sldChg>
      <pc:sldChg chg="modSp">
        <pc:chgData name="William Hui (IEG)" userId="S::kyhui@cuhk.edu.hk::07728535-8fdc-4325-b24f-20cc4d58a3a3" providerId="AD" clId="Web-{5E491F94-A3F4-7F82-4185-BAB0501ED43B}" dt="2019-08-27T14:43:41.249" v="77" actId="20577"/>
        <pc:sldMkLst>
          <pc:docMk/>
          <pc:sldMk cId="3842868087" sldId="267"/>
        </pc:sldMkLst>
        <pc:spChg chg="mod">
          <ac:chgData name="William Hui (IEG)" userId="S::kyhui@cuhk.edu.hk::07728535-8fdc-4325-b24f-20cc4d58a3a3" providerId="AD" clId="Web-{5E491F94-A3F4-7F82-4185-BAB0501ED43B}" dt="2019-08-27T14:43:41.249" v="77" actId="20577"/>
          <ac:spMkLst>
            <pc:docMk/>
            <pc:sldMk cId="3842868087" sldId="267"/>
            <ac:spMk id="3" creationId="{ABA08F48-331C-46C1-9CCF-9B7C47A210A3}"/>
          </ac:spMkLst>
        </pc:spChg>
      </pc:sldChg>
      <pc:sldChg chg="modSp">
        <pc:chgData name="William Hui (IEG)" userId="S::kyhui@cuhk.edu.hk::07728535-8fdc-4325-b24f-20cc4d58a3a3" providerId="AD" clId="Web-{5E491F94-A3F4-7F82-4185-BAB0501ED43B}" dt="2019-08-27T14:49:00.377" v="347" actId="20577"/>
        <pc:sldMkLst>
          <pc:docMk/>
          <pc:sldMk cId="2934295452" sldId="268"/>
        </pc:sldMkLst>
        <pc:spChg chg="mod">
          <ac:chgData name="William Hui (IEG)" userId="S::kyhui@cuhk.edu.hk::07728535-8fdc-4325-b24f-20cc4d58a3a3" providerId="AD" clId="Web-{5E491F94-A3F4-7F82-4185-BAB0501ED43B}" dt="2019-08-27T14:49:00.377" v="347" actId="20577"/>
          <ac:spMkLst>
            <pc:docMk/>
            <pc:sldMk cId="2934295452" sldId="268"/>
            <ac:spMk id="3" creationId="{ABA08F48-331C-46C1-9CCF-9B7C47A210A3}"/>
          </ac:spMkLst>
        </pc:spChg>
      </pc:sldChg>
      <pc:sldChg chg="modSp">
        <pc:chgData name="William Hui (IEG)" userId="S::kyhui@cuhk.edu.hk::07728535-8fdc-4325-b24f-20cc4d58a3a3" providerId="AD" clId="Web-{5E491F94-A3F4-7F82-4185-BAB0501ED43B}" dt="2019-08-27T14:51:00.241" v="377" actId="1076"/>
        <pc:sldMkLst>
          <pc:docMk/>
          <pc:sldMk cId="4160218537" sldId="269"/>
        </pc:sldMkLst>
        <pc:spChg chg="mod">
          <ac:chgData name="William Hui (IEG)" userId="S::kyhui@cuhk.edu.hk::07728535-8fdc-4325-b24f-20cc4d58a3a3" providerId="AD" clId="Web-{5E491F94-A3F4-7F82-4185-BAB0501ED43B}" dt="2019-08-27T14:45:15.659" v="183" actId="20577"/>
          <ac:spMkLst>
            <pc:docMk/>
            <pc:sldMk cId="4160218537" sldId="269"/>
            <ac:spMk id="2" creationId="{36004712-F5FA-0744-A125-05539398A926}"/>
          </ac:spMkLst>
        </pc:spChg>
        <pc:spChg chg="mod">
          <ac:chgData name="William Hui (IEG)" userId="S::kyhui@cuhk.edu.hk::07728535-8fdc-4325-b24f-20cc4d58a3a3" providerId="AD" clId="Web-{5E491F94-A3F4-7F82-4185-BAB0501ED43B}" dt="2019-08-27T14:51:00.241" v="377" actId="1076"/>
          <ac:spMkLst>
            <pc:docMk/>
            <pc:sldMk cId="4160218537" sldId="269"/>
            <ac:spMk id="3" creationId="{33391ED8-6563-4F6F-8A90-D73CCD085019}"/>
          </ac:spMkLst>
        </pc:spChg>
      </pc:sldChg>
      <pc:sldChg chg="modSp">
        <pc:chgData name="William Hui (IEG)" userId="S::kyhui@cuhk.edu.hk::07728535-8fdc-4325-b24f-20cc4d58a3a3" providerId="AD" clId="Web-{5E491F94-A3F4-7F82-4185-BAB0501ED43B}" dt="2019-08-27T14:51:59.775" v="394" actId="20577"/>
        <pc:sldMkLst>
          <pc:docMk/>
          <pc:sldMk cId="409667567" sldId="270"/>
        </pc:sldMkLst>
        <pc:spChg chg="mod">
          <ac:chgData name="William Hui (IEG)" userId="S::kyhui@cuhk.edu.hk::07728535-8fdc-4325-b24f-20cc4d58a3a3" providerId="AD" clId="Web-{5E491F94-A3F4-7F82-4185-BAB0501ED43B}" dt="2019-08-27T14:45:23.050" v="188" actId="20577"/>
          <ac:spMkLst>
            <pc:docMk/>
            <pc:sldMk cId="409667567" sldId="270"/>
            <ac:spMk id="2" creationId="{36004712-F5FA-0744-A125-05539398A926}"/>
          </ac:spMkLst>
        </pc:spChg>
        <pc:spChg chg="mod">
          <ac:chgData name="William Hui (IEG)" userId="S::kyhui@cuhk.edu.hk::07728535-8fdc-4325-b24f-20cc4d58a3a3" providerId="AD" clId="Web-{5E491F94-A3F4-7F82-4185-BAB0501ED43B}" dt="2019-08-27T14:51:59.775" v="394" actId="20577"/>
          <ac:spMkLst>
            <pc:docMk/>
            <pc:sldMk cId="409667567" sldId="270"/>
            <ac:spMk id="3" creationId="{33391ED8-6563-4F6F-8A90-D73CCD085019}"/>
          </ac:spMkLst>
        </pc:spChg>
      </pc:sldChg>
    </pc:docChg>
  </pc:docChgLst>
  <pc:docChgLst>
    <pc:chgData name="William Hui (IEG)" userId="S::kyhui@cuhk.edu.hk::07728535-8fdc-4325-b24f-20cc4d58a3a3" providerId="AD" clId="Web-{337F27DA-FCAA-4C98-ABA0-18079208400E}"/>
    <pc:docChg chg="modSld">
      <pc:chgData name="William Hui (IEG)" userId="S::kyhui@cuhk.edu.hk::07728535-8fdc-4325-b24f-20cc4d58a3a3" providerId="AD" clId="Web-{337F27DA-FCAA-4C98-ABA0-18079208400E}" dt="2019-08-23T09:41:19.583" v="20" actId="20577"/>
      <pc:docMkLst>
        <pc:docMk/>
      </pc:docMkLst>
    </pc:docChg>
  </pc:docChgLst>
  <pc:docChgLst>
    <pc:chgData name="William Hui (IEG)" userId="S::kyhui@cuhk.edu.hk::07728535-8fdc-4325-b24f-20cc4d58a3a3" providerId="AD" clId="Web-{6E3ED7E8-A9B4-3966-2CB9-53450A2EB9FD}"/>
    <pc:docChg chg="addSld modSld sldOrd">
      <pc:chgData name="William Hui (IEG)" userId="S::kyhui@cuhk.edu.hk::07728535-8fdc-4325-b24f-20cc4d58a3a3" providerId="AD" clId="Web-{6E3ED7E8-A9B4-3966-2CB9-53450A2EB9FD}" dt="2019-08-27T14:36:01.768" v="5658" actId="14100"/>
      <pc:docMkLst>
        <pc:docMk/>
      </pc:docMkLst>
      <pc:sldChg chg="modSp">
        <pc:chgData name="William Hui (IEG)" userId="S::kyhui@cuhk.edu.hk::07728535-8fdc-4325-b24f-20cc4d58a3a3" providerId="AD" clId="Web-{6E3ED7E8-A9B4-3966-2CB9-53450A2EB9FD}" dt="2019-08-27T13:27:14.585" v="782" actId="14100"/>
        <pc:sldMkLst>
          <pc:docMk/>
          <pc:sldMk cId="316885240" sldId="258"/>
        </pc:sldMkLst>
        <pc:spChg chg="mod">
          <ac:chgData name="William Hui (IEG)" userId="S::kyhui@cuhk.edu.hk::07728535-8fdc-4325-b24f-20cc4d58a3a3" providerId="AD" clId="Web-{6E3ED7E8-A9B4-3966-2CB9-53450A2EB9FD}" dt="2019-08-27T13:26:49.288" v="755" actId="20577"/>
          <ac:spMkLst>
            <pc:docMk/>
            <pc:sldMk cId="316885240" sldId="258"/>
            <ac:spMk id="8" creationId="{722324D1-6630-FA4F-867F-243CD5A915FF}"/>
          </ac:spMkLst>
        </pc:spChg>
        <pc:spChg chg="mod">
          <ac:chgData name="William Hui (IEG)" userId="S::kyhui@cuhk.edu.hk::07728535-8fdc-4325-b24f-20cc4d58a3a3" providerId="AD" clId="Web-{6E3ED7E8-A9B4-3966-2CB9-53450A2EB9FD}" dt="2019-08-27T13:27:14.585" v="782" actId="14100"/>
          <ac:spMkLst>
            <pc:docMk/>
            <pc:sldMk cId="316885240" sldId="258"/>
            <ac:spMk id="9" creationId="{FC4BC86F-90B7-D34C-951B-4BB638025D19}"/>
          </ac:spMkLst>
        </pc:spChg>
      </pc:sldChg>
      <pc:sldChg chg="delSp modSp new mod ord modClrScheme chgLayout">
        <pc:chgData name="William Hui (IEG)" userId="S::kyhui@cuhk.edu.hk::07728535-8fdc-4325-b24f-20cc4d58a3a3" providerId="AD" clId="Web-{6E3ED7E8-A9B4-3966-2CB9-53450A2EB9FD}" dt="2019-08-27T14:25:50.685" v="5043"/>
        <pc:sldMkLst>
          <pc:docMk/>
          <pc:sldMk cId="822170711" sldId="259"/>
        </pc:sldMkLst>
        <pc:spChg chg="mod ord">
          <ac:chgData name="William Hui (IEG)" userId="S::kyhui@cuhk.edu.hk::07728535-8fdc-4325-b24f-20cc4d58a3a3" providerId="AD" clId="Web-{6E3ED7E8-A9B4-3966-2CB9-53450A2EB9FD}" dt="2019-08-27T10:47:11.079" v="25" actId="20577"/>
          <ac:spMkLst>
            <pc:docMk/>
            <pc:sldMk cId="822170711" sldId="259"/>
            <ac:spMk id="2" creationId="{0F17194E-6971-467E-8F68-8C0B955CDF0E}"/>
          </ac:spMkLst>
        </pc:spChg>
        <pc:spChg chg="del mod ord">
          <ac:chgData name="William Hui (IEG)" userId="S::kyhui@cuhk.edu.hk::07728535-8fdc-4325-b24f-20cc4d58a3a3" providerId="AD" clId="Web-{6E3ED7E8-A9B4-3966-2CB9-53450A2EB9FD}" dt="2019-08-27T14:25:50.685" v="5043"/>
          <ac:spMkLst>
            <pc:docMk/>
            <pc:sldMk cId="822170711" sldId="259"/>
            <ac:spMk id="3" creationId="{8F38D051-F562-47F8-A9A4-B7A1AAB2790D}"/>
          </ac:spMkLst>
        </pc:spChg>
        <pc:spChg chg="mod ord">
          <ac:chgData name="William Hui (IEG)" userId="S::kyhui@cuhk.edu.hk::07728535-8fdc-4325-b24f-20cc4d58a3a3" providerId="AD" clId="Web-{6E3ED7E8-A9B4-3966-2CB9-53450A2EB9FD}" dt="2019-08-27T10:46:56.126" v="2"/>
          <ac:spMkLst>
            <pc:docMk/>
            <pc:sldMk cId="822170711" sldId="259"/>
            <ac:spMk id="4" creationId="{6A514CDC-6087-47DC-B583-A2188BE7AA3D}"/>
          </ac:spMkLst>
        </pc:spChg>
      </pc:sldChg>
      <pc:sldChg chg="modSp new">
        <pc:chgData name="William Hui (IEG)" userId="S::kyhui@cuhk.edu.hk::07728535-8fdc-4325-b24f-20cc4d58a3a3" providerId="AD" clId="Web-{6E3ED7E8-A9B4-3966-2CB9-53450A2EB9FD}" dt="2019-08-27T12:14:55.597" v="662" actId="20577"/>
        <pc:sldMkLst>
          <pc:docMk/>
          <pc:sldMk cId="3050017280" sldId="260"/>
        </pc:sldMkLst>
        <pc:spChg chg="mod">
          <ac:chgData name="William Hui (IEG)" userId="S::kyhui@cuhk.edu.hk::07728535-8fdc-4325-b24f-20cc4d58a3a3" providerId="AD" clId="Web-{6E3ED7E8-A9B4-3966-2CB9-53450A2EB9FD}" dt="2019-08-27T12:08:58.282" v="31" actId="20577"/>
          <ac:spMkLst>
            <pc:docMk/>
            <pc:sldMk cId="3050017280" sldId="260"/>
            <ac:spMk id="2" creationId="{34F888A6-ED6D-4397-BD23-BDC529988820}"/>
          </ac:spMkLst>
        </pc:spChg>
        <pc:spChg chg="mod">
          <ac:chgData name="William Hui (IEG)" userId="S::kyhui@cuhk.edu.hk::07728535-8fdc-4325-b24f-20cc4d58a3a3" providerId="AD" clId="Web-{6E3ED7E8-A9B4-3966-2CB9-53450A2EB9FD}" dt="2019-08-27T12:14:55.597" v="662" actId="20577"/>
          <ac:spMkLst>
            <pc:docMk/>
            <pc:sldMk cId="3050017280" sldId="260"/>
            <ac:spMk id="3" creationId="{3DB1AF38-7E33-48D6-99F9-97CA7E70E9B2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3:32:56.023" v="929" actId="1076"/>
        <pc:sldMkLst>
          <pc:docMk/>
          <pc:sldMk cId="3420638993" sldId="261"/>
        </pc:sldMkLst>
        <pc:spChg chg="mod">
          <ac:chgData name="William Hui (IEG)" userId="S::kyhui@cuhk.edu.hk::07728535-8fdc-4325-b24f-20cc4d58a3a3" providerId="AD" clId="Web-{6E3ED7E8-A9B4-3966-2CB9-53450A2EB9FD}" dt="2019-08-27T13:32:56.023" v="929" actId="1076"/>
          <ac:spMkLst>
            <pc:docMk/>
            <pc:sldMk cId="3420638993" sldId="261"/>
            <ac:spMk id="9" creationId="{FC4BC86F-90B7-D34C-951B-4BB638025D19}"/>
          </ac:spMkLst>
        </pc:spChg>
      </pc:sldChg>
      <pc:sldChg chg="modSp new">
        <pc:chgData name="William Hui (IEG)" userId="S::kyhui@cuhk.edu.hk::07728535-8fdc-4325-b24f-20cc4d58a3a3" providerId="AD" clId="Web-{6E3ED7E8-A9B4-3966-2CB9-53450A2EB9FD}" dt="2019-08-27T14:31:01.687" v="5570" actId="20577"/>
        <pc:sldMkLst>
          <pc:docMk/>
          <pc:sldMk cId="2392794675" sldId="262"/>
        </pc:sldMkLst>
        <pc:spChg chg="mod">
          <ac:chgData name="William Hui (IEG)" userId="S::kyhui@cuhk.edu.hk::07728535-8fdc-4325-b24f-20cc4d58a3a3" providerId="AD" clId="Web-{6E3ED7E8-A9B4-3966-2CB9-53450A2EB9FD}" dt="2019-08-27T12:15:19.520" v="675" actId="20577"/>
          <ac:spMkLst>
            <pc:docMk/>
            <pc:sldMk cId="2392794675" sldId="262"/>
            <ac:spMk id="2" creationId="{6DB88D7F-2005-4419-A2CC-31A0788F16F0}"/>
          </ac:spMkLst>
        </pc:spChg>
        <pc:spChg chg="mod">
          <ac:chgData name="William Hui (IEG)" userId="S::kyhui@cuhk.edu.hk::07728535-8fdc-4325-b24f-20cc4d58a3a3" providerId="AD" clId="Web-{6E3ED7E8-A9B4-3966-2CB9-53450A2EB9FD}" dt="2019-08-27T14:31:01.687" v="5570" actId="20577"/>
          <ac:spMkLst>
            <pc:docMk/>
            <pc:sldMk cId="2392794675" sldId="262"/>
            <ac:spMk id="3" creationId="{ABA08F48-331C-46C1-9CCF-9B7C47A210A3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3:32:14.726" v="908" actId="20577"/>
        <pc:sldMkLst>
          <pc:docMk/>
          <pc:sldMk cId="497198042" sldId="263"/>
        </pc:sldMkLst>
        <pc:spChg chg="mod">
          <ac:chgData name="William Hui (IEG)" userId="S::kyhui@cuhk.edu.hk::07728535-8fdc-4325-b24f-20cc4d58a3a3" providerId="AD" clId="Web-{6E3ED7E8-A9B4-3966-2CB9-53450A2EB9FD}" dt="2019-08-27T13:28:02.569" v="815" actId="20577"/>
          <ac:spMkLst>
            <pc:docMk/>
            <pc:sldMk cId="497198042" sldId="263"/>
            <ac:spMk id="5" creationId="{E4A01763-BC73-7D49-B467-CD7E5B98414B}"/>
          </ac:spMkLst>
        </pc:spChg>
        <pc:spChg chg="mod">
          <ac:chgData name="William Hui (IEG)" userId="S::kyhui@cuhk.edu.hk::07728535-8fdc-4325-b24f-20cc4d58a3a3" providerId="AD" clId="Web-{6E3ED7E8-A9B4-3966-2CB9-53450A2EB9FD}" dt="2019-08-27T13:32:14.726" v="908" actId="20577"/>
          <ac:spMkLst>
            <pc:docMk/>
            <pc:sldMk cId="497198042" sldId="263"/>
            <ac:spMk id="8" creationId="{722324D1-6630-FA4F-867F-243CD5A915FF}"/>
          </ac:spMkLst>
        </pc:spChg>
        <pc:spChg chg="mod">
          <ac:chgData name="William Hui (IEG)" userId="S::kyhui@cuhk.edu.hk::07728535-8fdc-4325-b24f-20cc4d58a3a3" providerId="AD" clId="Web-{6E3ED7E8-A9B4-3966-2CB9-53450A2EB9FD}" dt="2019-08-27T13:29:39.569" v="871" actId="20577"/>
          <ac:spMkLst>
            <pc:docMk/>
            <pc:sldMk cId="497198042" sldId="263"/>
            <ac:spMk id="9" creationId="{FC4BC86F-90B7-D34C-951B-4BB638025D19}"/>
          </ac:spMkLst>
        </pc:spChg>
      </pc:sldChg>
      <pc:sldChg chg="addSp delSp modSp add replId">
        <pc:chgData name="William Hui (IEG)" userId="S::kyhui@cuhk.edu.hk::07728535-8fdc-4325-b24f-20cc4d58a3a3" providerId="AD" clId="Web-{6E3ED7E8-A9B4-3966-2CB9-53450A2EB9FD}" dt="2019-08-27T13:32:04.711" v="905" actId="20577"/>
        <pc:sldMkLst>
          <pc:docMk/>
          <pc:sldMk cId="2053634899" sldId="264"/>
        </pc:sldMkLst>
        <pc:spChg chg="add del">
          <ac:chgData name="William Hui (IEG)" userId="S::kyhui@cuhk.edu.hk::07728535-8fdc-4325-b24f-20cc4d58a3a3" providerId="AD" clId="Web-{6E3ED7E8-A9B4-3966-2CB9-53450A2EB9FD}" dt="2019-08-27T13:30:06.007" v="877"/>
          <ac:spMkLst>
            <pc:docMk/>
            <pc:sldMk cId="2053634899" sldId="264"/>
            <ac:spMk id="3" creationId="{7BD00895-09D6-4010-A952-53BB5CC644DA}"/>
          </ac:spMkLst>
        </pc:spChg>
        <pc:spChg chg="mod">
          <ac:chgData name="William Hui (IEG)" userId="S::kyhui@cuhk.edu.hk::07728535-8fdc-4325-b24f-20cc4d58a3a3" providerId="AD" clId="Web-{6E3ED7E8-A9B4-3966-2CB9-53450A2EB9FD}" dt="2019-08-27T13:31:01.336" v="887" actId="20577"/>
          <ac:spMkLst>
            <pc:docMk/>
            <pc:sldMk cId="2053634899" sldId="264"/>
            <ac:spMk id="5" creationId="{E4A01763-BC73-7D49-B467-CD7E5B98414B}"/>
          </ac:spMkLst>
        </pc:spChg>
        <pc:spChg chg="mod">
          <ac:chgData name="William Hui (IEG)" userId="S::kyhui@cuhk.edu.hk::07728535-8fdc-4325-b24f-20cc4d58a3a3" providerId="AD" clId="Web-{6E3ED7E8-A9B4-3966-2CB9-53450A2EB9FD}" dt="2019-08-27T13:32:04.711" v="905" actId="20577"/>
          <ac:spMkLst>
            <pc:docMk/>
            <pc:sldMk cId="2053634899" sldId="264"/>
            <ac:spMk id="8" creationId="{722324D1-6630-FA4F-867F-243CD5A915FF}"/>
          </ac:spMkLst>
        </pc:spChg>
        <pc:spChg chg="mod">
          <ac:chgData name="William Hui (IEG)" userId="S::kyhui@cuhk.edu.hk::07728535-8fdc-4325-b24f-20cc4d58a3a3" providerId="AD" clId="Web-{6E3ED7E8-A9B4-3966-2CB9-53450A2EB9FD}" dt="2019-08-27T13:29:53.960" v="875" actId="20577"/>
          <ac:spMkLst>
            <pc:docMk/>
            <pc:sldMk cId="2053634899" sldId="264"/>
            <ac:spMk id="9" creationId="{FC4BC86F-90B7-D34C-951B-4BB638025D19}"/>
          </ac:spMkLst>
        </pc:spChg>
        <pc:cxnChg chg="add mod">
          <ac:chgData name="William Hui (IEG)" userId="S::kyhui@cuhk.edu.hk::07728535-8fdc-4325-b24f-20cc4d58a3a3" providerId="AD" clId="Web-{6E3ED7E8-A9B4-3966-2CB9-53450A2EB9FD}" dt="2019-08-27T13:31:12.148" v="889"/>
          <ac:cxnSpMkLst>
            <pc:docMk/>
            <pc:sldMk cId="2053634899" sldId="264"/>
            <ac:cxnSpMk id="10" creationId="{C4DDAA72-1960-4365-9637-A5F3CAABC2D5}"/>
          </ac:cxnSpMkLst>
        </pc:cxnChg>
      </pc:sldChg>
      <pc:sldChg chg="modSp add replId">
        <pc:chgData name="William Hui (IEG)" userId="S::kyhui@cuhk.edu.hk::07728535-8fdc-4325-b24f-20cc4d58a3a3" providerId="AD" clId="Web-{6E3ED7E8-A9B4-3966-2CB9-53450A2EB9FD}" dt="2019-08-27T13:31:59.570" v="904" actId="20577"/>
        <pc:sldMkLst>
          <pc:docMk/>
          <pc:sldMk cId="1167829826" sldId="265"/>
        </pc:sldMkLst>
        <pc:spChg chg="mod">
          <ac:chgData name="William Hui (IEG)" userId="S::kyhui@cuhk.edu.hk::07728535-8fdc-4325-b24f-20cc4d58a3a3" providerId="AD" clId="Web-{6E3ED7E8-A9B4-3966-2CB9-53450A2EB9FD}" dt="2019-08-27T13:31:47.742" v="897" actId="20577"/>
          <ac:spMkLst>
            <pc:docMk/>
            <pc:sldMk cId="1167829826" sldId="265"/>
            <ac:spMk id="5" creationId="{E4A01763-BC73-7D49-B467-CD7E5B98414B}"/>
          </ac:spMkLst>
        </pc:spChg>
        <pc:spChg chg="mod">
          <ac:chgData name="William Hui (IEG)" userId="S::kyhui@cuhk.edu.hk::07728535-8fdc-4325-b24f-20cc4d58a3a3" providerId="AD" clId="Web-{6E3ED7E8-A9B4-3966-2CB9-53450A2EB9FD}" dt="2019-08-27T13:31:59.570" v="904" actId="20577"/>
          <ac:spMkLst>
            <pc:docMk/>
            <pc:sldMk cId="1167829826" sldId="265"/>
            <ac:spMk id="8" creationId="{722324D1-6630-FA4F-867F-243CD5A915FF}"/>
          </ac:spMkLst>
        </pc:spChg>
        <pc:cxnChg chg="mod">
          <ac:chgData name="William Hui (IEG)" userId="S::kyhui@cuhk.edu.hk::07728535-8fdc-4325-b24f-20cc4d58a3a3" providerId="AD" clId="Web-{6E3ED7E8-A9B4-3966-2CB9-53450A2EB9FD}" dt="2019-08-27T13:31:33.101" v="892" actId="14100"/>
          <ac:cxnSpMkLst>
            <pc:docMk/>
            <pc:sldMk cId="1167829826" sldId="265"/>
            <ac:cxnSpMk id="10" creationId="{C4DDAA72-1960-4365-9637-A5F3CAABC2D5}"/>
          </ac:cxnSpMkLst>
        </pc:cxnChg>
      </pc:sldChg>
      <pc:sldChg chg="modSp add replId">
        <pc:chgData name="William Hui (IEG)" userId="S::kyhui@cuhk.edu.hk::07728535-8fdc-4325-b24f-20cc4d58a3a3" providerId="AD" clId="Web-{6E3ED7E8-A9B4-3966-2CB9-53450A2EB9FD}" dt="2019-08-27T14:35:55.190" v="5657" actId="14100"/>
        <pc:sldMkLst>
          <pc:docMk/>
          <pc:sldMk cId="817509716" sldId="266"/>
        </pc:sldMkLst>
        <pc:spChg chg="mod">
          <ac:chgData name="William Hui (IEG)" userId="S::kyhui@cuhk.edu.hk::07728535-8fdc-4325-b24f-20cc4d58a3a3" providerId="AD" clId="Web-{6E3ED7E8-A9B4-3966-2CB9-53450A2EB9FD}" dt="2019-08-27T14:35:55.190" v="5657" actId="14100"/>
          <ac:spMkLst>
            <pc:docMk/>
            <pc:sldMk cId="817509716" sldId="266"/>
            <ac:spMk id="3" creationId="{ABA08F48-331C-46C1-9CCF-9B7C47A210A3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4:31:11.812" v="5573" actId="20577"/>
        <pc:sldMkLst>
          <pc:docMk/>
          <pc:sldMk cId="3842868087" sldId="267"/>
        </pc:sldMkLst>
        <pc:spChg chg="mod">
          <ac:chgData name="William Hui (IEG)" userId="S::kyhui@cuhk.edu.hk::07728535-8fdc-4325-b24f-20cc4d58a3a3" providerId="AD" clId="Web-{6E3ED7E8-A9B4-3966-2CB9-53450A2EB9FD}" dt="2019-08-27T14:31:11.812" v="5573" actId="20577"/>
          <ac:spMkLst>
            <pc:docMk/>
            <pc:sldMk cId="3842868087" sldId="267"/>
            <ac:spMk id="3" creationId="{ABA08F48-331C-46C1-9CCF-9B7C47A210A3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4:35:04.408" v="5637" actId="20577"/>
        <pc:sldMkLst>
          <pc:docMk/>
          <pc:sldMk cId="2934295452" sldId="268"/>
        </pc:sldMkLst>
        <pc:spChg chg="mod">
          <ac:chgData name="William Hui (IEG)" userId="S::kyhui@cuhk.edu.hk::07728535-8fdc-4325-b24f-20cc4d58a3a3" providerId="AD" clId="Web-{6E3ED7E8-A9B4-3966-2CB9-53450A2EB9FD}" dt="2019-08-27T14:35:04.408" v="5637" actId="20577"/>
          <ac:spMkLst>
            <pc:docMk/>
            <pc:sldMk cId="2934295452" sldId="268"/>
            <ac:spMk id="3" creationId="{ABA08F48-331C-46C1-9CCF-9B7C47A210A3}"/>
          </ac:spMkLst>
        </pc:spChg>
      </pc:sldChg>
      <pc:sldChg chg="addSp delSp modSp add ord replId">
        <pc:chgData name="William Hui (IEG)" userId="S::kyhui@cuhk.edu.hk::07728535-8fdc-4325-b24f-20cc4d58a3a3" providerId="AD" clId="Web-{6E3ED7E8-A9B4-3966-2CB9-53450A2EB9FD}" dt="2019-08-27T14:35:13.674" v="5640" actId="20577"/>
        <pc:sldMkLst>
          <pc:docMk/>
          <pc:sldMk cId="4160218537" sldId="269"/>
        </pc:sldMkLst>
        <pc:spChg chg="mod">
          <ac:chgData name="William Hui (IEG)" userId="S::kyhui@cuhk.edu.hk::07728535-8fdc-4325-b24f-20cc4d58a3a3" providerId="AD" clId="Web-{6E3ED7E8-A9B4-3966-2CB9-53450A2EB9FD}" dt="2019-08-27T13:56:14.383" v="2378" actId="20577"/>
          <ac:spMkLst>
            <pc:docMk/>
            <pc:sldMk cId="4160218537" sldId="269"/>
            <ac:spMk id="2" creationId="{36004712-F5FA-0744-A125-05539398A926}"/>
          </ac:spMkLst>
        </pc:spChg>
        <pc:spChg chg="add mod">
          <ac:chgData name="William Hui (IEG)" userId="S::kyhui@cuhk.edu.hk::07728535-8fdc-4325-b24f-20cc4d58a3a3" providerId="AD" clId="Web-{6E3ED7E8-A9B4-3966-2CB9-53450A2EB9FD}" dt="2019-08-27T14:35:13.674" v="5640" actId="20577"/>
          <ac:spMkLst>
            <pc:docMk/>
            <pc:sldMk cId="4160218537" sldId="269"/>
            <ac:spMk id="3" creationId="{33391ED8-6563-4F6F-8A90-D73CCD085019}"/>
          </ac:spMkLst>
        </pc:spChg>
        <pc:spChg chg="mod">
          <ac:chgData name="William Hui (IEG)" userId="S::kyhui@cuhk.edu.hk::07728535-8fdc-4325-b24f-20cc4d58a3a3" providerId="AD" clId="Web-{6E3ED7E8-A9B4-3966-2CB9-53450A2EB9FD}" dt="2019-08-27T14:20:40.543" v="4512" actId="20577"/>
          <ac:spMkLst>
            <pc:docMk/>
            <pc:sldMk cId="4160218537" sldId="269"/>
            <ac:spMk id="5" creationId="{E4A01763-BC73-7D49-B467-CD7E5B98414B}"/>
          </ac:spMkLst>
        </pc:spChg>
        <pc:spChg chg="del mod">
          <ac:chgData name="William Hui (IEG)" userId="S::kyhui@cuhk.edu.hk::07728535-8fdc-4325-b24f-20cc4d58a3a3" providerId="AD" clId="Web-{6E3ED7E8-A9B4-3966-2CB9-53450A2EB9FD}" dt="2019-08-27T13:57:20.462" v="2464"/>
          <ac:spMkLst>
            <pc:docMk/>
            <pc:sldMk cId="4160218537" sldId="269"/>
            <ac:spMk id="7" creationId="{50077FDF-58CD-3D4C-8995-9FE52CC43889}"/>
          </ac:spMkLst>
        </pc:spChg>
        <pc:spChg chg="del">
          <ac:chgData name="William Hui (IEG)" userId="S::kyhui@cuhk.edu.hk::07728535-8fdc-4325-b24f-20cc4d58a3a3" providerId="AD" clId="Web-{6E3ED7E8-A9B4-3966-2CB9-53450A2EB9FD}" dt="2019-08-27T13:56:15.633" v="2381"/>
          <ac:spMkLst>
            <pc:docMk/>
            <pc:sldMk cId="4160218537" sldId="269"/>
            <ac:spMk id="8" creationId="{722324D1-6630-FA4F-867F-243CD5A915FF}"/>
          </ac:spMkLst>
        </pc:spChg>
        <pc:spChg chg="del">
          <ac:chgData name="William Hui (IEG)" userId="S::kyhui@cuhk.edu.hk::07728535-8fdc-4325-b24f-20cc4d58a3a3" providerId="AD" clId="Web-{6E3ED7E8-A9B4-3966-2CB9-53450A2EB9FD}" dt="2019-08-27T13:56:07.711" v="2375"/>
          <ac:spMkLst>
            <pc:docMk/>
            <pc:sldMk cId="4160218537" sldId="269"/>
            <ac:spMk id="9" creationId="{FC4BC86F-90B7-D34C-951B-4BB638025D19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4:35:41.877" v="5654" actId="20577"/>
        <pc:sldMkLst>
          <pc:docMk/>
          <pc:sldMk cId="409667567" sldId="270"/>
        </pc:sldMkLst>
        <pc:spChg chg="mod">
          <ac:chgData name="William Hui (IEG)" userId="S::kyhui@cuhk.edu.hk::07728535-8fdc-4325-b24f-20cc4d58a3a3" providerId="AD" clId="Web-{6E3ED7E8-A9B4-3966-2CB9-53450A2EB9FD}" dt="2019-08-27T14:35:41.877" v="5654" actId="20577"/>
          <ac:spMkLst>
            <pc:docMk/>
            <pc:sldMk cId="409667567" sldId="270"/>
            <ac:spMk id="3" creationId="{33391ED8-6563-4F6F-8A90-D73CCD085019}"/>
          </ac:spMkLst>
        </pc:spChg>
        <pc:spChg chg="mod">
          <ac:chgData name="William Hui (IEG)" userId="S::kyhui@cuhk.edu.hk::07728535-8fdc-4325-b24f-20cc4d58a3a3" providerId="AD" clId="Web-{6E3ED7E8-A9B4-3966-2CB9-53450A2EB9FD}" dt="2019-08-27T14:25:36.232" v="5042" actId="20577"/>
          <ac:spMkLst>
            <pc:docMk/>
            <pc:sldMk cId="409667567" sldId="270"/>
            <ac:spMk id="5" creationId="{E4A01763-BC73-7D49-B467-CD7E5B98414B}"/>
          </ac:spMkLst>
        </pc:spChg>
      </pc:sldChg>
      <pc:sldChg chg="modSp add replId">
        <pc:chgData name="William Hui (IEG)" userId="S::kyhui@cuhk.edu.hk::07728535-8fdc-4325-b24f-20cc4d58a3a3" providerId="AD" clId="Web-{6E3ED7E8-A9B4-3966-2CB9-53450A2EB9FD}" dt="2019-08-27T14:36:01.768" v="5658" actId="14100"/>
        <pc:sldMkLst>
          <pc:docMk/>
          <pc:sldMk cId="1416787741" sldId="271"/>
        </pc:sldMkLst>
        <pc:spChg chg="mod">
          <ac:chgData name="William Hui (IEG)" userId="S::kyhui@cuhk.edu.hk::07728535-8fdc-4325-b24f-20cc4d58a3a3" providerId="AD" clId="Web-{6E3ED7E8-A9B4-3966-2CB9-53450A2EB9FD}" dt="2019-08-27T14:15:53.587" v="4114" actId="20577"/>
          <ac:spMkLst>
            <pc:docMk/>
            <pc:sldMk cId="1416787741" sldId="271"/>
            <ac:spMk id="2" creationId="{6DB88D7F-2005-4419-A2CC-31A0788F16F0}"/>
          </ac:spMkLst>
        </pc:spChg>
        <pc:spChg chg="mod">
          <ac:chgData name="William Hui (IEG)" userId="S::kyhui@cuhk.edu.hk::07728535-8fdc-4325-b24f-20cc4d58a3a3" providerId="AD" clId="Web-{6E3ED7E8-A9B4-3966-2CB9-53450A2EB9FD}" dt="2019-08-27T14:36:01.768" v="5658" actId="14100"/>
          <ac:spMkLst>
            <pc:docMk/>
            <pc:sldMk cId="1416787741" sldId="271"/>
            <ac:spMk id="3" creationId="{ABA08F48-331C-46C1-9CCF-9B7C47A210A3}"/>
          </ac:spMkLst>
        </pc:spChg>
      </pc:sldChg>
    </pc:docChg>
  </pc:docChgLst>
  <pc:docChgLst>
    <pc:chgData name="William Hui (IEG)" userId="S::kyhui@cuhk.edu.hk::07728535-8fdc-4325-b24f-20cc4d58a3a3" providerId="AD" clId="Web-{185C5C8F-B9DA-C011-AF1A-5DF9C50CC128}"/>
    <pc:docChg chg="addSld modSld sldOrd">
      <pc:chgData name="William Hui (IEG)" userId="S::kyhui@cuhk.edu.hk::07728535-8fdc-4325-b24f-20cc4d58a3a3" providerId="AD" clId="Web-{185C5C8F-B9DA-C011-AF1A-5DF9C50CC128}" dt="2019-08-30T09:50:54.399" v="1179" actId="20577"/>
      <pc:docMkLst>
        <pc:docMk/>
      </pc:docMkLst>
      <pc:sldChg chg="addSp delSp modSp add ord replId">
        <pc:chgData name="William Hui (IEG)" userId="S::kyhui@cuhk.edu.hk::07728535-8fdc-4325-b24f-20cc4d58a3a3" providerId="AD" clId="Web-{185C5C8F-B9DA-C011-AF1A-5DF9C50CC128}" dt="2019-08-30T09:50:54.399" v="1179" actId="20577"/>
        <pc:sldMkLst>
          <pc:docMk/>
          <pc:sldMk cId="3547359013" sldId="272"/>
        </pc:sldMkLst>
        <pc:spChg chg="mod">
          <ac:chgData name="William Hui (IEG)" userId="S::kyhui@cuhk.edu.hk::07728535-8fdc-4325-b24f-20cc4d58a3a3" providerId="AD" clId="Web-{185C5C8F-B9DA-C011-AF1A-5DF9C50CC128}" dt="2019-08-30T09:50:54.399" v="1179" actId="20577"/>
          <ac:spMkLst>
            <pc:docMk/>
            <pc:sldMk cId="3547359013" sldId="272"/>
            <ac:spMk id="3" creationId="{33391ED8-6563-4F6F-8A90-D73CCD085019}"/>
          </ac:spMkLst>
        </pc:spChg>
        <pc:spChg chg="mod">
          <ac:chgData name="William Hui (IEG)" userId="S::kyhui@cuhk.edu.hk::07728535-8fdc-4325-b24f-20cc4d58a3a3" providerId="AD" clId="Web-{185C5C8F-B9DA-C011-AF1A-5DF9C50CC128}" dt="2019-08-30T09:50:47.180" v="1165" actId="20577"/>
          <ac:spMkLst>
            <pc:docMk/>
            <pc:sldMk cId="3547359013" sldId="272"/>
            <ac:spMk id="5" creationId="{E4A01763-BC73-7D49-B467-CD7E5B98414B}"/>
          </ac:spMkLst>
        </pc:spChg>
        <pc:spChg chg="del">
          <ac:chgData name="William Hui (IEG)" userId="S::kyhui@cuhk.edu.hk::07728535-8fdc-4325-b24f-20cc4d58a3a3" providerId="AD" clId="Web-{185C5C8F-B9DA-C011-AF1A-5DF9C50CC128}" dt="2019-08-30T09:31:05.635" v="239"/>
          <ac:spMkLst>
            <pc:docMk/>
            <pc:sldMk cId="3547359013" sldId="272"/>
            <ac:spMk id="6" creationId="{1DD5B027-FC5B-AC4A-BD41-6AF8312F659B}"/>
          </ac:spMkLst>
        </pc:spChg>
        <pc:spChg chg="add mod ord">
          <ac:chgData name="William Hui (IEG)" userId="S::kyhui@cuhk.edu.hk::07728535-8fdc-4325-b24f-20cc4d58a3a3" providerId="AD" clId="Web-{185C5C8F-B9DA-C011-AF1A-5DF9C50CC128}" dt="2019-08-30T09:50:50.711" v="1177" actId="20577"/>
          <ac:spMkLst>
            <pc:docMk/>
            <pc:sldMk cId="3547359013" sldId="272"/>
            <ac:spMk id="7" creationId="{4C4E7861-835C-4607-B4FA-224C9FDEB4F4}"/>
          </ac:spMkLst>
        </pc:spChg>
        <pc:spChg chg="add mod">
          <ac:chgData name="William Hui (IEG)" userId="S::kyhui@cuhk.edu.hk::07728535-8fdc-4325-b24f-20cc4d58a3a3" providerId="AD" clId="Web-{185C5C8F-B9DA-C011-AF1A-5DF9C50CC128}" dt="2019-08-30T09:49:36.802" v="1142" actId="20577"/>
          <ac:spMkLst>
            <pc:docMk/>
            <pc:sldMk cId="3547359013" sldId="272"/>
            <ac:spMk id="8" creationId="{360CD794-3D83-4B58-AC41-448020692CB4}"/>
          </ac:spMkLst>
        </pc:spChg>
        <pc:spChg chg="add mod">
          <ac:chgData name="William Hui (IEG)" userId="S::kyhui@cuhk.edu.hk::07728535-8fdc-4325-b24f-20cc4d58a3a3" providerId="AD" clId="Web-{185C5C8F-B9DA-C011-AF1A-5DF9C50CC128}" dt="2019-08-30T09:42:12.379" v="572"/>
          <ac:spMkLst>
            <pc:docMk/>
            <pc:sldMk cId="3547359013" sldId="272"/>
            <ac:spMk id="9" creationId="{EE4A847D-0955-493C-82AB-E022F891FFBA}"/>
          </ac:spMkLst>
        </pc:spChg>
        <pc:spChg chg="add mod">
          <ac:chgData name="William Hui (IEG)" userId="S::kyhui@cuhk.edu.hk::07728535-8fdc-4325-b24f-20cc4d58a3a3" providerId="AD" clId="Web-{185C5C8F-B9DA-C011-AF1A-5DF9C50CC128}" dt="2019-08-30T09:42:30.177" v="575" actId="20577"/>
          <ac:spMkLst>
            <pc:docMk/>
            <pc:sldMk cId="3547359013" sldId="272"/>
            <ac:spMk id="10" creationId="{01611DBF-36F5-4156-94FF-1F538C890EBB}"/>
          </ac:spMkLst>
        </pc:spChg>
      </pc:sldChg>
    </pc:docChg>
  </pc:docChgLst>
  <pc:docChgLst>
    <pc:chgData name="William Hui (IEG)" userId="S::kyhui@cuhk.edu.hk::07728535-8fdc-4325-b24f-20cc4d58a3a3" providerId="AD" clId="Web-{36D9D854-4975-9CB4-27D8-D00B90D28B77}"/>
    <pc:docChg chg="delSld modSld">
      <pc:chgData name="William Hui (IEG)" userId="S::kyhui@cuhk.edu.hk::07728535-8fdc-4325-b24f-20cc4d58a3a3" providerId="AD" clId="Web-{36D9D854-4975-9CB4-27D8-D00B90D28B77}" dt="2019-08-23T13:28:50.412" v="86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2022-09-17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2022-09-17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194E-6971-467E-8F68-8C0B955CD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cs typeface="Calibri"/>
              </a:rPr>
              <a:t>Dry-Running and Pseudocode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14CDC-6087-47DC-B583-A2188BE7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7071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88A6-ED6D-4397-BD23-BDC52998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alibri"/>
              </a:rPr>
              <a:t>Learning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AF38-7E33-48D6-99F9-97CA7E70E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Introducing two methods that will help you in learning programming</a:t>
            </a:r>
            <a:endParaRPr lang="en-US" dirty="0">
              <a:cs typeface="Calibri"/>
            </a:endParaRPr>
          </a:p>
          <a:p>
            <a:pPr marL="914400" lvl="1" indent="-514350">
              <a:buAutoNum type="arabicPeriod"/>
            </a:pPr>
            <a:r>
              <a:rPr lang="en-US" b="1" dirty="0">
                <a:cs typeface="Calibri"/>
              </a:rPr>
              <a:t>Dry-run</a:t>
            </a:r>
            <a:r>
              <a:rPr lang="en-US" dirty="0" smtClean="0">
                <a:cs typeface="Calibri"/>
              </a:rPr>
              <a:t>: To run a program in your brain</a:t>
            </a:r>
            <a:endParaRPr lang="en-US" dirty="0">
              <a:cs typeface="Calibri"/>
            </a:endParaRPr>
          </a:p>
          <a:p>
            <a:pPr marL="914400" lvl="1" indent="-514350">
              <a:buAutoNum type="arabicPeriod"/>
            </a:pPr>
            <a:r>
              <a:rPr lang="en-US" b="1" dirty="0">
                <a:cs typeface="Calibri"/>
              </a:rPr>
              <a:t>Pseudocode</a:t>
            </a:r>
            <a:r>
              <a:rPr lang="en-US" dirty="0" smtClean="0">
                <a:cs typeface="Calibri"/>
              </a:rPr>
              <a:t>: An informal, usually step-by-step description of a program, written in a human readable form</a:t>
            </a:r>
            <a:endParaRPr lang="en-US" dirty="0">
              <a:cs typeface="Calibri"/>
            </a:endParaRPr>
          </a:p>
          <a:p>
            <a:pPr marL="514350"/>
            <a:r>
              <a:rPr lang="en-US" dirty="0" smtClean="0">
                <a:cs typeface="Calibri"/>
              </a:rPr>
              <a:t>If you master these two methods, you will gain </a:t>
            </a:r>
            <a:r>
              <a:rPr lang="en-US" u="sng" dirty="0" smtClean="0">
                <a:cs typeface="Calibri"/>
              </a:rPr>
              <a:t>superpower</a:t>
            </a:r>
            <a:r>
              <a:rPr lang="en-US" dirty="0" smtClean="0">
                <a:cs typeface="Calibri"/>
              </a:rPr>
              <a:t>* in learning programming</a:t>
            </a:r>
            <a:r>
              <a:rPr lang="en-US" dirty="0">
                <a:cs typeface="Calibri"/>
              </a:rPr>
              <a:t>!</a:t>
            </a:r>
          </a:p>
          <a:p>
            <a:pPr marL="514350"/>
            <a:endParaRPr lang="en-US" dirty="0">
              <a:cs typeface="Calibri"/>
            </a:endParaRPr>
          </a:p>
          <a:p>
            <a:pPr marL="171450" indent="0">
              <a:buNone/>
            </a:pPr>
            <a:r>
              <a:rPr lang="en-US" sz="2000" dirty="0">
                <a:cs typeface="Calibri"/>
              </a:rPr>
              <a:t>*</a:t>
            </a:r>
            <a:r>
              <a:rPr lang="en-US" sz="2000" dirty="0" smtClean="0">
                <a:cs typeface="Calibri"/>
              </a:rPr>
              <a:t>Slight exaggeration</a:t>
            </a:r>
            <a:endParaRPr lang="en-US" sz="2000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A106D-9CB2-43CD-A592-6A006C7F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1728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20B0-F8D2-744D-97C8-3189BFA3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67E2E-CBF1-3442-BAB7-05BFE0500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best understand the program code</a:t>
            </a:r>
            <a:r>
              <a:rPr lang="en-US" dirty="0"/>
              <a:t>?</a:t>
            </a:r>
          </a:p>
          <a:p>
            <a:pPr lvl="1"/>
            <a:r>
              <a:rPr lang="en-US" dirty="0" smtClean="0"/>
              <a:t>Think like a computer</a:t>
            </a:r>
            <a:r>
              <a:rPr lang="en-US" dirty="0"/>
              <a:t>!</a:t>
            </a:r>
          </a:p>
          <a:p>
            <a:pPr lvl="2"/>
            <a:r>
              <a:rPr lang="en-US" dirty="0" smtClean="0"/>
              <a:t>The computer executes the C program line by line</a:t>
            </a:r>
            <a:endParaRPr lang="en-US" dirty="0"/>
          </a:p>
          <a:p>
            <a:pPr lvl="2"/>
            <a:r>
              <a:rPr lang="en-US" dirty="0" smtClean="0"/>
              <a:t>You can also read it line by line</a:t>
            </a:r>
            <a:endParaRPr lang="en-US" dirty="0"/>
          </a:p>
          <a:p>
            <a:pPr lvl="1"/>
            <a:r>
              <a:rPr lang="en-US" dirty="0" smtClean="0"/>
              <a:t>This is called a “dry run</a:t>
            </a:r>
            <a:r>
              <a:rPr lang="en-US" dirty="0"/>
              <a:t>”</a:t>
            </a:r>
          </a:p>
          <a:p>
            <a:pPr lvl="2"/>
            <a:r>
              <a:rPr lang="en-US" dirty="0" smtClean="0"/>
              <a:t>You may do it on a piece of paper</a:t>
            </a:r>
            <a:endParaRPr lang="en-US" dirty="0"/>
          </a:p>
          <a:p>
            <a:pPr lvl="2"/>
            <a:r>
              <a:rPr lang="en-US" dirty="0" smtClean="0"/>
              <a:t>You may use </a:t>
            </a:r>
            <a:r>
              <a:rPr lang="en-US" dirty="0" err="1" smtClean="0"/>
              <a:t>NotePad</a:t>
            </a:r>
            <a:r>
              <a:rPr lang="en-US" dirty="0" smtClean="0"/>
              <a:t>/</a:t>
            </a:r>
            <a:r>
              <a:rPr lang="en-US" dirty="0" err="1" smtClean="0"/>
              <a:t>TextEdit</a:t>
            </a:r>
            <a:r>
              <a:rPr lang="en-US" dirty="0" smtClean="0"/>
              <a:t> or other ways too</a:t>
            </a:r>
            <a:endParaRPr lang="en-US" dirty="0"/>
          </a:p>
          <a:p>
            <a:pPr lvl="2"/>
            <a:r>
              <a:rPr lang="en-US" dirty="0" smtClean="0"/>
              <a:t>NEVER read just the starting and ending lines of code and attempt to guess the outcome of the program</a:t>
            </a:r>
            <a:r>
              <a:rPr lang="en-US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B3EEC-2976-9743-AF96-A2E4A49A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361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 with a Trace 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077FDF-58CD-3D4C-8995-9FE52CC4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4" y="6308725"/>
            <a:ext cx="838971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from Lecture 01b: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2324D1-6630-FA4F-867F-243CD5A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034143"/>
            <a:ext cx="2858407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Dry Run Table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*******************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perimeter area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C4BC86F-90B7-D34C-951B-4BB63802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0347" y="3924687"/>
            <a:ext cx="3570515" cy="16715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kumimoji="1" lang="en-US" altLang="zh-TW" sz="2400" dirty="0" smtClean="0">
                <a:latin typeface="+mn-lt"/>
                <a:ea typeface="新細明體"/>
              </a:rPr>
              <a:t>The 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dry run table </a:t>
            </a:r>
            <a:r>
              <a:rPr kumimoji="1" lang="en-US" altLang="zh-TW" sz="2400" dirty="0" smtClean="0">
                <a:latin typeface="+mn-lt"/>
                <a:ea typeface="新細明體"/>
              </a:rPr>
              <a:t>allow us to track how each variable change as we run the program</a:t>
            </a:r>
            <a:endParaRPr lang="en-US" altLang="zh-TW" sz="2400" b="0" dirty="0">
              <a:latin typeface="+mn-lt"/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8852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 with a Trace 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highlight>
                <a:srgbClr val="FFFF00"/>
              </a:highlight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"Perimeter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077FDF-58CD-3D4C-8995-9FE52CC4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4" y="6308725"/>
            <a:ext cx="838971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from Lecture 01b: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2324D1-6630-FA4F-867F-243CD5A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034143"/>
            <a:ext cx="2858407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Dry Run Table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*******************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side perimeter area</a:t>
            </a:r>
            <a:endParaRPr lang="en-US" altLang="zh-TW" sz="2000" dirty="0">
              <a:solidFill>
                <a:srgbClr val="5F5F5F"/>
              </a:solidFill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 </a:t>
            </a:r>
            <a:r>
              <a:rPr lang="en-US" sz="2000" dirty="0" smtClean="0">
                <a:solidFill>
                  <a:srgbClr val="5F5F5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?      ?       ?</a:t>
            </a:r>
            <a:r>
              <a:rPr lang="en-US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C4BC86F-90B7-D34C-951B-4BB63802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447" y="4068160"/>
            <a:ext cx="3570515" cy="16715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kumimoji="1" lang="en-US" altLang="zh-TW" sz="2400" dirty="0" smtClean="0">
                <a:latin typeface="+mn-lt"/>
                <a:ea typeface="新細明體"/>
              </a:rPr>
              <a:t>Variables start with unknown values, before we assign values to them </a:t>
            </a:r>
            <a:endParaRPr lang="en-US" altLang="zh-TW" sz="2400" b="0" dirty="0">
              <a:latin typeface="+mn-lt"/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1980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 with a Trace 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side = </a:t>
            </a:r>
            <a:r>
              <a:rPr kumimoji="1" lang="en-US" altLang="zh-TW" sz="2000" dirty="0" smtClean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3</a:t>
            </a:r>
            <a:r>
              <a:rPr kumimoji="1" lang="en-US" altLang="zh-TW" sz="2000" dirty="0"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highlight>
                <a:srgbClr val="FFFF00"/>
              </a:highlight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"Perimeter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077FDF-58CD-3D4C-8995-9FE52CC4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4" y="6308725"/>
            <a:ext cx="838971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from Lecture 01b: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2324D1-6630-FA4F-867F-243CD5A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034143"/>
            <a:ext cx="2858407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Dry Run Table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*******************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perimeter area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 </a:t>
            </a:r>
            <a:r>
              <a:rPr lang="en-US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?      ?       ?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 </a:t>
            </a:r>
            <a:r>
              <a:rPr lang="en-US" altLang="zh-TW" sz="2000" dirty="0" smtClean="0">
                <a:solidFill>
                  <a:srgbClr val="5F5F5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5F5F5F"/>
              </a:solidFill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C4BC86F-90B7-D34C-951B-4BB63802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447" y="4068160"/>
            <a:ext cx="3570515" cy="16715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kumimoji="1" lang="en-US" altLang="zh-TW" sz="2400" dirty="0" smtClean="0">
                <a:latin typeface="+mn-lt"/>
                <a:ea typeface="新細明體"/>
              </a:rPr>
              <a:t>We </a:t>
            </a:r>
            <a:r>
              <a:rPr kumimoji="1" lang="en-US" altLang="zh-TW" sz="2400" u="sng" dirty="0" smtClean="0">
                <a:latin typeface="+mn-lt"/>
                <a:ea typeface="新細明體"/>
              </a:rPr>
              <a:t>step forward</a:t>
            </a:r>
            <a:r>
              <a:rPr kumimoji="1" lang="en-US" altLang="zh-TW" sz="2400" dirty="0" smtClean="0">
                <a:latin typeface="+mn-lt"/>
                <a:ea typeface="新細明體"/>
              </a:rPr>
              <a:t> as if we are the computer, line by line, and write down how the variables will change</a:t>
            </a:r>
            <a:endParaRPr lang="en-US" altLang="zh-TW" sz="2400" b="0" dirty="0">
              <a:latin typeface="+mn-lt"/>
              <a:ea typeface="新細明體" charset="-120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DAA72-1960-4365-9637-A5F3CAABC2D5}"/>
              </a:ext>
            </a:extLst>
          </p:cNvPr>
          <p:cNvCxnSpPr/>
          <p:nvPr/>
        </p:nvCxnSpPr>
        <p:spPr>
          <a:xfrm flipH="1">
            <a:off x="2245230" y="2569479"/>
            <a:ext cx="3827" cy="5031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63489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 with a Trace 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perimeter = </a:t>
            </a:r>
            <a:r>
              <a:rPr kumimoji="1" lang="en-US" altLang="zh-TW" sz="2000" dirty="0" smtClean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 * side</a:t>
            </a:r>
            <a:r>
              <a:rPr kumimoji="1"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solidFill>
                <a:srgbClr val="000000"/>
              </a:solidFill>
              <a:highlight>
                <a:srgbClr val="FFFF00"/>
              </a:highlight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"Perimeter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/>
                <a:ea typeface="新細明體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077FDF-58CD-3D4C-8995-9FE52CC4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4" y="6308725"/>
            <a:ext cx="838971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from Lecture 01b: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2324D1-6630-FA4F-867F-243CD5A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034143"/>
            <a:ext cx="2858407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Dry Run Table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*******************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perimeter area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 </a:t>
            </a:r>
            <a:r>
              <a:rPr lang="en-US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?      ?       ?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 3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dirty="0" smtClean="0">
                <a:solidFill>
                  <a:srgbClr val="5F5F5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  <a:endParaRPr lang="en-US" altLang="zh-TW" sz="2000" dirty="0">
              <a:solidFill>
                <a:srgbClr val="5F5F5F"/>
              </a:solidFill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C4BC86F-90B7-D34C-951B-4BB63802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447" y="4068160"/>
            <a:ext cx="3570515" cy="16715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kumimoji="1" lang="en-US" altLang="zh-TW" sz="2400" dirty="0" smtClean="0">
                <a:latin typeface="+mn-lt"/>
                <a:ea typeface="新細明體"/>
              </a:rPr>
              <a:t>We </a:t>
            </a:r>
            <a:r>
              <a:rPr kumimoji="1" lang="en-US" altLang="zh-TW" sz="2400" u="sng" dirty="0" smtClean="0">
                <a:latin typeface="+mn-lt"/>
                <a:ea typeface="新細明體"/>
              </a:rPr>
              <a:t>step forward</a:t>
            </a:r>
            <a:r>
              <a:rPr kumimoji="1" lang="en-US" altLang="zh-TW" sz="2400" dirty="0" smtClean="0">
                <a:latin typeface="+mn-lt"/>
                <a:ea typeface="新細明體"/>
              </a:rPr>
              <a:t> as if we are the computer, line by line, and write down how the variables will change</a:t>
            </a:r>
            <a:endParaRPr lang="en-US" altLang="zh-TW" sz="2400" b="0" dirty="0">
              <a:latin typeface="+mn-lt"/>
              <a:ea typeface="新細明體" charset="-120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DAA72-1960-4365-9637-A5F3CAABC2D5}"/>
              </a:ext>
            </a:extLst>
          </p:cNvPr>
          <p:cNvCxnSpPr/>
          <p:nvPr/>
        </p:nvCxnSpPr>
        <p:spPr>
          <a:xfrm>
            <a:off x="2201233" y="2971203"/>
            <a:ext cx="5737" cy="388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298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Dry Running with a Trace 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077FDF-58CD-3D4C-8995-9FE52CC4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4" y="6308725"/>
            <a:ext cx="838971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from Lecture 01b: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2324D1-6630-FA4F-867F-243CD5A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034143"/>
            <a:ext cx="2858407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Dry Run Table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*******************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perimeter area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 ?      ?       ?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 3               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       12        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                9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smtClean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C4BC86F-90B7-D34C-951B-4BB63802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677" y="643942"/>
            <a:ext cx="3570515" cy="169068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lang="en-US" altLang="zh-TW" sz="2400" dirty="0" smtClean="0">
                <a:latin typeface="+mn-lt"/>
                <a:ea typeface="新細明體"/>
                <a:cs typeface="Calibri"/>
              </a:rPr>
              <a:t>Repeat until the program is finished</a:t>
            </a:r>
            <a:endParaRPr lang="en-US" altLang="zh-TW" sz="2400" b="0" dirty="0">
              <a:latin typeface="+mn-lt"/>
              <a:ea typeface="新細明體" charset="-120"/>
              <a:cs typeface="Calibri"/>
            </a:endParaRPr>
          </a:p>
          <a:p>
            <a:pPr marL="342900" indent="-342900" eaLnBrk="1" hangingPunct="1">
              <a:spcBef>
                <a:spcPct val="0"/>
              </a:spcBef>
              <a:buClrTx/>
              <a:defRPr/>
            </a:pPr>
            <a:r>
              <a:rPr kumimoji="1" lang="en-US" altLang="zh-TW" sz="2000" dirty="0" smtClean="0">
                <a:latin typeface="+mn-lt"/>
                <a:ea typeface="新細明體"/>
              </a:rPr>
              <a:t>You may even add a column for the </a:t>
            </a:r>
            <a:r>
              <a:rPr kumimoji="1" lang="en-US" altLang="zh-TW" sz="2000" dirty="0" err="1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1" lang="en-US" altLang="zh-TW" sz="2000" dirty="0" smtClean="0">
                <a:latin typeface="+mn-lt"/>
                <a:ea typeface="新細明體"/>
              </a:rPr>
              <a:t> output. Try it</a:t>
            </a:r>
            <a:r>
              <a:rPr kumimoji="1" lang="en-US" altLang="zh-TW" sz="2000" dirty="0">
                <a:latin typeface="+mn-lt"/>
                <a:ea typeface="新細明體"/>
              </a:rPr>
              <a:t>!</a:t>
            </a:r>
            <a:endParaRPr lang="en-US" altLang="zh-TW" sz="2000" b="0" dirty="0">
              <a:latin typeface="+mn-lt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063899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8D7F-2005-4419-A2CC-31A0788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Pseudocode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8F48-331C-46C1-9CCF-9B7C47A2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491410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 smtClean="0">
                <a:cs typeface="Calibri"/>
              </a:rPr>
              <a:t>Maybe your problem is not in understanding a program, but writing one</a:t>
            </a:r>
            <a:r>
              <a:rPr lang="en-US" dirty="0">
                <a:cs typeface="Calibri"/>
              </a:rPr>
              <a:t>?</a:t>
            </a:r>
          </a:p>
          <a:p>
            <a:pPr lvl="1"/>
            <a:r>
              <a:rPr lang="en-US" dirty="0" smtClean="0">
                <a:cs typeface="Calibri"/>
              </a:rPr>
              <a:t>For some beginners, it is very hard to start writing C from nothing</a:t>
            </a: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Programmers may be very good at thinking like a computer, but we are </a:t>
            </a:r>
            <a:r>
              <a:rPr lang="en-US" i="1" dirty="0" smtClean="0">
                <a:cs typeface="Calibri"/>
              </a:rPr>
              <a:t>still</a:t>
            </a:r>
            <a:r>
              <a:rPr lang="en-US" dirty="0" smtClean="0">
                <a:cs typeface="Calibri"/>
              </a:rPr>
              <a:t> human beings</a:t>
            </a:r>
            <a:r>
              <a:rPr lang="en-US" dirty="0">
                <a:cs typeface="Calibri"/>
              </a:rPr>
              <a:t>!</a:t>
            </a:r>
          </a:p>
          <a:p>
            <a:pPr lvl="1"/>
            <a:r>
              <a:rPr lang="en-US" dirty="0" smtClean="0">
                <a:cs typeface="Calibri"/>
              </a:rPr>
              <a:t>As a human, we use </a:t>
            </a:r>
            <a:r>
              <a:rPr lang="en-US" b="1" dirty="0" smtClean="0">
                <a:cs typeface="Calibri"/>
              </a:rPr>
              <a:t>logic </a:t>
            </a:r>
            <a:r>
              <a:rPr lang="en-US" dirty="0" smtClean="0">
                <a:cs typeface="Calibri"/>
              </a:rPr>
              <a:t>and </a:t>
            </a:r>
            <a:r>
              <a:rPr lang="en-US" b="1" dirty="0" smtClean="0">
                <a:cs typeface="Calibri"/>
              </a:rPr>
              <a:t>natural language</a:t>
            </a:r>
            <a:r>
              <a:rPr lang="en-US" dirty="0" smtClean="0">
                <a:cs typeface="Calibri"/>
              </a:rPr>
              <a:t>, which are largely </a:t>
            </a:r>
            <a:r>
              <a:rPr lang="en-US" u="sng" dirty="0" smtClean="0">
                <a:cs typeface="Calibri"/>
              </a:rPr>
              <a:t>programming language independent</a:t>
            </a:r>
            <a:endParaRPr lang="en-US" u="sng" dirty="0">
              <a:cs typeface="Calibri"/>
            </a:endParaRPr>
          </a:p>
          <a:p>
            <a:r>
              <a:rPr lang="en-US" dirty="0" smtClean="0">
                <a:cs typeface="Calibri"/>
              </a:rPr>
              <a:t>To express our logic and communicate with others, programmers often use a </a:t>
            </a:r>
            <a:r>
              <a:rPr lang="en-US" u="sng" dirty="0" smtClean="0">
                <a:cs typeface="Calibri"/>
              </a:rPr>
              <a:t>human readable form of programming</a:t>
            </a:r>
            <a:r>
              <a:rPr lang="en-US" dirty="0" smtClean="0">
                <a:cs typeface="Calibri"/>
              </a:rPr>
              <a:t> called </a:t>
            </a:r>
            <a:r>
              <a:rPr lang="en-US" b="1" dirty="0" smtClean="0">
                <a:cs typeface="Calibri"/>
              </a:rPr>
              <a:t>pseudocode</a:t>
            </a:r>
            <a:endParaRPr lang="en-US" b="1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8CD5-1282-4545-97F4-6012FC5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946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8D7F-2005-4419-A2CC-31A0788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Pseudocode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8F48-331C-46C1-9CCF-9B7C47A2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0001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cs typeface="Calibri"/>
              </a:rPr>
              <a:t>Example</a:t>
            </a:r>
            <a:r>
              <a:rPr lang="en-US" dirty="0" smtClean="0">
                <a:cs typeface="Calibri"/>
              </a:rPr>
              <a:t>: I wish to write a program to calculate the </a:t>
            </a:r>
            <a:r>
              <a:rPr lang="en-US" u="sng" dirty="0" smtClean="0">
                <a:cs typeface="Calibri"/>
              </a:rPr>
              <a:t>sum</a:t>
            </a:r>
            <a:r>
              <a:rPr lang="en-US" dirty="0" smtClean="0">
                <a:cs typeface="Calibri"/>
              </a:rPr>
              <a:t> of an </a:t>
            </a:r>
            <a:r>
              <a:rPr lang="en-US" u="sng" dirty="0" smtClean="0">
                <a:cs typeface="Calibri"/>
              </a:rPr>
              <a:t>arithmetic sequence</a:t>
            </a:r>
            <a:r>
              <a:rPr lang="en-US" dirty="0" smtClean="0">
                <a:cs typeface="Calibri"/>
              </a:rPr>
              <a:t> from x</a:t>
            </a:r>
            <a:r>
              <a:rPr lang="en-US" baseline="-25000" dirty="0" smtClean="0">
                <a:cs typeface="Calibri"/>
              </a:rPr>
              <a:t>1</a:t>
            </a:r>
            <a:r>
              <a:rPr lang="en-US" dirty="0" smtClean="0">
                <a:cs typeface="Calibri"/>
              </a:rPr>
              <a:t> to </a:t>
            </a:r>
            <a:r>
              <a:rPr lang="en-US" dirty="0" err="1" smtClean="0">
                <a:cs typeface="Calibri"/>
              </a:rPr>
              <a:t>x</a:t>
            </a:r>
            <a:r>
              <a:rPr lang="en-US" baseline="-25000" dirty="0" err="1" smtClean="0">
                <a:cs typeface="Calibri"/>
              </a:rPr>
              <a:t>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smtClean="0">
                <a:cs typeface="Calibri"/>
              </a:rPr>
              <a:t>Recall that an arithmetic sequence is a sequence of numbers with a constant difference </a:t>
            </a:r>
            <a:r>
              <a:rPr lang="el-GR" dirty="0" smtClean="0">
                <a:cs typeface="Calibri"/>
              </a:rPr>
              <a:t>Δ</a:t>
            </a:r>
            <a:r>
              <a:rPr lang="en-HK" dirty="0" smtClean="0">
                <a:cs typeface="Calibri"/>
              </a:rPr>
              <a:t> </a:t>
            </a:r>
            <a:r>
              <a:rPr lang="en-US" dirty="0" smtClean="0">
                <a:cs typeface="Calibri"/>
              </a:rPr>
              <a:t>between consecutive terms, </a:t>
            </a:r>
            <a:r>
              <a:rPr lang="en-US" dirty="0" smtClean="0">
                <a:cs typeface="Calibri"/>
              </a:rPr>
              <a:t/>
            </a:r>
            <a:br>
              <a:rPr lang="en-US" dirty="0" smtClean="0">
                <a:cs typeface="Calibri"/>
              </a:rPr>
            </a:br>
            <a:r>
              <a:rPr lang="en-US" dirty="0" smtClean="0">
                <a:cs typeface="Calibri"/>
              </a:rPr>
              <a:t>e.g</a:t>
            </a:r>
            <a:r>
              <a:rPr lang="en-US" dirty="0" smtClean="0">
                <a:cs typeface="Calibri"/>
              </a:rPr>
              <a:t>., given initial x</a:t>
            </a:r>
            <a:r>
              <a:rPr lang="en-US" baseline="-25000" dirty="0" smtClean="0">
                <a:cs typeface="Calibri"/>
              </a:rPr>
              <a:t>1</a:t>
            </a:r>
            <a:r>
              <a:rPr lang="en-US" i="1" dirty="0" smtClean="0">
                <a:cs typeface="Calibri"/>
              </a:rPr>
              <a:t> = 5;  difference </a:t>
            </a:r>
            <a:r>
              <a:rPr lang="el-GR" dirty="0" smtClean="0">
                <a:cs typeface="Calibri"/>
              </a:rPr>
              <a:t>Δ</a:t>
            </a:r>
            <a:r>
              <a:rPr lang="en-HK" dirty="0" smtClean="0">
                <a:cs typeface="Calibri"/>
              </a:rPr>
              <a:t> = 3;  n = 7 terms;  </a:t>
            </a:r>
            <a:r>
              <a:rPr lang="en-US" dirty="0" smtClean="0">
                <a:cs typeface="Calibri"/>
              </a:rPr>
              <a:t>x</a:t>
            </a:r>
            <a:r>
              <a:rPr lang="en-US" baseline="-25000" dirty="0" smtClean="0">
                <a:cs typeface="Calibri"/>
              </a:rPr>
              <a:t>7</a:t>
            </a:r>
            <a:r>
              <a:rPr lang="en-US" i="1" dirty="0" smtClean="0">
                <a:cs typeface="Calibri"/>
              </a:rPr>
              <a:t> = 23 </a:t>
            </a:r>
            <a:r>
              <a:rPr lang="en-HK" dirty="0" smtClean="0">
                <a:cs typeface="Calibri"/>
              </a:rPr>
              <a:t>:</a:t>
            </a:r>
            <a:endParaRPr lang="en-US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 smtClean="0">
                <a:cs typeface="Calibri"/>
              </a:rPr>
              <a:t>    </a:t>
            </a:r>
            <a:r>
              <a:rPr lang="en-US" i="1" dirty="0" smtClean="0">
                <a:cs typeface="Calibri"/>
              </a:rPr>
              <a:t>5,  8,  11,  14,  17,  20,  23</a:t>
            </a:r>
            <a:endParaRPr lang="en-US" i="1" dirty="0"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dirty="0" smtClean="0">
                <a:cs typeface="Calibri"/>
              </a:rPr>
              <a:t>We may all know that the formula is</a:t>
            </a:r>
            <a:r>
              <a:rPr lang="en-US" dirty="0">
                <a:cs typeface="Calibri"/>
              </a:rPr>
              <a:t>:</a:t>
            </a:r>
            <a:endParaRPr lang="en-US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 smtClean="0">
                <a:cs typeface="Calibri"/>
              </a:rPr>
              <a:t> </a:t>
            </a:r>
            <a:r>
              <a:rPr lang="en-US" i="1" dirty="0" smtClean="0">
                <a:cs typeface="Calibri"/>
              </a:rPr>
              <a:t>   sum  =  </a:t>
            </a:r>
            <a:r>
              <a:rPr lang="en-US" i="1" dirty="0" smtClean="0">
                <a:ea typeface="+mn-lt"/>
                <a:cs typeface="+mn-lt"/>
              </a:rPr>
              <a:t>x</a:t>
            </a:r>
            <a:r>
              <a:rPr lang="en-US" i="1" baseline="-25000" dirty="0" smtClean="0">
                <a:ea typeface="+mn-lt"/>
                <a:cs typeface="+mn-lt"/>
              </a:rPr>
              <a:t>1 </a:t>
            </a:r>
            <a:r>
              <a:rPr lang="en-US" i="1" dirty="0" smtClean="0">
                <a:ea typeface="+mn-lt"/>
                <a:cs typeface="+mn-lt"/>
              </a:rPr>
              <a:t>+ x</a:t>
            </a:r>
            <a:r>
              <a:rPr lang="en-US" i="1" baseline="-25000" dirty="0" smtClean="0">
                <a:ea typeface="+mn-lt"/>
                <a:cs typeface="+mn-lt"/>
              </a:rPr>
              <a:t>2 </a:t>
            </a:r>
            <a:r>
              <a:rPr lang="en-US" i="1" dirty="0" smtClean="0">
                <a:ea typeface="+mn-lt"/>
                <a:cs typeface="+mn-lt"/>
              </a:rPr>
              <a:t>+ … + </a:t>
            </a:r>
            <a:r>
              <a:rPr lang="en-US" i="1" dirty="0" err="1" smtClean="0">
                <a:ea typeface="+mn-lt"/>
                <a:cs typeface="+mn-lt"/>
              </a:rPr>
              <a:t>x</a:t>
            </a:r>
            <a:r>
              <a:rPr lang="en-US" i="1" baseline="-25000" dirty="0" err="1" smtClean="0">
                <a:ea typeface="+mn-lt"/>
                <a:cs typeface="+mn-lt"/>
              </a:rPr>
              <a:t>n</a:t>
            </a:r>
            <a:r>
              <a:rPr lang="en-US" i="1" dirty="0" smtClean="0">
                <a:cs typeface="Calibri"/>
              </a:rPr>
              <a:t>   =   n * (</a:t>
            </a:r>
            <a:r>
              <a:rPr lang="en-US" i="1" dirty="0" smtClean="0">
                <a:ea typeface="+mn-lt"/>
                <a:cs typeface="+mn-lt"/>
              </a:rPr>
              <a:t>x</a:t>
            </a:r>
            <a:r>
              <a:rPr lang="en-US" i="1" baseline="-25000" dirty="0" smtClean="0">
                <a:ea typeface="+mn-lt"/>
                <a:cs typeface="+mn-lt"/>
              </a:rPr>
              <a:t>1 </a:t>
            </a:r>
            <a:r>
              <a:rPr lang="en-US" i="1" dirty="0" smtClean="0">
                <a:ea typeface="+mn-lt"/>
                <a:cs typeface="+mn-lt"/>
              </a:rPr>
              <a:t>+ </a:t>
            </a:r>
            <a:r>
              <a:rPr lang="en-US" i="1" dirty="0" err="1" smtClean="0">
                <a:ea typeface="+mn-lt"/>
                <a:cs typeface="+mn-lt"/>
              </a:rPr>
              <a:t>x</a:t>
            </a:r>
            <a:r>
              <a:rPr lang="en-US" i="1" baseline="-25000" dirty="0" err="1" smtClean="0">
                <a:ea typeface="+mn-lt"/>
                <a:cs typeface="+mn-lt"/>
              </a:rPr>
              <a:t>n</a:t>
            </a:r>
            <a:r>
              <a:rPr lang="en-US" i="1" dirty="0" smtClean="0">
                <a:ea typeface="+mn-lt"/>
                <a:cs typeface="+mn-lt"/>
              </a:rPr>
              <a:t>) / 2</a:t>
            </a:r>
            <a:endParaRPr lang="en-US" i="1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ea typeface="+mn-lt"/>
                <a:cs typeface="+mn-lt"/>
              </a:rPr>
              <a:t>    where </a:t>
            </a:r>
            <a:r>
              <a:rPr lang="en-US" i="1" dirty="0" smtClean="0">
                <a:ea typeface="+mn-lt"/>
                <a:cs typeface="+mn-lt"/>
              </a:rPr>
              <a:t>n</a:t>
            </a:r>
            <a:r>
              <a:rPr lang="en-US" dirty="0" smtClean="0">
                <a:ea typeface="+mn-lt"/>
                <a:cs typeface="+mn-lt"/>
              </a:rPr>
              <a:t> is the number of terms in the sequence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</a:pPr>
            <a:r>
              <a:rPr lang="en-US" dirty="0" smtClean="0">
                <a:ea typeface="+mn-lt"/>
                <a:cs typeface="+mn-lt"/>
              </a:rPr>
              <a:t>In the above example, the sum of the sequence is </a:t>
            </a:r>
            <a:r>
              <a:rPr lang="en-US" dirty="0" smtClean="0">
                <a:ea typeface="+mn-lt"/>
                <a:cs typeface="+mn-lt"/>
              </a:rPr>
              <a:t/>
            </a:r>
            <a:br>
              <a:rPr lang="en-US" dirty="0" smtClean="0">
                <a:ea typeface="+mn-lt"/>
                <a:cs typeface="+mn-lt"/>
              </a:rPr>
            </a:br>
            <a:r>
              <a:rPr lang="en-US" i="1" dirty="0" smtClean="0">
                <a:ea typeface="+mn-lt"/>
                <a:cs typeface="+mn-lt"/>
              </a:rPr>
              <a:t>7 * (5 + 23) / 2 = 98 </a:t>
            </a:r>
            <a:r>
              <a:rPr lang="en-US" dirty="0" smtClean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8CD5-1282-4545-97F4-6012FC5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808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8D7F-2005-4419-A2CC-31A0788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Pseudocode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8F48-331C-46C1-9CCF-9B7C47A21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smtClean="0">
                <a:cs typeface="Calibri"/>
              </a:rPr>
              <a:t>Let's attempt to write the program in pseudocode </a:t>
            </a:r>
            <a:endParaRPr lang="en-US" dirty="0"/>
          </a:p>
          <a:p>
            <a:r>
              <a:rPr lang="en-US" dirty="0" smtClean="0">
                <a:cs typeface="Calibri"/>
              </a:rPr>
              <a:t>There's no restriction in pseudocode syntax, but it should "look like" your target language, i.e. C</a:t>
            </a: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For example, we may write the pseudocode like this. Notice how readable it is</a:t>
            </a:r>
            <a:r>
              <a:rPr lang="en-US" dirty="0">
                <a:cs typeface="Calibri"/>
              </a:rPr>
              <a:t>?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Declare integers x1, </a:t>
            </a:r>
            <a:r>
              <a:rPr lang="en-US" dirty="0" err="1" smtClean="0">
                <a:solidFill>
                  <a:schemeClr val="accent1"/>
                </a:solidFill>
                <a:ea typeface="+mn-lt"/>
                <a:cs typeface="+mn-lt"/>
              </a:rPr>
              <a:t>xn</a:t>
            </a: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, n</a:t>
            </a:r>
            <a:endParaRPr lang="en-US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971550" lvl="1" indent="-514350">
              <a:buAutoNum type="arabicPeriod"/>
            </a:pP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Ask for values of x1, </a:t>
            </a:r>
            <a:r>
              <a:rPr lang="en-US" dirty="0" err="1" smtClean="0">
                <a:solidFill>
                  <a:schemeClr val="accent1"/>
                </a:solidFill>
                <a:ea typeface="+mn-lt"/>
                <a:cs typeface="+mn-lt"/>
              </a:rPr>
              <a:t>xn</a:t>
            </a: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, n from user (assume valid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)</a:t>
            </a:r>
          </a:p>
          <a:p>
            <a:pPr marL="971550" lvl="1" indent="-514350">
              <a:buAutoNum type="arabicPeriod"/>
            </a:pP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Declare integer sum</a:t>
            </a:r>
            <a:endParaRPr lang="en-US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971550" lvl="1" indent="-514350">
              <a:buAutoNum type="arabicPeriod"/>
            </a:pP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Assign sum to be  n * (x1 + </a:t>
            </a:r>
            <a:r>
              <a:rPr lang="en-US" dirty="0" err="1" smtClean="0">
                <a:solidFill>
                  <a:schemeClr val="accent1"/>
                </a:solidFill>
                <a:ea typeface="+mn-lt"/>
                <a:cs typeface="+mn-lt"/>
              </a:rPr>
              <a:t>xn</a:t>
            </a: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) / 2</a:t>
            </a:r>
            <a:endParaRPr lang="en-US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971550" lvl="1" indent="-514350">
              <a:buAutoNum type="arabicPeriod"/>
            </a:pPr>
            <a:r>
              <a:rPr lang="en-US" dirty="0" smtClean="0">
                <a:solidFill>
                  <a:schemeClr val="accent1"/>
                </a:solidFill>
                <a:ea typeface="+mn-lt"/>
                <a:cs typeface="+mn-lt"/>
              </a:rPr>
              <a:t>Print out sum </a:t>
            </a:r>
            <a:endParaRPr lang="en-US" dirty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8CD5-1282-4545-97F4-6012FC5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9545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#</a:t>
            </a:r>
            <a:r>
              <a:rPr lang="en-US" sz="2000" dirty="0" smtClean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include &lt;</a:t>
            </a:r>
            <a:r>
              <a:rPr lang="en-US" sz="2000" dirty="0" err="1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stdio.h</a:t>
            </a:r>
            <a:r>
              <a:rPr lang="en-US" sz="2000" dirty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&gt;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err="1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 main(</a:t>
            </a: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void</a:t>
            </a:r>
            <a:r>
              <a:rPr lang="en-US" sz="2000" dirty="0">
                <a:latin typeface="Consolas"/>
                <a:ea typeface="新細明體"/>
                <a:cs typeface="Arial"/>
              </a:rPr>
              <a:t>)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latin typeface="Consolas"/>
                <a:ea typeface="新細明體"/>
              </a:rPr>
              <a:t>{</a:t>
            </a:r>
            <a:endParaRPr lang="en-US" dirty="0"/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integers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ask for values of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 from user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 sum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sum = n * (</a:t>
            </a:r>
            <a:r>
              <a:rPr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x1+xn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) / 2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print sum</a:t>
            </a:r>
            <a:endParaRPr lang="en-US" altLang="zh-TW" sz="2000" dirty="0">
              <a:solidFill>
                <a:srgbClr val="00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  return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dirty="0">
                <a:latin typeface="Consolas"/>
                <a:ea typeface="新細明體"/>
                <a:cs typeface="Arial"/>
              </a:rPr>
              <a:t>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smtClean="0">
                <a:latin typeface="Consolas"/>
                <a:ea typeface="新細明體"/>
              </a:rPr>
              <a:t>}   </a:t>
            </a: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91ED8-6563-4F6F-8A90-D73CCD085019}"/>
              </a:ext>
            </a:extLst>
          </p:cNvPr>
          <p:cNvSpPr txBox="1"/>
          <p:nvPr/>
        </p:nvSpPr>
        <p:spPr>
          <a:xfrm>
            <a:off x="2552134" y="3516993"/>
            <a:ext cx="6591866" cy="2862322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cs typeface="Calibri"/>
              </a:rPr>
              <a:t>A good trick is to </a:t>
            </a:r>
            <a:r>
              <a:rPr lang="en-US" u="sng" dirty="0" smtClean="0">
                <a:cs typeface="Calibri"/>
              </a:rPr>
              <a:t>write down your pseudocode as comments</a:t>
            </a:r>
            <a:r>
              <a:rPr lang="en-US" dirty="0" smtClean="0">
                <a:cs typeface="Calibri"/>
              </a:rPr>
              <a:t> into your program first</a:t>
            </a:r>
            <a:r>
              <a:rPr lang="en-US" dirty="0">
                <a:cs typeface="Calibri"/>
              </a:rPr>
              <a:t>.</a:t>
            </a:r>
            <a:endParaRPr lang="en-US" u="sng" dirty="0"/>
          </a:p>
          <a:p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Notice that your pseudocode should be separated into multiple statements, which could be executed </a:t>
            </a:r>
            <a:r>
              <a:rPr lang="en-US" u="sng" dirty="0" smtClean="0">
                <a:cs typeface="Calibri"/>
              </a:rPr>
              <a:t>step by step</a:t>
            </a:r>
            <a:r>
              <a:rPr lang="en-US" dirty="0" smtClean="0">
                <a:cs typeface="Calibri"/>
              </a:rPr>
              <a:t> like a computer program, to achieve our objective (</a:t>
            </a:r>
            <a:r>
              <a:rPr lang="en-US" dirty="0">
                <a:cs typeface="Calibri"/>
              </a:rPr>
              <a:t>hopefully).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We use terminology similar to, but</a:t>
            </a:r>
            <a:r>
              <a:rPr lang="en-US" dirty="0" smtClean="0">
                <a:ea typeface="+mn-lt"/>
                <a:cs typeface="+mn-lt"/>
              </a:rPr>
              <a:t> not exactly same as, </a:t>
            </a:r>
            <a:r>
              <a:rPr lang="en-US" dirty="0" smtClean="0">
                <a:cs typeface="Calibri"/>
              </a:rPr>
              <a:t>features of C, such as declaring integers (implying integer variable), and printing (implying </a:t>
            </a:r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6021853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15" y="1034143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#</a:t>
            </a:r>
            <a:r>
              <a:rPr lang="en-US" sz="2000" dirty="0" smtClean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include &lt;</a:t>
            </a:r>
            <a:r>
              <a:rPr lang="en-US" sz="2000" dirty="0" err="1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stdio.h</a:t>
            </a:r>
            <a:r>
              <a:rPr lang="en-US" sz="2000" dirty="0">
                <a:solidFill>
                  <a:srgbClr val="009900"/>
                </a:solidFill>
                <a:latin typeface="Consolas"/>
                <a:ea typeface="新細明體"/>
                <a:cs typeface="Arial"/>
              </a:rPr>
              <a:t>&gt;</a:t>
            </a:r>
            <a:endParaRPr lang="en-US" sz="2000" dirty="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err="1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 main(</a:t>
            </a: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void</a:t>
            </a:r>
            <a:r>
              <a:rPr lang="en-US" sz="2000" dirty="0">
                <a:latin typeface="Consolas"/>
                <a:ea typeface="新細明體"/>
                <a:cs typeface="Arial"/>
              </a:rPr>
              <a:t>)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latin typeface="Consolas"/>
                <a:ea typeface="新細明體"/>
              </a:rPr>
              <a:t>{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</a:rPr>
              <a:t>  //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declare integers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</a:t>
            </a:r>
            <a:endParaRPr lang="en-US" dirty="0"/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lang="en-US" sz="2000" dirty="0" smtClean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x1,xn,n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;</a:t>
            </a:r>
            <a:endParaRPr lang="en-US" dirty="0">
              <a:solidFill>
                <a:srgbClr val="000000"/>
              </a:solidFill>
              <a:ea typeface="新細明體"/>
              <a:cs typeface="Arial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ask for values of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 from user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buClrTx/>
              <a:buNone/>
            </a:pPr>
            <a:r>
              <a:rPr lang="en-US" sz="2000" dirty="0" smtClean="0">
                <a:latin typeface="Consolas"/>
                <a:ea typeface="新細明體"/>
                <a:cs typeface="Arial"/>
              </a:rPr>
              <a:t>  </a:t>
            </a:r>
            <a:r>
              <a:rPr lang="en-US" sz="2000" dirty="0" err="1" smtClean="0">
                <a:latin typeface="Consolas"/>
                <a:ea typeface="新細明體"/>
                <a:cs typeface="Arial"/>
              </a:rPr>
              <a:t>scanf</a:t>
            </a:r>
            <a:r>
              <a:rPr lang="en-US" sz="2000" dirty="0">
                <a:latin typeface="Consolas"/>
                <a:ea typeface="新細明體"/>
                <a:cs typeface="Arial"/>
              </a:rPr>
              <a:t>("%</a:t>
            </a:r>
            <a:r>
              <a:rPr lang="en-US" sz="2000" dirty="0" err="1">
                <a:latin typeface="Consolas"/>
                <a:ea typeface="新細明體"/>
                <a:cs typeface="Arial"/>
              </a:rPr>
              <a:t>d%d%d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", &amp;</a:t>
            </a:r>
            <a:r>
              <a:rPr lang="en-US" sz="2000" dirty="0">
                <a:latin typeface="Consolas"/>
                <a:ea typeface="新細明體"/>
                <a:cs typeface="Arial"/>
              </a:rPr>
              <a:t>x1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, &amp;</a:t>
            </a:r>
            <a:r>
              <a:rPr lang="en-US" sz="2000" dirty="0" err="1">
                <a:latin typeface="Consolas"/>
                <a:ea typeface="新細明體"/>
                <a:cs typeface="Arial"/>
              </a:rPr>
              <a:t>xn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, &amp;</a:t>
            </a:r>
            <a:r>
              <a:rPr lang="en-US" sz="2000" dirty="0">
                <a:latin typeface="Consolas"/>
                <a:ea typeface="新細明體"/>
                <a:cs typeface="Arial"/>
              </a:rPr>
              <a:t>n);</a:t>
            </a:r>
            <a:endParaRPr lang="en-US" sz="2000" dirty="0">
              <a:latin typeface="Arial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 sum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sz="2000" dirty="0" err="1" smtClean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lang="en-US" altLang="zh-TW" sz="2000" dirty="0" smtClean="0">
                <a:latin typeface="Consolas"/>
                <a:ea typeface="新細明體"/>
                <a:cs typeface="Consolas" pitchFamily="49" charset="0"/>
              </a:rPr>
              <a:t> sum</a:t>
            </a: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sum = (n * (</a:t>
            </a:r>
            <a:r>
              <a:rPr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x1+xn))/2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latin typeface="Consolas"/>
                <a:ea typeface="新細明體"/>
                <a:cs typeface="Consolas" pitchFamily="49" charset="0"/>
              </a:rPr>
              <a:t>  sum = </a:t>
            </a:r>
            <a:r>
              <a:rPr lang="en-US" sz="2000" dirty="0" smtClean="0">
                <a:latin typeface="Consolas"/>
                <a:ea typeface="新細明體"/>
                <a:cs typeface="Consolas" pitchFamily="49" charset="0"/>
              </a:rPr>
              <a:t>n * (</a:t>
            </a:r>
            <a:r>
              <a:rPr lang="en-US" sz="2000" dirty="0" smtClean="0">
                <a:latin typeface="Consolas"/>
                <a:ea typeface="新細明體"/>
                <a:cs typeface="Consolas" pitchFamily="49" charset="0"/>
              </a:rPr>
              <a:t>x1+xn</a:t>
            </a:r>
            <a:r>
              <a:rPr lang="en-US" sz="2000" dirty="0" smtClean="0">
                <a:latin typeface="Consolas"/>
                <a:ea typeface="新細明體"/>
                <a:cs typeface="Consolas" pitchFamily="49" charset="0"/>
              </a:rPr>
              <a:t>) / 2</a:t>
            </a:r>
            <a:r>
              <a:rPr lang="en-US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print sum</a:t>
            </a:r>
            <a:endParaRPr lang="en-US" dirty="0"/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latin typeface="Consolas"/>
                <a:ea typeface="新細明體"/>
                <a:cs typeface="Arial"/>
              </a:rPr>
              <a:t>  </a:t>
            </a:r>
            <a:r>
              <a:rPr lang="en-US" altLang="zh-TW" sz="2000" dirty="0" err="1" smtClean="0">
                <a:latin typeface="Consolas"/>
                <a:ea typeface="新細明體"/>
                <a:cs typeface="Arial"/>
              </a:rPr>
              <a:t>printf</a:t>
            </a:r>
            <a:r>
              <a:rPr lang="en-US" altLang="zh-TW" sz="2000" dirty="0">
                <a:latin typeface="Consolas"/>
                <a:ea typeface="新細明體"/>
                <a:cs typeface="Arial"/>
              </a:rPr>
              <a:t>("</a:t>
            </a:r>
            <a:r>
              <a:rPr lang="en-US" altLang="zh-TW" sz="2000" dirty="0" smtClean="0">
                <a:latin typeface="Consolas"/>
                <a:ea typeface="新細明體"/>
                <a:cs typeface="Arial"/>
              </a:rPr>
              <a:t>Sum = %</a:t>
            </a:r>
            <a:r>
              <a:rPr lang="en-US" altLang="zh-TW" sz="2000" dirty="0">
                <a:latin typeface="Consolas"/>
                <a:ea typeface="新細明體"/>
                <a:cs typeface="Arial"/>
              </a:rPr>
              <a:t>d\n</a:t>
            </a:r>
            <a:r>
              <a:rPr lang="en-US" altLang="zh-TW" sz="2000" dirty="0" smtClean="0">
                <a:latin typeface="Consolas"/>
                <a:ea typeface="新細明體"/>
                <a:cs typeface="Arial"/>
              </a:rPr>
              <a:t>", sum</a:t>
            </a:r>
            <a:r>
              <a:rPr lang="en-US" altLang="zh-TW" sz="2000" dirty="0">
                <a:latin typeface="Consolas"/>
                <a:ea typeface="新細明體"/>
                <a:cs typeface="Arial"/>
              </a:rPr>
              <a:t>);</a:t>
            </a:r>
          </a:p>
          <a:p>
            <a:pPr>
              <a:spcBef>
                <a:spcPct val="0"/>
              </a:spcBef>
              <a:buClrTx/>
              <a:buNone/>
            </a:pPr>
            <a:endParaRPr lang="en-US" sz="2000" dirty="0">
              <a:solidFill>
                <a:srgbClr val="000000"/>
              </a:solidFill>
              <a:latin typeface="Consolas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 smtClean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  return</a:t>
            </a:r>
            <a:r>
              <a:rPr lang="en-US" sz="2000" dirty="0" smtClean="0">
                <a:latin typeface="Consolas"/>
                <a:ea typeface="新細明體"/>
                <a:cs typeface="Arial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dirty="0">
                <a:latin typeface="Consolas"/>
                <a:ea typeface="新細明體"/>
                <a:cs typeface="Arial"/>
              </a:rPr>
              <a:t>;</a:t>
            </a:r>
            <a:endParaRPr lang="en-US" dirty="0"/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latin typeface="Consolas" pitchFamily="49" charset="0"/>
                <a:ea typeface="新細明體" charset="-120"/>
              </a:rPr>
              <a:t>}</a:t>
            </a: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D5B027-FC5B-AC4A-BD41-6AF8312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4143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91ED8-6563-4F6F-8A90-D73CCD085019}"/>
              </a:ext>
            </a:extLst>
          </p:cNvPr>
          <p:cNvSpPr txBox="1"/>
          <p:nvPr/>
        </p:nvSpPr>
        <p:spPr>
          <a:xfrm>
            <a:off x="5172393" y="3403501"/>
            <a:ext cx="3843156" cy="2862322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cs typeface="Calibri"/>
              </a:rPr>
              <a:t>I can then </a:t>
            </a:r>
            <a:r>
              <a:rPr lang="en-US" u="sng" dirty="0" smtClean="0">
                <a:cs typeface="Calibri"/>
              </a:rPr>
              <a:t>"</a:t>
            </a:r>
            <a:r>
              <a:rPr lang="en-US" u="sng" dirty="0">
                <a:cs typeface="Calibri"/>
              </a:rPr>
              <a:t>translate</a:t>
            </a:r>
            <a:r>
              <a:rPr lang="en-US" u="sng" dirty="0" smtClean="0">
                <a:cs typeface="Calibri"/>
              </a:rPr>
              <a:t>" each line of my pseudocode and insert one or more valid C statement(s) under each</a:t>
            </a:r>
            <a:r>
              <a:rPr lang="en-US" u="sng" dirty="0">
                <a:cs typeface="Calibri"/>
              </a:rPr>
              <a:t>.</a:t>
            </a:r>
          </a:p>
          <a:p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It is not necessary a one-to-one translation, but the </a:t>
            </a:r>
            <a:r>
              <a:rPr lang="en-US" u="sng" dirty="0" smtClean="0">
                <a:cs typeface="Calibri"/>
              </a:rPr>
              <a:t>order</a:t>
            </a:r>
            <a:r>
              <a:rPr lang="en-US" dirty="0" smtClean="0">
                <a:cs typeface="Calibri"/>
              </a:rPr>
              <a:t> of each statement of your pseudocode </a:t>
            </a:r>
            <a:r>
              <a:rPr lang="en-US" u="sng" dirty="0" smtClean="0">
                <a:cs typeface="Calibri"/>
              </a:rPr>
              <a:t>must be preserved</a:t>
            </a:r>
            <a:r>
              <a:rPr lang="en-US" u="sng" dirty="0">
                <a:cs typeface="Calibri"/>
              </a:rPr>
              <a:t>.</a:t>
            </a:r>
          </a:p>
          <a:p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Do you think the program is correct</a:t>
            </a:r>
            <a:r>
              <a:rPr lang="en-US" dirty="0">
                <a:cs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66756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4712-F5FA-0744-A125-0553939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0396-FCEB-5141-B40D-9A813434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01763-BC73-7D49-B467-CD7E5B98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14" y="1034143"/>
            <a:ext cx="8604250" cy="20543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endParaRPr lang="en-US" sz="2000" dirty="0">
              <a:solidFill>
                <a:srgbClr val="009900"/>
              </a:solidFill>
              <a:latin typeface="Consolas"/>
              <a:ea typeface="新細明體"/>
              <a:cs typeface="Arial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integers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ask for values of x1, </a:t>
            </a:r>
            <a:r>
              <a:rPr lang="en-US" altLang="zh-TW" sz="2000" dirty="0" err="1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, n from user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 sum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sum = n * (</a:t>
            </a:r>
            <a:r>
              <a:rPr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x1+xn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) / 2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print sum</a:t>
            </a:r>
            <a:endParaRPr lang="en-US" altLang="zh-TW" sz="2000" dirty="0">
              <a:solidFill>
                <a:srgbClr val="00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sz="2000" dirty="0">
              <a:latin typeface="Consolas"/>
              <a:ea typeface="新細明體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4E7861-835C-4607-B4FA-224C9FDE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13" y="3617424"/>
            <a:ext cx="8604250" cy="15930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</a:t>
            </a:r>
            <a:endParaRPr lang="en-US" dirty="0"/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altLang="zh-TW" sz="2000" dirty="0" smtClean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// ask for integers x1, </a:t>
            </a:r>
            <a:r>
              <a:rPr lang="en-US" altLang="zh-TW" sz="2000" dirty="0" err="1" smtClean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xn</a:t>
            </a:r>
            <a:r>
              <a:rPr lang="en-US" altLang="zh-TW" sz="2000" dirty="0" smtClean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itchFamily="49" charset="0"/>
              </a:rPr>
              <a:t>, n from user</a:t>
            </a:r>
            <a:endParaRPr lang="en-US" altLang="zh-TW" sz="2000" dirty="0">
              <a:solidFill>
                <a:srgbClr val="009900"/>
              </a:solidFill>
              <a:highlight>
                <a:srgbClr val="FFFF00"/>
              </a:highlight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declare integer sum = n * (</a:t>
            </a:r>
            <a:r>
              <a:rPr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x1+xn</a:t>
            </a: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) / 2</a:t>
            </a:r>
            <a:endParaRPr kumimoji="1"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sz="2000" dirty="0" smtClean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// print sum</a:t>
            </a:r>
            <a:endParaRPr lang="en-US" altLang="zh-TW" sz="2000" dirty="0">
              <a:solidFill>
                <a:srgbClr val="00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sz="2000" dirty="0">
              <a:latin typeface="Consolas"/>
              <a:ea typeface="新細明體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91ED8-6563-4F6F-8A90-D73CCD085019}"/>
              </a:ext>
            </a:extLst>
          </p:cNvPr>
          <p:cNvSpPr txBox="1"/>
          <p:nvPr/>
        </p:nvSpPr>
        <p:spPr>
          <a:xfrm>
            <a:off x="2451728" y="2830116"/>
            <a:ext cx="6148003" cy="92333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cs typeface="Calibri"/>
              </a:rPr>
              <a:t>Pseudocode is very flexible. Here, both A and B are valid pseudocode for the sample program, but B is more concise, and is targeted towards more mature programmers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CD794-3D83-4B58-AC41-448020692CB4}"/>
              </a:ext>
            </a:extLst>
          </p:cNvPr>
          <p:cNvSpPr txBox="1"/>
          <p:nvPr/>
        </p:nvSpPr>
        <p:spPr>
          <a:xfrm>
            <a:off x="2451727" y="5080237"/>
            <a:ext cx="6199259" cy="1200329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cs typeface="Calibri"/>
              </a:rPr>
              <a:t>In B, the first step clearly implies you need to declare x1, </a:t>
            </a:r>
            <a:r>
              <a:rPr lang="en-US" dirty="0" err="1" smtClean="0">
                <a:cs typeface="Calibri"/>
              </a:rPr>
              <a:t>xn</a:t>
            </a:r>
            <a:r>
              <a:rPr lang="en-US" dirty="0" smtClean="0">
                <a:cs typeface="Calibri"/>
              </a:rPr>
              <a:t> and n as integers first. In cases where the pseudocode is very concise or ambiguous, it is up to the programmer to </a:t>
            </a:r>
            <a:r>
              <a:rPr lang="en-US" u="sng" dirty="0" smtClean="0">
                <a:cs typeface="Calibri"/>
              </a:rPr>
              <a:t>use their knowledge and be smart</a:t>
            </a:r>
            <a:r>
              <a:rPr lang="en-US" u="sng" dirty="0">
                <a:cs typeface="Calibri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A847D-0955-493C-82AB-E022F891FFBA}"/>
              </a:ext>
            </a:extLst>
          </p:cNvPr>
          <p:cNvSpPr txBox="1"/>
          <p:nvPr/>
        </p:nvSpPr>
        <p:spPr>
          <a:xfrm>
            <a:off x="422346" y="3062010"/>
            <a:ext cx="3444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11DBF-36F5-4156-94FF-1F538C890EBB}"/>
              </a:ext>
            </a:extLst>
          </p:cNvPr>
          <p:cNvSpPr txBox="1"/>
          <p:nvPr/>
        </p:nvSpPr>
        <p:spPr>
          <a:xfrm>
            <a:off x="412094" y="5071229"/>
            <a:ext cx="3444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B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735901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8D7F-2005-4419-A2CC-31A0788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Pseudocode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8F48-331C-46C1-9CCF-9B7C47A2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48375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If you are a beginner programmer and you feel afraid to write in C</a:t>
            </a:r>
            <a:endParaRPr lang="en-US" dirty="0">
              <a:cs typeface="Calibri"/>
            </a:endParaRPr>
          </a:p>
          <a:p>
            <a:pPr lvl="1"/>
            <a:r>
              <a:rPr lang="en-US" u="sng" dirty="0" smtClean="0">
                <a:cs typeface="Calibri"/>
              </a:rPr>
              <a:t>Write in pseudocode as comments</a:t>
            </a:r>
            <a:r>
              <a:rPr lang="en-US" dirty="0" smtClean="0">
                <a:cs typeface="Calibri"/>
              </a:rPr>
              <a:t> first </a:t>
            </a: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If you face a hard programming problem of C</a:t>
            </a:r>
            <a:endParaRPr lang="en-US" dirty="0">
              <a:cs typeface="Calibri"/>
            </a:endParaRPr>
          </a:p>
          <a:p>
            <a:pPr lvl="1"/>
            <a:r>
              <a:rPr lang="en-US" dirty="0" smtClean="0">
                <a:cs typeface="Calibri"/>
              </a:rPr>
              <a:t>It is also a good idea to write in pseudocode so that you can put your thinking "on paper</a:t>
            </a:r>
            <a:r>
              <a:rPr lang="en-US" dirty="0">
                <a:cs typeface="Calibri"/>
              </a:rPr>
              <a:t>"</a:t>
            </a:r>
          </a:p>
          <a:p>
            <a:pPr lvl="1"/>
            <a:r>
              <a:rPr lang="en-US" dirty="0" smtClean="0">
                <a:cs typeface="Calibri"/>
              </a:rPr>
              <a:t>You can even discuss with your classmate on its correctness, and he/she will understand your logic better than through a C program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8CD5-1282-4545-97F4-6012FC5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0971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8D7F-2005-4419-A2CC-31A0788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alibri"/>
              </a:rPr>
              <a:t>Pseudocode in Lab 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8F48-331C-46C1-9CCF-9B7C47A2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48949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In your Lab Exercises, sometimes we will </a:t>
            </a:r>
            <a:r>
              <a:rPr lang="en-US" u="sng" dirty="0" smtClean="0">
                <a:cs typeface="Calibri"/>
              </a:rPr>
              <a:t>give you the correct pseudocode as a hint</a:t>
            </a:r>
            <a:r>
              <a:rPr lang="en-US" dirty="0" smtClean="0">
                <a:cs typeface="Calibri"/>
              </a:rPr>
              <a:t> to the problems</a:t>
            </a:r>
            <a:r>
              <a:rPr lang="en-US" dirty="0">
                <a:cs typeface="Calibri"/>
              </a:rPr>
              <a:t>!</a:t>
            </a:r>
          </a:p>
          <a:p>
            <a:pPr lvl="1"/>
            <a:r>
              <a:rPr lang="en-US" dirty="0">
                <a:cs typeface="Calibri"/>
              </a:rPr>
              <a:t>Yay</a:t>
            </a:r>
            <a:r>
              <a:rPr lang="en-US" dirty="0" smtClean="0">
                <a:cs typeface="Calibri"/>
              </a:rPr>
              <a:t>! It's almost like cheating</a:t>
            </a:r>
            <a:r>
              <a:rPr lang="en-US" dirty="0">
                <a:cs typeface="Calibri"/>
              </a:rPr>
              <a:t>!</a:t>
            </a:r>
          </a:p>
          <a:p>
            <a:pPr lvl="1"/>
            <a:r>
              <a:rPr lang="en-US" dirty="0" smtClean="0">
                <a:cs typeface="Calibri"/>
              </a:rPr>
              <a:t>As long as you can "</a:t>
            </a:r>
            <a:r>
              <a:rPr lang="en-US" dirty="0">
                <a:cs typeface="Calibri"/>
              </a:rPr>
              <a:t>translate</a:t>
            </a:r>
            <a:r>
              <a:rPr lang="en-US" dirty="0" smtClean="0">
                <a:cs typeface="Calibri"/>
              </a:rPr>
              <a:t>" from the pseudocode to C correctly, your program will be correct</a:t>
            </a:r>
            <a:r>
              <a:rPr lang="en-US" dirty="0">
                <a:cs typeface="Calibri"/>
              </a:rPr>
              <a:t>!</a:t>
            </a:r>
          </a:p>
          <a:p>
            <a:pPr lvl="1"/>
            <a:r>
              <a:rPr lang="en-US" dirty="0">
                <a:cs typeface="Calibri"/>
              </a:rPr>
              <a:t>However</a:t>
            </a:r>
            <a:r>
              <a:rPr lang="en-US" dirty="0" smtClean="0">
                <a:cs typeface="Calibri"/>
              </a:rPr>
              <a:t>, as a beginner, you might sometimes translate the pseudocode into C incorrectly</a:t>
            </a:r>
            <a:endParaRPr lang="en-US" dirty="0">
              <a:cs typeface="Calibri"/>
            </a:endParaRPr>
          </a:p>
          <a:p>
            <a:pPr lvl="2"/>
            <a:r>
              <a:rPr lang="en-US" dirty="0" smtClean="0">
                <a:cs typeface="Calibri"/>
              </a:rPr>
              <a:t>In such a case, please make sure you </a:t>
            </a:r>
            <a:r>
              <a:rPr lang="en-US" u="sng" dirty="0" smtClean="0">
                <a:cs typeface="Calibri"/>
              </a:rPr>
              <a:t>check your C syntax</a:t>
            </a:r>
            <a:r>
              <a:rPr lang="en-US" dirty="0" smtClean="0">
                <a:cs typeface="Calibri"/>
              </a:rPr>
              <a:t> and see if you understand </a:t>
            </a:r>
            <a:r>
              <a:rPr lang="en-US" u="sng" dirty="0" smtClean="0">
                <a:cs typeface="Calibri"/>
              </a:rPr>
              <a:t>how to express your logic in C properly</a:t>
            </a:r>
            <a:r>
              <a:rPr lang="en-US" dirty="0" smtClean="0">
                <a:cs typeface="Calibri"/>
              </a:rPr>
              <a:t> </a:t>
            </a:r>
            <a:endParaRPr lang="en-US" dirty="0">
              <a:cs typeface="Calibri"/>
            </a:endParaRPr>
          </a:p>
          <a:p>
            <a:pPr lvl="1"/>
            <a:r>
              <a:rPr lang="en-US" dirty="0" smtClean="0">
                <a:cs typeface="Calibri"/>
              </a:rPr>
              <a:t>Good luck</a:t>
            </a:r>
            <a:r>
              <a:rPr lang="en-US" dirty="0">
                <a:cs typeface="Calibri"/>
              </a:rPr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8CD5-1282-4545-97F4-6012FC5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877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1705</Words>
  <PresentationFormat>On-screen Show (4:3)</PresentationFormat>
  <Paragraphs>368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新細明體</vt:lpstr>
      <vt:lpstr>Wingdings</vt:lpstr>
      <vt:lpstr>Office Theme</vt:lpstr>
      <vt:lpstr>Dry-Running and Pseudocode</vt:lpstr>
      <vt:lpstr>Learning Programming</vt:lpstr>
      <vt:lpstr>Dry Running</vt:lpstr>
      <vt:lpstr>Dry Running with a Trace Table</vt:lpstr>
      <vt:lpstr>Dry Running with a Trace Table</vt:lpstr>
      <vt:lpstr>Dry Running with a Trace Table</vt:lpstr>
      <vt:lpstr>Dry Running with a Trace Table</vt:lpstr>
      <vt:lpstr>Dry Running with a Trace Table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 in Lab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2011-07-19T12:51:33Z</dcterms:created>
  <dcterms:modified xsi:type="dcterms:W3CDTF">2022-09-17T07:55:10Z</dcterms:modified>
</cp:coreProperties>
</file>
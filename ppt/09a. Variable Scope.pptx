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610" r:id="rId2"/>
    <p:sldId id="256" r:id="rId3"/>
    <p:sldId id="259" r:id="rId4"/>
    <p:sldId id="260" r:id="rId5"/>
    <p:sldId id="359" r:id="rId6"/>
    <p:sldId id="611" r:id="rId7"/>
    <p:sldId id="360" r:id="rId8"/>
    <p:sldId id="361" r:id="rId9"/>
    <p:sldId id="373" r:id="rId10"/>
    <p:sldId id="612" r:id="rId11"/>
    <p:sldId id="362" r:id="rId12"/>
    <p:sldId id="363" r:id="rId13"/>
    <p:sldId id="365" r:id="rId14"/>
    <p:sldId id="364" r:id="rId15"/>
    <p:sldId id="380" r:id="rId16"/>
    <p:sldId id="375" r:id="rId17"/>
    <p:sldId id="376" r:id="rId18"/>
    <p:sldId id="377" r:id="rId19"/>
    <p:sldId id="381" r:id="rId20"/>
    <p:sldId id="378" r:id="rId21"/>
    <p:sldId id="379" r:id="rId22"/>
    <p:sldId id="382" r:id="rId23"/>
    <p:sldId id="366" r:id="rId24"/>
    <p:sldId id="367" r:id="rId25"/>
    <p:sldId id="368" r:id="rId26"/>
    <p:sldId id="371" r:id="rId27"/>
    <p:sldId id="369" r:id="rId28"/>
    <p:sldId id="372" r:id="rId29"/>
    <p:sldId id="383" r:id="rId30"/>
    <p:sldId id="374" r:id="rId31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FFFFCC"/>
    <a:srgbClr val="0000FF"/>
    <a:srgbClr val="CCFFCC"/>
    <a:srgbClr val="750F6D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62F2D-6663-48BD-B99B-B24635D5F067}" v="3" dt="2025-10-26T16:53:15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66" autoAdjust="0"/>
    <p:restoredTop sz="72660" autoAdjust="0"/>
  </p:normalViewPr>
  <p:slideViewPr>
    <p:cSldViewPr>
      <p:cViewPr varScale="1">
        <p:scale>
          <a:sx n="90" d="100"/>
          <a:sy n="90" d="100"/>
        </p:scale>
        <p:origin x="150" y="2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8011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A24E91FB-15C9-80B3-0829-8682F1F08FC0}"/>
    <pc:docChg chg="modSld">
      <pc:chgData name="William Hui (IEG)" userId="S::kyhui@cuhk.edu.hk::07728535-8fdc-4325-b24f-20cc4d58a3a3" providerId="AD" clId="Web-{A24E91FB-15C9-80B3-0829-8682F1F08FC0}" dt="2019-09-21T16:12:24.412" v="29" actId="20577"/>
      <pc:docMkLst>
        <pc:docMk/>
      </pc:docMkLst>
    </pc:docChg>
  </pc:docChgLst>
  <pc:docChgLst>
    <pc:chgData name="Chuck jee Chau (CSD)" userId="7aa7a09e-983f-4214-9e5a-071cbb678e81" providerId="ADAL" clId="{CE053CEF-E9C4-C045-B9E9-1C806E6181D4}"/>
    <pc:docChg chg="modSld">
      <pc:chgData name="Chuck jee Chau (CSD)" userId="7aa7a09e-983f-4214-9e5a-071cbb678e81" providerId="ADAL" clId="{CE053CEF-E9C4-C045-B9E9-1C806E6181D4}" dt="2019-10-30T10:50:04.414" v="81" actId="113"/>
      <pc:docMkLst>
        <pc:docMk/>
      </pc:docMkLst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0" sldId="256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2772304277" sldId="259"/>
        </pc:sldMkLst>
      </pc:sldChg>
      <pc:sldChg chg="modSp">
        <pc:chgData name="Chuck jee Chau (CSD)" userId="7aa7a09e-983f-4214-9e5a-071cbb678e81" providerId="ADAL" clId="{CE053CEF-E9C4-C045-B9E9-1C806E6181D4}" dt="2019-10-24T03:09:16.896" v="22" actId="2711"/>
        <pc:sldMkLst>
          <pc:docMk/>
          <pc:sldMk cId="3702859340" sldId="260"/>
        </pc:sldMkLst>
      </pc:sldChg>
      <pc:sldChg chg="modSp">
        <pc:chgData name="Chuck jee Chau (CSD)" userId="7aa7a09e-983f-4214-9e5a-071cbb678e81" providerId="ADAL" clId="{CE053CEF-E9C4-C045-B9E9-1C806E6181D4}" dt="2019-10-24T03:16:36.895" v="77" actId="2710"/>
        <pc:sldMkLst>
          <pc:docMk/>
          <pc:sldMk cId="2369003110" sldId="308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2208720684" sldId="359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899169384" sldId="360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227071237" sldId="361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3110049485" sldId="362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3153880567" sldId="363"/>
        </pc:sldMkLst>
      </pc:sldChg>
      <pc:sldChg chg="addSp delSp modSp">
        <pc:chgData name="Chuck jee Chau (CSD)" userId="7aa7a09e-983f-4214-9e5a-071cbb678e81" providerId="ADAL" clId="{CE053CEF-E9C4-C045-B9E9-1C806E6181D4}" dt="2019-10-24T03:08:39.525" v="20" actId="478"/>
        <pc:sldMkLst>
          <pc:docMk/>
          <pc:sldMk cId="1199998067" sldId="364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199626820" sldId="365"/>
        </pc:sldMkLst>
      </pc:sldChg>
      <pc:sldChg chg="modSp">
        <pc:chgData name="Chuck jee Chau (CSD)" userId="7aa7a09e-983f-4214-9e5a-071cbb678e81" providerId="ADAL" clId="{CE053CEF-E9C4-C045-B9E9-1C806E6181D4}" dt="2019-10-24T03:14:15.278" v="73" actId="20577"/>
        <pc:sldMkLst>
          <pc:docMk/>
          <pc:sldMk cId="2375331662" sldId="366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998429632" sldId="367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690867867" sldId="368"/>
        </pc:sldMkLst>
      </pc:sldChg>
      <pc:sldChg chg="modSp">
        <pc:chgData name="Chuck jee Chau (CSD)" userId="7aa7a09e-983f-4214-9e5a-071cbb678e81" providerId="ADAL" clId="{CE053CEF-E9C4-C045-B9E9-1C806E6181D4}" dt="2019-10-30T10:49:43.101" v="80" actId="20577"/>
        <pc:sldMkLst>
          <pc:docMk/>
          <pc:sldMk cId="2761116161" sldId="369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449171234" sldId="371"/>
        </pc:sldMkLst>
      </pc:sldChg>
      <pc:sldChg chg="modSp">
        <pc:chgData name="Chuck jee Chau (CSD)" userId="7aa7a09e-983f-4214-9e5a-071cbb678e81" providerId="ADAL" clId="{CE053CEF-E9C4-C045-B9E9-1C806E6181D4}" dt="2019-10-30T10:50:04.414" v="81" actId="113"/>
        <pc:sldMkLst>
          <pc:docMk/>
          <pc:sldMk cId="2494130295" sldId="372"/>
        </pc:sldMkLst>
      </pc:sldChg>
      <pc:sldChg chg="modSp">
        <pc:chgData name="Chuck jee Chau (CSD)" userId="7aa7a09e-983f-4214-9e5a-071cbb678e81" providerId="ADAL" clId="{CE053CEF-E9C4-C045-B9E9-1C806E6181D4}" dt="2019-10-24T03:07:26.476" v="15" actId="20577"/>
        <pc:sldMkLst>
          <pc:docMk/>
          <pc:sldMk cId="2565903792" sldId="373"/>
        </pc:sldMkLst>
      </pc:sldChg>
      <pc:sldChg chg="modSp">
        <pc:chgData name="Chuck jee Chau (CSD)" userId="7aa7a09e-983f-4214-9e5a-071cbb678e81" providerId="ADAL" clId="{CE053CEF-E9C4-C045-B9E9-1C806E6181D4}" dt="2019-10-24T03:07:05.211" v="14"/>
        <pc:sldMkLst>
          <pc:docMk/>
          <pc:sldMk cId="182299872" sldId="374"/>
        </pc:sldMkLst>
      </pc:sldChg>
      <pc:sldChg chg="modSp">
        <pc:chgData name="Chuck jee Chau (CSD)" userId="7aa7a09e-983f-4214-9e5a-071cbb678e81" providerId="ADAL" clId="{CE053CEF-E9C4-C045-B9E9-1C806E6181D4}" dt="2019-10-24T03:10:09.574" v="25" actId="115"/>
        <pc:sldMkLst>
          <pc:docMk/>
          <pc:sldMk cId="3315102304" sldId="375"/>
        </pc:sldMkLst>
      </pc:sldChg>
      <pc:sldChg chg="modSp">
        <pc:chgData name="Chuck jee Chau (CSD)" userId="7aa7a09e-983f-4214-9e5a-071cbb678e81" providerId="ADAL" clId="{CE053CEF-E9C4-C045-B9E9-1C806E6181D4}" dt="2019-10-24T03:10:42.664" v="33" actId="20577"/>
        <pc:sldMkLst>
          <pc:docMk/>
          <pc:sldMk cId="1664607574" sldId="376"/>
        </pc:sldMkLst>
      </pc:sldChg>
      <pc:sldChg chg="modSp">
        <pc:chgData name="Chuck jee Chau (CSD)" userId="7aa7a09e-983f-4214-9e5a-071cbb678e81" providerId="ADAL" clId="{CE053CEF-E9C4-C045-B9E9-1C806E6181D4}" dt="2019-10-24T03:12:29.068" v="58" actId="20577"/>
        <pc:sldMkLst>
          <pc:docMk/>
          <pc:sldMk cId="1333354155" sldId="377"/>
        </pc:sldMkLst>
      </pc:sldChg>
      <pc:sldChg chg="modSp">
        <pc:chgData name="Chuck jee Chau (CSD)" userId="7aa7a09e-983f-4214-9e5a-071cbb678e81" providerId="ADAL" clId="{CE053CEF-E9C4-C045-B9E9-1C806E6181D4}" dt="2019-10-24T03:12:51.111" v="61" actId="113"/>
        <pc:sldMkLst>
          <pc:docMk/>
          <pc:sldMk cId="29926056" sldId="378"/>
        </pc:sldMkLst>
      </pc:sldChg>
      <pc:sldChg chg="modSp">
        <pc:chgData name="Chuck jee Chau (CSD)" userId="7aa7a09e-983f-4214-9e5a-071cbb678e81" providerId="ADAL" clId="{CE053CEF-E9C4-C045-B9E9-1C806E6181D4}" dt="2019-10-24T03:13:49.127" v="70" actId="207"/>
        <pc:sldMkLst>
          <pc:docMk/>
          <pc:sldMk cId="907724704" sldId="379"/>
        </pc:sldMkLst>
      </pc:sldChg>
    </pc:docChg>
  </pc:docChgLst>
  <pc:docChgLst>
    <pc:chgData name="Yuli Jiang (CSD)" userId="7c291cd4-aa97-4867-8d2d-ebf5c1c3b419" providerId="ADAL" clId="{D603E690-B92C-46F1-AE20-292A9CF8BE0C}"/>
    <pc:docChg chg="undo custSel addSld delSld modSld modMainMaster modNotesMaster">
      <pc:chgData name="Yuli Jiang (CSD)" userId="7c291cd4-aa97-4867-8d2d-ebf5c1c3b419" providerId="ADAL" clId="{D603E690-B92C-46F1-AE20-292A9CF8BE0C}" dt="2024-03-17T17:59:54.627" v="483" actId="113"/>
      <pc:docMkLst>
        <pc:docMk/>
      </pc:docMkLst>
      <pc:sldChg chg="modSp mod">
        <pc:chgData name="Yuli Jiang (CSD)" userId="7c291cd4-aa97-4867-8d2d-ebf5c1c3b419" providerId="ADAL" clId="{D603E690-B92C-46F1-AE20-292A9CF8BE0C}" dt="2024-03-17T17:10:09.706" v="6" actId="20577"/>
        <pc:sldMkLst>
          <pc:docMk/>
          <pc:sldMk cId="0" sldId="256"/>
        </pc:sldMkLst>
      </pc:sldChg>
      <pc:sldChg chg="modSp">
        <pc:chgData name="Yuli Jiang (CSD)" userId="7c291cd4-aa97-4867-8d2d-ebf5c1c3b419" providerId="ADAL" clId="{D603E690-B92C-46F1-AE20-292A9CF8BE0C}" dt="2024-03-17T17:08:53.752" v="0"/>
        <pc:sldMkLst>
          <pc:docMk/>
          <pc:sldMk cId="3702859340" sldId="260"/>
        </pc:sldMkLst>
      </pc:sldChg>
      <pc:sldChg chg="del">
        <pc:chgData name="Yuli Jiang (CSD)" userId="7c291cd4-aa97-4867-8d2d-ebf5c1c3b419" providerId="ADAL" clId="{D603E690-B92C-46F1-AE20-292A9CF8BE0C}" dt="2024-03-17T17:58:49.510" v="463" actId="47"/>
        <pc:sldMkLst>
          <pc:docMk/>
          <pc:sldMk cId="2369003110" sldId="308"/>
        </pc:sldMkLst>
      </pc:sldChg>
      <pc:sldChg chg="modSp modAnim">
        <pc:chgData name="Yuli Jiang (CSD)" userId="7c291cd4-aa97-4867-8d2d-ebf5c1c3b419" providerId="ADAL" clId="{D603E690-B92C-46F1-AE20-292A9CF8BE0C}" dt="2024-03-17T17:11:46.711" v="7"/>
        <pc:sldMkLst>
          <pc:docMk/>
          <pc:sldMk cId="2208720684" sldId="359"/>
        </pc:sldMkLst>
      </pc:sldChg>
      <pc:sldChg chg="modSp">
        <pc:chgData name="Yuli Jiang (CSD)" userId="7c291cd4-aa97-4867-8d2d-ebf5c1c3b419" providerId="ADAL" clId="{D603E690-B92C-46F1-AE20-292A9CF8BE0C}" dt="2024-03-17T17:08:53.752" v="0"/>
        <pc:sldMkLst>
          <pc:docMk/>
          <pc:sldMk cId="1899169384" sldId="360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4227071237" sldId="361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3110049485" sldId="362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3153880567" sldId="363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1199998067" sldId="364"/>
        </pc:sldMkLst>
      </pc:sldChg>
      <pc:sldChg chg="modSp mod modNotes">
        <pc:chgData name="Yuli Jiang (CSD)" userId="7c291cd4-aa97-4867-8d2d-ebf5c1c3b419" providerId="ADAL" clId="{D603E690-B92C-46F1-AE20-292A9CF8BE0C}" dt="2024-03-17T17:19:11.800" v="17" actId="403"/>
        <pc:sldMkLst>
          <pc:docMk/>
          <pc:sldMk cId="4199626820" sldId="365"/>
        </pc:sldMkLst>
      </pc:sldChg>
      <pc:sldChg chg="modSp mod">
        <pc:chgData name="Yuli Jiang (CSD)" userId="7c291cd4-aa97-4867-8d2d-ebf5c1c3b419" providerId="ADAL" clId="{D603E690-B92C-46F1-AE20-292A9CF8BE0C}" dt="2024-03-17T17:51:13.674" v="390" actId="403"/>
        <pc:sldMkLst>
          <pc:docMk/>
          <pc:sldMk cId="2375331662" sldId="366"/>
        </pc:sldMkLst>
      </pc:sldChg>
      <pc:sldChg chg="modSp">
        <pc:chgData name="Yuli Jiang (CSD)" userId="7c291cd4-aa97-4867-8d2d-ebf5c1c3b419" providerId="ADAL" clId="{D603E690-B92C-46F1-AE20-292A9CF8BE0C}" dt="2024-03-17T17:08:53.752" v="0"/>
        <pc:sldMkLst>
          <pc:docMk/>
          <pc:sldMk cId="1998429632" sldId="367"/>
        </pc:sldMkLst>
      </pc:sldChg>
      <pc:sldChg chg="modSp mod modNotes">
        <pc:chgData name="Yuli Jiang (CSD)" userId="7c291cd4-aa97-4867-8d2d-ebf5c1c3b419" providerId="ADAL" clId="{D603E690-B92C-46F1-AE20-292A9CF8BE0C}" dt="2024-03-17T17:55:25.769" v="448" actId="115"/>
        <pc:sldMkLst>
          <pc:docMk/>
          <pc:sldMk cId="690867867" sldId="368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2761116161" sldId="369"/>
        </pc:sldMkLst>
      </pc:sldChg>
      <pc:sldChg chg="modSp mod">
        <pc:chgData name="Yuli Jiang (CSD)" userId="7c291cd4-aa97-4867-8d2d-ebf5c1c3b419" providerId="ADAL" clId="{D603E690-B92C-46F1-AE20-292A9CF8BE0C}" dt="2024-03-17T17:56:55.022" v="460" actId="20577"/>
        <pc:sldMkLst>
          <pc:docMk/>
          <pc:sldMk cId="449171234" sldId="371"/>
        </pc:sldMkLst>
      </pc:sldChg>
      <pc:sldChg chg="modSp">
        <pc:chgData name="Yuli Jiang (CSD)" userId="7c291cd4-aa97-4867-8d2d-ebf5c1c3b419" providerId="ADAL" clId="{D603E690-B92C-46F1-AE20-292A9CF8BE0C}" dt="2024-03-17T17:08:53.752" v="0"/>
        <pc:sldMkLst>
          <pc:docMk/>
          <pc:sldMk cId="2494130295" sldId="372"/>
        </pc:sldMkLst>
      </pc:sldChg>
      <pc:sldChg chg="modSp mod">
        <pc:chgData name="Yuli Jiang (CSD)" userId="7c291cd4-aa97-4867-8d2d-ebf5c1c3b419" providerId="ADAL" clId="{D603E690-B92C-46F1-AE20-292A9CF8BE0C}" dt="2024-03-17T17:12:54.473" v="14" actId="20577"/>
        <pc:sldMkLst>
          <pc:docMk/>
          <pc:sldMk cId="2565903792" sldId="373"/>
        </pc:sldMkLst>
      </pc:sldChg>
      <pc:sldChg chg="modSp mod">
        <pc:chgData name="Yuli Jiang (CSD)" userId="7c291cd4-aa97-4867-8d2d-ebf5c1c3b419" providerId="ADAL" clId="{D603E690-B92C-46F1-AE20-292A9CF8BE0C}" dt="2024-03-17T17:40:27.450" v="118" actId="113"/>
        <pc:sldMkLst>
          <pc:docMk/>
          <pc:sldMk cId="3315102304" sldId="375"/>
        </pc:sldMkLst>
      </pc:sldChg>
      <pc:sldChg chg="modSp mod modNotes">
        <pc:chgData name="Yuli Jiang (CSD)" userId="7c291cd4-aa97-4867-8d2d-ebf5c1c3b419" providerId="ADAL" clId="{D603E690-B92C-46F1-AE20-292A9CF8BE0C}" dt="2024-03-17T17:42:44.387" v="128" actId="20577"/>
        <pc:sldMkLst>
          <pc:docMk/>
          <pc:sldMk cId="1664607574" sldId="376"/>
        </pc:sldMkLst>
      </pc:sldChg>
      <pc:sldChg chg="modSp modNotes">
        <pc:chgData name="Yuli Jiang (CSD)" userId="7c291cd4-aa97-4867-8d2d-ebf5c1c3b419" providerId="ADAL" clId="{D603E690-B92C-46F1-AE20-292A9CF8BE0C}" dt="2024-03-17T17:08:53.752" v="0"/>
        <pc:sldMkLst>
          <pc:docMk/>
          <pc:sldMk cId="1333354155" sldId="377"/>
        </pc:sldMkLst>
      </pc:sldChg>
      <pc:sldChg chg="addSp modSp mod">
        <pc:chgData name="Yuli Jiang (CSD)" userId="7c291cd4-aa97-4867-8d2d-ebf5c1c3b419" providerId="ADAL" clId="{D603E690-B92C-46F1-AE20-292A9CF8BE0C}" dt="2024-03-17T17:48:55.281" v="328" actId="20577"/>
        <pc:sldMkLst>
          <pc:docMk/>
          <pc:sldMk cId="29926056" sldId="378"/>
        </pc:sldMkLst>
      </pc:sldChg>
      <pc:sldChg chg="modSp mod">
        <pc:chgData name="Yuli Jiang (CSD)" userId="7c291cd4-aa97-4867-8d2d-ebf5c1c3b419" providerId="ADAL" clId="{D603E690-B92C-46F1-AE20-292A9CF8BE0C}" dt="2024-03-17T17:49:23.167" v="343" actId="404"/>
        <pc:sldMkLst>
          <pc:docMk/>
          <pc:sldMk cId="907724704" sldId="379"/>
        </pc:sldMkLst>
      </pc:sldChg>
      <pc:sldChg chg="modSp add mod">
        <pc:chgData name="Yuli Jiang (CSD)" userId="7c291cd4-aa97-4867-8d2d-ebf5c1c3b419" providerId="ADAL" clId="{D603E690-B92C-46F1-AE20-292A9CF8BE0C}" dt="2024-03-17T17:50:18.017" v="346" actId="12"/>
        <pc:sldMkLst>
          <pc:docMk/>
          <pc:sldMk cId="2103071963" sldId="380"/>
        </pc:sldMkLst>
      </pc:sldChg>
      <pc:sldChg chg="addSp delSp modSp add mod">
        <pc:chgData name="Yuli Jiang (CSD)" userId="7c291cd4-aa97-4867-8d2d-ebf5c1c3b419" providerId="ADAL" clId="{D603E690-B92C-46F1-AE20-292A9CF8BE0C}" dt="2024-03-17T17:47:13.556" v="284" actId="164"/>
        <pc:sldMkLst>
          <pc:docMk/>
          <pc:sldMk cId="2646986224" sldId="381"/>
        </pc:sldMkLst>
      </pc:sldChg>
      <pc:sldChg chg="modSp add mod">
        <pc:chgData name="Yuli Jiang (CSD)" userId="7c291cd4-aa97-4867-8d2d-ebf5c1c3b419" providerId="ADAL" clId="{D603E690-B92C-46F1-AE20-292A9CF8BE0C}" dt="2024-03-17T17:50:46.536" v="388" actId="20577"/>
        <pc:sldMkLst>
          <pc:docMk/>
          <pc:sldMk cId="488907024" sldId="382"/>
        </pc:sldMkLst>
      </pc:sldChg>
      <pc:sldChg chg="modSp add mod">
        <pc:chgData name="Yuli Jiang (CSD)" userId="7c291cd4-aa97-4867-8d2d-ebf5c1c3b419" providerId="ADAL" clId="{D603E690-B92C-46F1-AE20-292A9CF8BE0C}" dt="2024-03-17T17:59:54.627" v="483" actId="113"/>
        <pc:sldMkLst>
          <pc:docMk/>
          <pc:sldMk cId="1233456107" sldId="383"/>
        </pc:sldMkLst>
      </pc:sldChg>
      <pc:sldMasterChg chg="modSp modSldLayout">
        <pc:chgData name="Yuli Jiang (CSD)" userId="7c291cd4-aa97-4867-8d2d-ebf5c1c3b419" providerId="ADAL" clId="{D603E690-B92C-46F1-AE20-292A9CF8BE0C}" dt="2024-03-17T17:08:53.752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D603E690-B92C-46F1-AE20-292A9CF8BE0C}" dt="2024-03-17T17:08:53.752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D603E690-B92C-46F1-AE20-292A9CF8BE0C}" dt="2024-03-17T17:08:53.752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D603E690-B92C-46F1-AE20-292A9CF8BE0C}" dt="2024-03-17T17:08:53.752" v="0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Yim Pan Chui, Dr. (CSD)" userId="06f431c5-cc1a-4439-a61b-5f3af947c103" providerId="ADAL" clId="{6405AFC4-C831-4880-84B6-BC35777ECA8E}"/>
    <pc:docChg chg="undo custSel modSld">
      <pc:chgData name="Yim Pan Chui, Dr. (CSD)" userId="06f431c5-cc1a-4439-a61b-5f3af947c103" providerId="ADAL" clId="{6405AFC4-C831-4880-84B6-BC35777ECA8E}" dt="2024-03-15T07:37:03.934" v="388" actId="13926"/>
      <pc:docMkLst>
        <pc:docMk/>
      </pc:docMkLst>
      <pc:sldChg chg="modSp mod">
        <pc:chgData name="Yim Pan Chui, Dr. (CSD)" userId="06f431c5-cc1a-4439-a61b-5f3af947c103" providerId="ADAL" clId="{6405AFC4-C831-4880-84B6-BC35777ECA8E}" dt="2024-03-15T07:05:33.944" v="24" actId="13926"/>
        <pc:sldMkLst>
          <pc:docMk/>
          <pc:sldMk cId="2208720684" sldId="359"/>
        </pc:sldMkLst>
      </pc:sldChg>
      <pc:sldChg chg="modSp mod">
        <pc:chgData name="Yim Pan Chui, Dr. (CSD)" userId="06f431c5-cc1a-4439-a61b-5f3af947c103" providerId="ADAL" clId="{6405AFC4-C831-4880-84B6-BC35777ECA8E}" dt="2024-03-15T07:05:50.162" v="26" actId="13926"/>
        <pc:sldMkLst>
          <pc:docMk/>
          <pc:sldMk cId="1899169384" sldId="360"/>
        </pc:sldMkLst>
      </pc:sldChg>
      <pc:sldChg chg="modSp mod">
        <pc:chgData name="Yim Pan Chui, Dr. (CSD)" userId="06f431c5-cc1a-4439-a61b-5f3af947c103" providerId="ADAL" clId="{6405AFC4-C831-4880-84B6-BC35777ECA8E}" dt="2024-03-15T07:05:04.316" v="18" actId="13926"/>
        <pc:sldMkLst>
          <pc:docMk/>
          <pc:sldMk cId="4227071237" sldId="361"/>
        </pc:sldMkLst>
      </pc:sldChg>
      <pc:sldChg chg="modSp mod">
        <pc:chgData name="Yim Pan Chui, Dr. (CSD)" userId="06f431c5-cc1a-4439-a61b-5f3af947c103" providerId="ADAL" clId="{6405AFC4-C831-4880-84B6-BC35777ECA8E}" dt="2024-03-15T07:07:37.968" v="118" actId="13926"/>
        <pc:sldMkLst>
          <pc:docMk/>
          <pc:sldMk cId="3110049485" sldId="362"/>
        </pc:sldMkLst>
      </pc:sldChg>
      <pc:sldChg chg="modSp mod">
        <pc:chgData name="Yim Pan Chui, Dr. (CSD)" userId="06f431c5-cc1a-4439-a61b-5f3af947c103" providerId="ADAL" clId="{6405AFC4-C831-4880-84B6-BC35777ECA8E}" dt="2024-03-15T07:08:22.667" v="125" actId="13926"/>
        <pc:sldMkLst>
          <pc:docMk/>
          <pc:sldMk cId="3153880567" sldId="363"/>
        </pc:sldMkLst>
      </pc:sldChg>
      <pc:sldChg chg="modSp mod">
        <pc:chgData name="Yim Pan Chui, Dr. (CSD)" userId="06f431c5-cc1a-4439-a61b-5f3af947c103" providerId="ADAL" clId="{6405AFC4-C831-4880-84B6-BC35777ECA8E}" dt="2024-03-15T07:09:18.804" v="133" actId="13926"/>
        <pc:sldMkLst>
          <pc:docMk/>
          <pc:sldMk cId="1199998067" sldId="364"/>
        </pc:sldMkLst>
      </pc:sldChg>
      <pc:sldChg chg="modSp mod">
        <pc:chgData name="Yim Pan Chui, Dr. (CSD)" userId="06f431c5-cc1a-4439-a61b-5f3af947c103" providerId="ADAL" clId="{6405AFC4-C831-4880-84B6-BC35777ECA8E}" dt="2024-03-15T07:12:03.026" v="145" actId="13926"/>
        <pc:sldMkLst>
          <pc:docMk/>
          <pc:sldMk cId="1998429632" sldId="367"/>
        </pc:sldMkLst>
      </pc:sldChg>
      <pc:sldChg chg="modSp mod">
        <pc:chgData name="Yim Pan Chui, Dr. (CSD)" userId="06f431c5-cc1a-4439-a61b-5f3af947c103" providerId="ADAL" clId="{6405AFC4-C831-4880-84B6-BC35777ECA8E}" dt="2024-03-15T07:37:03.934" v="388" actId="13926"/>
        <pc:sldMkLst>
          <pc:docMk/>
          <pc:sldMk cId="2761116161" sldId="369"/>
        </pc:sldMkLst>
      </pc:sldChg>
      <pc:sldChg chg="modSp mod">
        <pc:chgData name="Yim Pan Chui, Dr. (CSD)" userId="06f431c5-cc1a-4439-a61b-5f3af947c103" providerId="ADAL" clId="{6405AFC4-C831-4880-84B6-BC35777ECA8E}" dt="2024-03-15T07:36:55.726" v="386" actId="13926"/>
        <pc:sldMkLst>
          <pc:docMk/>
          <pc:sldMk cId="2494130295" sldId="372"/>
        </pc:sldMkLst>
      </pc:sldChg>
      <pc:sldChg chg="modSp mod">
        <pc:chgData name="Yim Pan Chui, Dr. (CSD)" userId="06f431c5-cc1a-4439-a61b-5f3af947c103" providerId="ADAL" clId="{6405AFC4-C831-4880-84B6-BC35777ECA8E}" dt="2024-03-15T07:07:06.622" v="113" actId="20577"/>
        <pc:sldMkLst>
          <pc:docMk/>
          <pc:sldMk cId="2565903792" sldId="373"/>
        </pc:sldMkLst>
      </pc:sldChg>
      <pc:sldChg chg="modSp mod">
        <pc:chgData name="Yim Pan Chui, Dr. (CSD)" userId="06f431c5-cc1a-4439-a61b-5f3af947c103" providerId="ADAL" clId="{6405AFC4-C831-4880-84B6-BC35777ECA8E}" dt="2024-03-15T07:10:58.815" v="143" actId="13926"/>
        <pc:sldMkLst>
          <pc:docMk/>
          <pc:sldMk cId="1333354155" sldId="377"/>
        </pc:sldMkLst>
      </pc:sldChg>
    </pc:docChg>
  </pc:docChgLst>
  <pc:docChgLst>
    <pc:chgData name="William Hui (IEG)" userId="S::kyhui@cuhk.edu.hk::07728535-8fdc-4325-b24f-20cc4d58a3a3" providerId="AD" clId="Web-{FB838CFB-C204-1331-33A5-1FB9A47FDB8C}"/>
    <pc:docChg chg="addSld delSld modSld sldOrd">
      <pc:chgData name="William Hui (IEG)" userId="S::kyhui@cuhk.edu.hk::07728535-8fdc-4325-b24f-20cc4d58a3a3" providerId="AD" clId="Web-{FB838CFB-C204-1331-33A5-1FB9A47FDB8C}" dt="2019-09-22T09:29:32.129" v="1107" actId="20577"/>
      <pc:docMkLst>
        <pc:docMk/>
      </pc:docMkLst>
      <pc:sldChg chg="modSp">
        <pc:chgData name="William Hui (IEG)" userId="S::kyhui@cuhk.edu.hk::07728535-8fdc-4325-b24f-20cc4d58a3a3" providerId="AD" clId="Web-{FB838CFB-C204-1331-33A5-1FB9A47FDB8C}" dt="2019-09-22T08:48:06.722" v="11" actId="20577"/>
        <pc:sldMkLst>
          <pc:docMk/>
          <pc:sldMk cId="0" sldId="256"/>
        </pc:sldMkLst>
      </pc:sldChg>
      <pc:sldChg chg="modSp">
        <pc:chgData name="William Hui (IEG)" userId="S::kyhui@cuhk.edu.hk::07728535-8fdc-4325-b24f-20cc4d58a3a3" providerId="AD" clId="Web-{FB838CFB-C204-1331-33A5-1FB9A47FDB8C}" dt="2019-09-22T08:49:37.785" v="84" actId="20577"/>
        <pc:sldMkLst>
          <pc:docMk/>
          <pc:sldMk cId="2772304277" sldId="259"/>
        </pc:sldMkLst>
      </pc:sldChg>
      <pc:sldChg chg="modSp">
        <pc:chgData name="William Hui (IEG)" userId="S::kyhui@cuhk.edu.hk::07728535-8fdc-4325-b24f-20cc4d58a3a3" providerId="AD" clId="Web-{FB838CFB-C204-1331-33A5-1FB9A47FDB8C}" dt="2019-09-22T09:29:32.129" v="1106" actId="20577"/>
        <pc:sldMkLst>
          <pc:docMk/>
          <pc:sldMk cId="2369003110" sldId="308"/>
        </pc:sldMkLst>
      </pc:sldChg>
      <pc:sldChg chg="modSp">
        <pc:chgData name="William Hui (IEG)" userId="S::kyhui@cuhk.edu.hk::07728535-8fdc-4325-b24f-20cc4d58a3a3" providerId="AD" clId="Web-{FB838CFB-C204-1331-33A5-1FB9A47FDB8C}" dt="2019-09-22T08:48:48.863" v="43" actId="20577"/>
        <pc:sldMkLst>
          <pc:docMk/>
          <pc:sldMk cId="2375331662" sldId="366"/>
        </pc:sldMkLst>
      </pc:sldChg>
      <pc:sldChg chg="modSp">
        <pc:chgData name="William Hui (IEG)" userId="S::kyhui@cuhk.edu.hk::07728535-8fdc-4325-b24f-20cc4d58a3a3" providerId="AD" clId="Web-{FB838CFB-C204-1331-33A5-1FB9A47FDB8C}" dt="2019-09-22T08:48:53.238" v="45" actId="20577"/>
        <pc:sldMkLst>
          <pc:docMk/>
          <pc:sldMk cId="1998429632" sldId="367"/>
        </pc:sldMkLst>
      </pc:sldChg>
      <pc:sldChg chg="modSp">
        <pc:chgData name="William Hui (IEG)" userId="S::kyhui@cuhk.edu.hk::07728535-8fdc-4325-b24f-20cc4d58a3a3" providerId="AD" clId="Web-{FB838CFB-C204-1331-33A5-1FB9A47FDB8C}" dt="2019-09-22T08:48:55.706" v="48" actId="20577"/>
        <pc:sldMkLst>
          <pc:docMk/>
          <pc:sldMk cId="690867867" sldId="368"/>
        </pc:sldMkLst>
      </pc:sldChg>
      <pc:sldChg chg="modSp">
        <pc:chgData name="William Hui (IEG)" userId="S::kyhui@cuhk.edu.hk::07728535-8fdc-4325-b24f-20cc4d58a3a3" providerId="AD" clId="Web-{FB838CFB-C204-1331-33A5-1FB9A47FDB8C}" dt="2019-09-22T08:49:00.831" v="52" actId="20577"/>
        <pc:sldMkLst>
          <pc:docMk/>
          <pc:sldMk cId="2761116161" sldId="369"/>
        </pc:sldMkLst>
      </pc:sldChg>
      <pc:sldChg chg="modSp">
        <pc:chgData name="William Hui (IEG)" userId="S::kyhui@cuhk.edu.hk::07728535-8fdc-4325-b24f-20cc4d58a3a3" providerId="AD" clId="Web-{FB838CFB-C204-1331-33A5-1FB9A47FDB8C}" dt="2019-09-22T08:48:58.285" v="50" actId="20577"/>
        <pc:sldMkLst>
          <pc:docMk/>
          <pc:sldMk cId="449171234" sldId="371"/>
        </pc:sldMkLst>
      </pc:sldChg>
      <pc:sldChg chg="modSp">
        <pc:chgData name="William Hui (IEG)" userId="S::kyhui@cuhk.edu.hk::07728535-8fdc-4325-b24f-20cc4d58a3a3" providerId="AD" clId="Web-{FB838CFB-C204-1331-33A5-1FB9A47FDB8C}" dt="2019-09-22T08:49:04.159" v="55" actId="20577"/>
        <pc:sldMkLst>
          <pc:docMk/>
          <pc:sldMk cId="2494130295" sldId="372"/>
        </pc:sldMkLst>
      </pc:sldChg>
      <pc:sldChg chg="modSp new">
        <pc:chgData name="William Hui (IEG)" userId="S::kyhui@cuhk.edu.hk::07728535-8fdc-4325-b24f-20cc4d58a3a3" providerId="AD" clId="Web-{FB838CFB-C204-1331-33A5-1FB9A47FDB8C}" dt="2019-09-22T08:58:45.394" v="555" actId="20577"/>
        <pc:sldMkLst>
          <pc:docMk/>
          <pc:sldMk cId="3315102304" sldId="375"/>
        </pc:sldMkLst>
      </pc:sldChg>
      <pc:sldChg chg="addSp delSp modSp add replId">
        <pc:chgData name="William Hui (IEG)" userId="S::kyhui@cuhk.edu.hk::07728535-8fdc-4325-b24f-20cc4d58a3a3" providerId="AD" clId="Web-{FB838CFB-C204-1331-33A5-1FB9A47FDB8C}" dt="2019-09-22T09:28:42.442" v="1103" actId="20577"/>
        <pc:sldMkLst>
          <pc:docMk/>
          <pc:sldMk cId="1664607574" sldId="376"/>
        </pc:sldMkLst>
      </pc:sldChg>
      <pc:sldChg chg="modSp add ord replId">
        <pc:chgData name="William Hui (IEG)" userId="S::kyhui@cuhk.edu.hk::07728535-8fdc-4325-b24f-20cc4d58a3a3" providerId="AD" clId="Web-{FB838CFB-C204-1331-33A5-1FB9A47FDB8C}" dt="2019-09-22T09:21:14.740" v="939" actId="14100"/>
        <pc:sldMkLst>
          <pc:docMk/>
          <pc:sldMk cId="1333354155" sldId="377"/>
        </pc:sldMkLst>
      </pc:sldChg>
      <pc:sldChg chg="modSp add ord replId">
        <pc:chgData name="William Hui (IEG)" userId="S::kyhui@cuhk.edu.hk::07728535-8fdc-4325-b24f-20cc4d58a3a3" providerId="AD" clId="Web-{FB838CFB-C204-1331-33A5-1FB9A47FDB8C}" dt="2019-09-22T09:20:50.567" v="904" actId="20577"/>
        <pc:sldMkLst>
          <pc:docMk/>
          <pc:sldMk cId="29926056" sldId="378"/>
        </pc:sldMkLst>
      </pc:sldChg>
      <pc:sldChg chg="addSp delSp modSp add ord replId">
        <pc:chgData name="William Hui (IEG)" userId="S::kyhui@cuhk.edu.hk::07728535-8fdc-4325-b24f-20cc4d58a3a3" providerId="AD" clId="Web-{FB838CFB-C204-1331-33A5-1FB9A47FDB8C}" dt="2019-09-22T09:28:37.739" v="1100" actId="14100"/>
        <pc:sldMkLst>
          <pc:docMk/>
          <pc:sldMk cId="907724704" sldId="379"/>
        </pc:sldMkLst>
      </pc:sldChg>
    </pc:docChg>
  </pc:docChgLst>
  <pc:docChgLst>
    <pc:chgData name="Yuli Jiang (CSD)" userId="7c291cd4-aa97-4867-8d2d-ebf5c1c3b419" providerId="ADAL" clId="{8FBD0129-C0BB-4F8A-B9D2-D31C5DC212F7}"/>
    <pc:docChg chg="custSel modSld sldOrd">
      <pc:chgData name="Yuli Jiang (CSD)" userId="7c291cd4-aa97-4867-8d2d-ebf5c1c3b419" providerId="ADAL" clId="{8FBD0129-C0BB-4F8A-B9D2-D31C5DC212F7}" dt="2025-10-26T16:53:15.289" v="23" actId="14100"/>
      <pc:docMkLst>
        <pc:docMk/>
      </pc:docMkLst>
      <pc:sldChg chg="modSp mod ord modShow">
        <pc:chgData name="Yuli Jiang (CSD)" userId="7c291cd4-aa97-4867-8d2d-ebf5c1c3b419" providerId="ADAL" clId="{8FBD0129-C0BB-4F8A-B9D2-D31C5DC212F7}" dt="2025-10-26T16:50:21.811" v="18" actId="113"/>
        <pc:sldMkLst>
          <pc:docMk/>
          <pc:sldMk cId="4199626820" sldId="365"/>
        </pc:sldMkLst>
        <pc:spChg chg="mod">
          <ac:chgData name="Yuli Jiang (CSD)" userId="7c291cd4-aa97-4867-8d2d-ebf5c1c3b419" providerId="ADAL" clId="{8FBD0129-C0BB-4F8A-B9D2-D31C5DC212F7}" dt="2025-10-26T16:50:21.811" v="18" actId="113"/>
          <ac:spMkLst>
            <pc:docMk/>
            <pc:sldMk cId="4199626820" sldId="365"/>
            <ac:spMk id="198659" creationId="{00000000-0000-0000-0000-000000000000}"/>
          </ac:spMkLst>
        </pc:spChg>
      </pc:sldChg>
      <pc:sldChg chg="mod modShow">
        <pc:chgData name="Yuli Jiang (CSD)" userId="7c291cd4-aa97-4867-8d2d-ebf5c1c3b419" providerId="ADAL" clId="{8FBD0129-C0BB-4F8A-B9D2-D31C5DC212F7}" dt="2025-10-26T16:45:39.282" v="4" actId="729"/>
        <pc:sldMkLst>
          <pc:docMk/>
          <pc:sldMk cId="2565903792" sldId="373"/>
        </pc:sldMkLst>
      </pc:sldChg>
      <pc:sldChg chg="modSp mod">
        <pc:chgData name="Yuli Jiang (CSD)" userId="7c291cd4-aa97-4867-8d2d-ebf5c1c3b419" providerId="ADAL" clId="{8FBD0129-C0BB-4F8A-B9D2-D31C5DC212F7}" dt="2025-10-26T16:53:15.289" v="23" actId="14100"/>
        <pc:sldMkLst>
          <pc:docMk/>
          <pc:sldMk cId="1333354155" sldId="377"/>
        </pc:sldMkLst>
        <pc:spChg chg="mod">
          <ac:chgData name="Yuli Jiang (CSD)" userId="7c291cd4-aa97-4867-8d2d-ebf5c1c3b419" providerId="ADAL" clId="{8FBD0129-C0BB-4F8A-B9D2-D31C5DC212F7}" dt="2025-10-26T16:53:15.289" v="23" actId="14100"/>
          <ac:spMkLst>
            <pc:docMk/>
            <pc:sldMk cId="1333354155" sldId="377"/>
            <ac:spMk id="1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6T16:53:04.564" v="20" actId="1076"/>
          <ac:spMkLst>
            <pc:docMk/>
            <pc:sldMk cId="1333354155" sldId="377"/>
            <ac:spMk id="74754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6T16:53:04.564" v="20" actId="1076"/>
          <ac:spMkLst>
            <pc:docMk/>
            <pc:sldMk cId="1333354155" sldId="377"/>
            <ac:spMk id="74755" creationId="{00000000-0000-0000-0000-000000000000}"/>
          </ac:spMkLst>
        </pc:spChg>
      </pc:sldChg>
      <pc:sldChg chg="delSp modSp mod">
        <pc:chgData name="Yuli Jiang (CSD)" userId="7c291cd4-aa97-4867-8d2d-ebf5c1c3b419" providerId="ADAL" clId="{8FBD0129-C0BB-4F8A-B9D2-D31C5DC212F7}" dt="2025-10-26T16:39:06.395" v="2"/>
        <pc:sldMkLst>
          <pc:docMk/>
          <pc:sldMk cId="3828701829" sldId="610"/>
        </pc:sldMkLst>
        <pc:spChg chg="del mod">
          <ac:chgData name="Yuli Jiang (CSD)" userId="7c291cd4-aa97-4867-8d2d-ebf5c1c3b419" providerId="ADAL" clId="{8FBD0129-C0BB-4F8A-B9D2-D31C5DC212F7}" dt="2025-10-26T16:39:06.395" v="2"/>
          <ac:spMkLst>
            <pc:docMk/>
            <pc:sldMk cId="3828701829" sldId="610"/>
            <ac:spMk id="3" creationId="{365DE74C-290D-FB92-6C08-4BDCC81AC3CD}"/>
          </ac:spMkLst>
        </pc:spChg>
      </pc:sldChg>
      <pc:sldChg chg="mod modShow">
        <pc:chgData name="Yuli Jiang (CSD)" userId="7c291cd4-aa97-4867-8d2d-ebf5c1c3b419" providerId="ADAL" clId="{8FBD0129-C0BB-4F8A-B9D2-D31C5DC212F7}" dt="2025-10-26T16:45:12.142" v="3" actId="729"/>
        <pc:sldMkLst>
          <pc:docMk/>
          <pc:sldMk cId="2924968898" sldId="611"/>
        </pc:sldMkLst>
      </pc:sldChg>
    </pc:docChg>
  </pc:docChgLst>
  <pc:docChgLst>
    <pc:chgData name="Yuli Jiang (CSD)" userId="7c291cd4-aa97-4867-8d2d-ebf5c1c3b419" providerId="ADAL" clId="{9FD031F9-D7AD-4DDD-8ACB-F39B4E8D929C}"/>
    <pc:docChg chg="undo custSel addSld delSld modSld">
      <pc:chgData name="Yuli Jiang (CSD)" userId="7c291cd4-aa97-4867-8d2d-ebf5c1c3b419" providerId="ADAL" clId="{9FD031F9-D7AD-4DDD-8ACB-F39B4E8D929C}" dt="2024-10-24T05:56:38.293" v="433" actId="729"/>
      <pc:docMkLst>
        <pc:docMk/>
      </pc:docMkLst>
      <pc:sldChg chg="modSp mod">
        <pc:chgData name="Yuli Jiang (CSD)" userId="7c291cd4-aa97-4867-8d2d-ebf5c1c3b419" providerId="ADAL" clId="{9FD031F9-D7AD-4DDD-8ACB-F39B4E8D929C}" dt="2024-10-23T07:31:59.026" v="118" actId="207"/>
        <pc:sldMkLst>
          <pc:docMk/>
          <pc:sldMk cId="3702859340" sldId="260"/>
        </pc:sldMkLst>
      </pc:sldChg>
      <pc:sldChg chg="modSp mod modAnim">
        <pc:chgData name="Yuli Jiang (CSD)" userId="7c291cd4-aa97-4867-8d2d-ebf5c1c3b419" providerId="ADAL" clId="{9FD031F9-D7AD-4DDD-8ACB-F39B4E8D929C}" dt="2024-10-23T07:32:47.926" v="120" actId="20577"/>
        <pc:sldMkLst>
          <pc:docMk/>
          <pc:sldMk cId="4227071237" sldId="361"/>
        </pc:sldMkLst>
      </pc:sldChg>
      <pc:sldChg chg="addSp delSp modSp mod">
        <pc:chgData name="Yuli Jiang (CSD)" userId="7c291cd4-aa97-4867-8d2d-ebf5c1c3b419" providerId="ADAL" clId="{9FD031F9-D7AD-4DDD-8ACB-F39B4E8D929C}" dt="2024-10-24T05:53:43.819" v="432" actId="13926"/>
        <pc:sldMkLst>
          <pc:docMk/>
          <pc:sldMk cId="3110049485" sldId="362"/>
        </pc:sldMkLst>
      </pc:sldChg>
      <pc:sldChg chg="modSp">
        <pc:chgData name="Yuli Jiang (CSD)" userId="7c291cd4-aa97-4867-8d2d-ebf5c1c3b419" providerId="ADAL" clId="{9FD031F9-D7AD-4DDD-8ACB-F39B4E8D929C}" dt="2024-10-23T07:41:31.789" v="404" actId="14100"/>
        <pc:sldMkLst>
          <pc:docMk/>
          <pc:sldMk cId="3153880567" sldId="363"/>
        </pc:sldMkLst>
      </pc:sldChg>
      <pc:sldChg chg="mod modShow">
        <pc:chgData name="Yuli Jiang (CSD)" userId="7c291cd4-aa97-4867-8d2d-ebf5c1c3b419" providerId="ADAL" clId="{9FD031F9-D7AD-4DDD-8ACB-F39B4E8D929C}" dt="2024-10-24T05:56:38.293" v="433" actId="729"/>
        <pc:sldMkLst>
          <pc:docMk/>
          <pc:sldMk cId="4199626820" sldId="365"/>
        </pc:sldMkLst>
      </pc:sldChg>
      <pc:sldChg chg="addSp modSp add mod">
        <pc:chgData name="Yuli Jiang (CSD)" userId="7c291cd4-aa97-4867-8d2d-ebf5c1c3b419" providerId="ADAL" clId="{9FD031F9-D7AD-4DDD-8ACB-F39B4E8D929C}" dt="2024-10-23T07:27:25.463" v="63" actId="14100"/>
        <pc:sldMkLst>
          <pc:docMk/>
          <pc:sldMk cId="3828701829" sldId="610"/>
        </pc:sldMkLst>
      </pc:sldChg>
      <pc:sldChg chg="modSp add modAnim">
        <pc:chgData name="Yuli Jiang (CSD)" userId="7c291cd4-aa97-4867-8d2d-ebf5c1c3b419" providerId="ADAL" clId="{9FD031F9-D7AD-4DDD-8ACB-F39B4E8D929C}" dt="2024-10-23T07:29:56.662" v="79" actId="13926"/>
        <pc:sldMkLst>
          <pc:docMk/>
          <pc:sldMk cId="2924968898" sldId="611"/>
        </pc:sldMkLst>
      </pc:sldChg>
      <pc:sldChg chg="addSp delSp modSp new mod modShow">
        <pc:chgData name="Yuli Jiang (CSD)" userId="7c291cd4-aa97-4867-8d2d-ebf5c1c3b419" providerId="ADAL" clId="{9FD031F9-D7AD-4DDD-8ACB-F39B4E8D929C}" dt="2024-10-24T05:52:06" v="431" actId="5793"/>
        <pc:sldMkLst>
          <pc:docMk/>
          <pc:sldMk cId="3855266039" sldId="612"/>
        </pc:sldMkLst>
      </pc:sldChg>
      <pc:sldChg chg="modSp new del mod">
        <pc:chgData name="Yuli Jiang (CSD)" userId="7c291cd4-aa97-4867-8d2d-ebf5c1c3b419" providerId="ADAL" clId="{9FD031F9-D7AD-4DDD-8ACB-F39B4E8D929C}" dt="2024-10-23T08:07:11.615" v="408" actId="47"/>
        <pc:sldMkLst>
          <pc:docMk/>
          <pc:sldMk cId="1193033846" sldId="613"/>
        </pc:sldMkLst>
      </pc:sldChg>
    </pc:docChg>
  </pc:docChgLst>
  <pc:docChgLst>
    <pc:chgData clId="Web-{A24E91FB-15C9-80B3-0829-8682F1F08FC0}"/>
    <pc:docChg chg="addSld">
      <pc:chgData name="" userId="" providerId="" clId="Web-{A24E91FB-15C9-80B3-0829-8682F1F08FC0}" dt="2019-09-21T16:12:17.459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4FF5-308B-0370-943A-E0E4CE99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4DD67-0B04-C418-F313-E64342D97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90D71-2C40-552E-BEFB-92D2EBCC1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4487E-0525-E1AB-6D58-38EB94E82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E679-0D18-C216-57D4-5D584580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8ABA7-4FE5-B482-DCE0-9E5B90492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2B6D7-DC9B-DDFE-C656-9E1640B8D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04AE5-658B-710B-1776-2A71A8C2D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87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80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92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1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0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67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70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61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4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31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3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9FA1-D4D2-C60F-299A-252786A3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39E484-09AB-5283-FF84-201D8921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1</a:t>
            </a:fld>
            <a:endParaRPr lang="en-US" altLang="zh-TW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48E4271-6224-3318-884E-E003848A1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Functions</a:t>
            </a:r>
            <a:endParaRPr lang="en-US" altLang="zh-TW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DB0319C-C6FB-2BE7-70CE-320A3ACAA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785" y="1066800"/>
            <a:ext cx="6154615" cy="5105400"/>
          </a:xfrm>
        </p:spPr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Basic Concepts</a:t>
            </a:r>
          </a:p>
          <a:p>
            <a:pPr marL="838200" lvl="1" indent="-381000"/>
            <a:r>
              <a:rPr lang="en-US" altLang="zh-TW" sz="2400" b="1" u="sng" dirty="0"/>
              <a:t>trace</a:t>
            </a:r>
            <a:r>
              <a:rPr lang="en-US" altLang="zh-TW" sz="2400" dirty="0"/>
              <a:t> a function call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Defining a function with parameters</a:t>
            </a:r>
          </a:p>
          <a:p>
            <a:pPr marL="838200" lvl="1" indent="-381000"/>
            <a:r>
              <a:rPr lang="en-US" altLang="zh-TW" sz="2400" dirty="0"/>
              <a:t>match by position</a:t>
            </a:r>
          </a:p>
          <a:p>
            <a:pPr marL="838200" lvl="1" indent="-381000"/>
            <a:r>
              <a:rPr lang="en-US" altLang="zh-TW" sz="2400" dirty="0"/>
              <a:t>local variables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Return</a:t>
            </a:r>
          </a:p>
          <a:p>
            <a:pPr marL="838200" lvl="1" indent="-381000"/>
            <a:r>
              <a:rPr lang="en-US" altLang="zh-TW" sz="2400" dirty="0"/>
              <a:t>return type match</a:t>
            </a:r>
          </a:p>
          <a:p>
            <a:pPr marL="838200" lvl="1" indent="-381000"/>
            <a:r>
              <a:rPr lang="en-US" altLang="zh-TW" sz="2400" dirty="0">
                <a:ea typeface="新細明體"/>
              </a:rPr>
              <a:t>Interrupt the function</a:t>
            </a:r>
            <a:endParaRPr lang="en-US" altLang="zh-TW" sz="24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cs typeface="Times New Roman" pitchFamily="18" charset="0"/>
              </a:rPr>
              <a:t>Function Prototypes/declarations</a:t>
            </a:r>
            <a:endParaRPr lang="en-US" altLang="zh-TW" sz="2800" dirty="0"/>
          </a:p>
          <a:p>
            <a:pPr marL="533400" indent="-533400">
              <a:buFont typeface="+mj-lt"/>
              <a:buAutoNum type="arabicPeriod" startAt="5"/>
            </a:pPr>
            <a:r>
              <a:rPr lang="en-US" altLang="zh-CN" sz="2400" dirty="0">
                <a:latin typeface="Consolas" panose="020B0609020204030204" pitchFamily="49" charset="0"/>
                <a:cs typeface="Times New Roman" pitchFamily="18" charset="0"/>
              </a:rPr>
              <a:t>Pre-defined Functions</a:t>
            </a:r>
            <a:endParaRPr lang="en-US" altLang="zh-TW" sz="2800" dirty="0"/>
          </a:p>
          <a:p>
            <a:pPr marL="838200" lvl="1" indent="-381000"/>
            <a:r>
              <a:rPr lang="en-US" altLang="zh-TW" sz="2400" dirty="0"/>
              <a:t>Include header file(s)</a:t>
            </a:r>
          </a:p>
          <a:p>
            <a:pPr marL="438150" indent="-381000"/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82870182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534400" cy="2898773"/>
          </a:xfrm>
        </p:spPr>
        <p:txBody>
          <a:bodyPr>
            <a:normAutofit/>
          </a:bodyPr>
          <a:lstStyle/>
          <a:p>
            <a:r>
              <a:rPr lang="en-US" altLang="zh-TW" sz="5400" b="1" dirty="0">
                <a:ea typeface="新細明體"/>
              </a:rPr>
              <a:t>Variable Scope</a:t>
            </a:r>
            <a:r>
              <a:rPr lang="en-US" altLang="zh-CN" sz="5400" b="1" dirty="0">
                <a:ea typeface="新細明體"/>
              </a:rPr>
              <a:t>(</a:t>
            </a:r>
            <a:r>
              <a:rPr lang="zh-CN" altLang="en-US" sz="5400" b="1" dirty="0">
                <a:ea typeface="新細明體"/>
              </a:rPr>
              <a:t>範圍</a:t>
            </a:r>
            <a:r>
              <a:rPr lang="en-US" altLang="zh-CN" sz="5400" b="1" dirty="0">
                <a:ea typeface="新細明體"/>
              </a:rPr>
              <a:t>,</a:t>
            </a:r>
            <a:r>
              <a:rPr lang="zh-CN" altLang="en-US" sz="5400" b="1" dirty="0">
                <a:ea typeface="新細明體"/>
              </a:rPr>
              <a:t>領域</a:t>
            </a:r>
            <a:r>
              <a:rPr lang="en-US" altLang="zh-CN" sz="5400" b="1" dirty="0">
                <a:ea typeface="新細明體"/>
              </a:rPr>
              <a:t>)</a:t>
            </a:r>
            <a:r>
              <a:rPr lang="en-US" altLang="zh-TW" sz="5400" b="1" dirty="0">
                <a:ea typeface="新細明體"/>
              </a:rPr>
              <a:t>,</a:t>
            </a:r>
            <a:br>
              <a:rPr lang="en-US" altLang="zh-TW" sz="5400" b="1" dirty="0">
                <a:ea typeface="新細明體"/>
              </a:rPr>
            </a:br>
            <a:r>
              <a:rPr lang="en-US" altLang="zh-TW" sz="5400" b="1" dirty="0">
                <a:ea typeface="新細明體"/>
              </a:rPr>
              <a:t> </a:t>
            </a:r>
            <a:br>
              <a:rPr lang="en-US" altLang="zh-TW" sz="5400" b="1" dirty="0">
                <a:ea typeface="新細明體"/>
              </a:rPr>
            </a:br>
            <a:r>
              <a:rPr lang="en-US" altLang="zh-TW" sz="5400" b="1" dirty="0">
                <a:ea typeface="新細明體"/>
              </a:rPr>
              <a:t>Address &amp; Storage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/>
              </a:rPr>
              <a:t>Variable scope 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533400" indent="-533400">
              <a:lnSpc>
                <a:spcPct val="150000"/>
              </a:lnSpc>
              <a:buAutoNum type="arabicPeriod"/>
            </a:pPr>
            <a:r>
              <a:rPr lang="en-US" altLang="zh-TW" dirty="0">
                <a:ea typeface="新細明體"/>
              </a:rPr>
              <a:t>Concept of Address</a:t>
            </a: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/>
              <a:t>Storage class</a:t>
            </a:r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3BBF1-FE94-4C42-A1D6-62CD5419803F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1. Variable Scope 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範圍</a:t>
            </a:r>
            <a:r>
              <a:rPr lang="en-US" altLang="zh-TW" dirty="0"/>
              <a:t>,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領域</a:t>
            </a:r>
            <a:r>
              <a:rPr lang="en-US" altLang="zh-TW" dirty="0"/>
              <a:t>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11201399" cy="5105400"/>
          </a:xfrm>
        </p:spPr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i="1" dirty="0">
                <a:solidFill>
                  <a:srgbClr val="0070C0"/>
                </a:solidFill>
              </a:rPr>
              <a:t>scope </a:t>
            </a:r>
            <a:r>
              <a:rPr lang="en-US" altLang="zh-TW" dirty="0"/>
              <a:t>of a variable determines where the variable is accessible or useable in a program.</a:t>
            </a:r>
          </a:p>
          <a:p>
            <a:endParaRPr lang="en-US" altLang="zh-TW" dirty="0"/>
          </a:p>
          <a:p>
            <a:r>
              <a:rPr lang="en-US" altLang="zh-TW" dirty="0"/>
              <a:t>In C language, scope rules depend on the notion of </a:t>
            </a:r>
            <a:r>
              <a:rPr lang="en-US" altLang="zh-TW" i="1" dirty="0">
                <a:solidFill>
                  <a:srgbClr val="0070C0"/>
                </a:solidFill>
              </a:rPr>
              <a:t>blocks</a:t>
            </a:r>
          </a:p>
          <a:p>
            <a:pPr lvl="1"/>
            <a:r>
              <a:rPr lang="en-US" altLang="zh-TW" sz="3200" dirty="0"/>
              <a:t>Each </a:t>
            </a:r>
            <a:r>
              <a:rPr lang="en-US" altLang="zh-TW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… }</a:t>
            </a:r>
            <a:r>
              <a:rPr lang="en-US" altLang="zh-TW" sz="3200" dirty="0">
                <a:solidFill>
                  <a:srgbClr val="0070C0"/>
                </a:solidFill>
              </a:rPr>
              <a:t> </a:t>
            </a:r>
            <a:r>
              <a:rPr lang="en-US" altLang="zh-TW" sz="3200" dirty="0"/>
              <a:t>defines a block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Basic scope rule: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4191000" y="4253508"/>
            <a:ext cx="7010400" cy="1532334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altLang="zh-TW" sz="2800" b="1" i="1" dirty="0">
                <a:solidFill>
                  <a:schemeClr val="tx1"/>
                </a:solidFill>
                <a:ea typeface="新細明體" panose="02020500000000000000" pitchFamily="18" charset="-120"/>
              </a:rPr>
              <a:t>Variables are accessible only </a:t>
            </a:r>
          </a:p>
          <a:p>
            <a:pPr algn="ctr"/>
            <a:r>
              <a:rPr lang="en-US" altLang="zh-TW" sz="2800" b="1" i="1" dirty="0">
                <a:solidFill>
                  <a:schemeClr val="tx1"/>
                </a:solidFill>
                <a:ea typeface="新細明體" panose="02020500000000000000" pitchFamily="18" charset="-120"/>
              </a:rPr>
              <a:t>within the block / </a:t>
            </a:r>
            <a:r>
              <a:rPr lang="en-US" altLang="zh-TW" sz="2800" b="1" i="1" dirty="0">
                <a:solidFill>
                  <a:srgbClr val="C00000"/>
                </a:solidFill>
                <a:ea typeface="新細明體" panose="02020500000000000000" pitchFamily="18" charset="-120"/>
              </a:rPr>
              <a:t>within the {…} </a:t>
            </a:r>
          </a:p>
          <a:p>
            <a:pPr algn="ctr"/>
            <a:r>
              <a:rPr lang="en-US" altLang="zh-TW" sz="2800" b="1" i="1" dirty="0">
                <a:solidFill>
                  <a:schemeClr val="tx1"/>
                </a:solidFill>
                <a:ea typeface="新細明體" panose="02020500000000000000" pitchFamily="18" charset="-120"/>
              </a:rPr>
              <a:t>in which they are declared.</a:t>
            </a:r>
            <a:endParaRPr lang="zh-TW" altLang="en-US" sz="2800" b="1" i="1" dirty="0">
              <a:solidFill>
                <a:schemeClr val="tx1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28593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01615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1994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5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997552" y="1219200"/>
            <a:ext cx="5453055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00FFFF"/>
                </a:highlight>
              </a:rPr>
              <a:t> and </a:t>
            </a:r>
            <a:r>
              <a:rPr lang="en-US" altLang="zh-TW" sz="2400" b="1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sz="2400" dirty="0">
                <a:solidFill>
                  <a:srgbClr val="000000"/>
                </a:solidFill>
              </a:rPr>
              <a:t> are only accessible inside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foo()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997552" y="2895600"/>
            <a:ext cx="5453055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</a:rPr>
              <a:t> is only accessible inside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8720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44DF22-1601-CB2E-B952-01FB4535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FC9DCD-D5C6-E415-DBCD-A534186EA683}"/>
              </a:ext>
            </a:extLst>
          </p:cNvPr>
          <p:cNvSpPr/>
          <p:nvPr/>
        </p:nvSpPr>
        <p:spPr>
          <a:xfrm>
            <a:off x="2001615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67EEF5-3659-5183-AB6F-3A086A30868B}"/>
              </a:ext>
            </a:extLst>
          </p:cNvPr>
          <p:cNvSpPr/>
          <p:nvPr/>
        </p:nvSpPr>
        <p:spPr>
          <a:xfrm>
            <a:off x="2514600" y="4049806"/>
            <a:ext cx="5562599" cy="1181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9F1C62-2EA7-0C6F-F68C-631DD7B0A16A}"/>
              </a:ext>
            </a:extLst>
          </p:cNvPr>
          <p:cNvSpPr/>
          <p:nvPr/>
        </p:nvSpPr>
        <p:spPr>
          <a:xfrm>
            <a:off x="1994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33B3ED3-1297-3335-9526-05052D7B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1A98E5D7-CA32-6558-CDE1-C3FDD83E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Error!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OK!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	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15C8101F-BFF3-2123-F4D0-9A1DB4E5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>
            <a:extLst>
              <a:ext uri="{FF2B5EF4-FFF2-40B4-BE49-F238E27FC236}">
                <a16:creationId xmlns:a16="http://schemas.microsoft.com/office/drawing/2014/main" id="{6EE56DF6-8836-C5CB-EF8E-EAAC90A4C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FDF7BB2-3A95-108B-0F5A-38EBC8C54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1943100"/>
            <a:ext cx="3886201" cy="12573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Accessing an identifier outside its scope will result in a compile-time error.</a:t>
            </a:r>
          </a:p>
        </p:txBody>
      </p:sp>
    </p:spTree>
    <p:extLst>
      <p:ext uri="{BB962C8B-B14F-4D97-AF65-F5344CB8AC3E}">
        <p14:creationId xmlns:p14="http://schemas.microsoft.com/office/powerpoint/2010/main" val="292496889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01615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/>
          <p:cNvSpPr/>
          <p:nvPr/>
        </p:nvSpPr>
        <p:spPr>
          <a:xfrm>
            <a:off x="2514600" y="4381500"/>
            <a:ext cx="5562599" cy="1181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1994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p)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q;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5295899" y="4114800"/>
            <a:ext cx="5132795" cy="4953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b="1" dirty="0">
                <a:solidFill>
                  <a:srgbClr val="000000"/>
                </a:solidFill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sz="2400" dirty="0">
                <a:solidFill>
                  <a:srgbClr val="000000"/>
                </a:solidFill>
              </a:rPr>
              <a:t> is only accessible within the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TW" sz="2400" dirty="0">
                <a:solidFill>
                  <a:srgbClr val="000000"/>
                </a:solidFill>
              </a:rPr>
              <a:t>-block</a:t>
            </a:r>
          </a:p>
        </p:txBody>
      </p:sp>
    </p:spTree>
    <p:extLst>
      <p:ext uri="{BB962C8B-B14F-4D97-AF65-F5344CB8AC3E}">
        <p14:creationId xmlns:p14="http://schemas.microsoft.com/office/powerpoint/2010/main" val="18991693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01615" y="3124200"/>
            <a:ext cx="6075585" cy="3032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Rectangle 10"/>
          <p:cNvSpPr/>
          <p:nvPr/>
        </p:nvSpPr>
        <p:spPr>
          <a:xfrm>
            <a:off x="2514600" y="4049806"/>
            <a:ext cx="5562599" cy="1181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Rectangle 1"/>
          <p:cNvSpPr/>
          <p:nvPr/>
        </p:nvSpPr>
        <p:spPr>
          <a:xfrm>
            <a:off x="1994102" y="1371600"/>
            <a:ext cx="6006898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Error!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if (...)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00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OK!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("%d",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// Error!</a:t>
            </a: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 Local Scope (or Block Scope)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705601" y="1943100"/>
            <a:ext cx="3886201" cy="12573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Accessing an identifier outside its scope will result in a compile-time error.</a:t>
            </a:r>
          </a:p>
        </p:txBody>
      </p:sp>
    </p:spTree>
    <p:extLst>
      <p:ext uri="{BB962C8B-B14F-4D97-AF65-F5344CB8AC3E}">
        <p14:creationId xmlns:p14="http://schemas.microsoft.com/office/powerpoint/2010/main" val="4227071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...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int A, B;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... 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When we need a variable temporarily (e.g., to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swap the value between two A and B), we can introduce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a block and declare the "temp" variable inside.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This way, we make sure "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only exists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= A;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 this block and won't introduce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A = B;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conflicting name by accident.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B =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shall not be used any more at this point</a:t>
            </a: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1.1.1. How to make good use of local scope</a:t>
            </a:r>
          </a:p>
        </p:txBody>
      </p:sp>
    </p:spTree>
    <p:extLst>
      <p:ext uri="{BB962C8B-B14F-4D97-AF65-F5344CB8AC3E}">
        <p14:creationId xmlns:p14="http://schemas.microsoft.com/office/powerpoint/2010/main" val="25659037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F445E-600E-E4FC-8B6A-850CFD57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Lab-7 Ex6 - Moving average of order K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2CD683-3B47-6595-5CDD-3033F9AC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右中括号 4">
            <a:extLst>
              <a:ext uri="{FF2B5EF4-FFF2-40B4-BE49-F238E27FC236}">
                <a16:creationId xmlns:a16="http://schemas.microsoft.com/office/drawing/2014/main" id="{5ADA67F3-17E4-D850-DB42-722B8F9B4E3D}"/>
              </a:ext>
            </a:extLst>
          </p:cNvPr>
          <p:cNvSpPr/>
          <p:nvPr/>
        </p:nvSpPr>
        <p:spPr>
          <a:xfrm rot="5400000">
            <a:off x="2514600" y="2324100"/>
            <a:ext cx="152400" cy="914400"/>
          </a:xfrm>
          <a:prstGeom prst="rightBracket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右中括号 5">
            <a:extLst>
              <a:ext uri="{FF2B5EF4-FFF2-40B4-BE49-F238E27FC236}">
                <a16:creationId xmlns:a16="http://schemas.microsoft.com/office/drawing/2014/main" id="{2BA41BFC-6B9E-9C92-C233-A31312DD069C}"/>
              </a:ext>
            </a:extLst>
          </p:cNvPr>
          <p:cNvSpPr/>
          <p:nvPr/>
        </p:nvSpPr>
        <p:spPr>
          <a:xfrm rot="5400000">
            <a:off x="3009900" y="2400300"/>
            <a:ext cx="228600" cy="914400"/>
          </a:xfrm>
          <a:prstGeom prst="rightBracket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右中括号 6">
            <a:extLst>
              <a:ext uri="{FF2B5EF4-FFF2-40B4-BE49-F238E27FC236}">
                <a16:creationId xmlns:a16="http://schemas.microsoft.com/office/drawing/2014/main" id="{CC7F89BC-7A8C-2353-4E9C-CA0A2A7845A8}"/>
              </a:ext>
            </a:extLst>
          </p:cNvPr>
          <p:cNvSpPr/>
          <p:nvPr/>
        </p:nvSpPr>
        <p:spPr>
          <a:xfrm rot="5400000">
            <a:off x="3434287" y="2484439"/>
            <a:ext cx="396877" cy="914400"/>
          </a:xfrm>
          <a:prstGeom prst="rightBracket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6A4C96-F19C-ABED-134A-85B0C7EC1E3C}"/>
              </a:ext>
            </a:extLst>
          </p:cNvPr>
          <p:cNvSpPr txBox="1"/>
          <p:nvPr/>
        </p:nvSpPr>
        <p:spPr>
          <a:xfrm>
            <a:off x="1219200" y="2857500"/>
            <a:ext cx="1473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Avg =   </a:t>
            </a:r>
            <a:r>
              <a:rPr lang="en-US" sz="2400" b="1" dirty="0">
                <a:solidFill>
                  <a:schemeClr val="tx2"/>
                </a:solidFill>
              </a:rPr>
              <a:t>2.0</a:t>
            </a:r>
            <a:endParaRPr lang="LID4096" sz="2400" b="1" dirty="0">
              <a:solidFill>
                <a:schemeClr val="accent3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092F11-D961-C85B-3C73-E45FD75067C6}"/>
              </a:ext>
            </a:extLst>
          </p:cNvPr>
          <p:cNvSpPr txBox="1"/>
          <p:nvPr/>
        </p:nvSpPr>
        <p:spPr>
          <a:xfrm>
            <a:off x="2819400" y="2942196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3.0</a:t>
            </a:r>
            <a:endParaRPr lang="LID4096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28C1D7-61AE-C78B-3BB1-FEE2B9E83E98}"/>
              </a:ext>
            </a:extLst>
          </p:cNvPr>
          <p:cNvSpPr txBox="1"/>
          <p:nvPr/>
        </p:nvSpPr>
        <p:spPr>
          <a:xfrm>
            <a:off x="3352800" y="3094596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4.0</a:t>
            </a:r>
            <a:endParaRPr lang="LID4096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91AA6D-C9DD-C8DC-9B00-8BE70436BC1A}"/>
              </a:ext>
            </a:extLst>
          </p:cNvPr>
          <p:cNvSpPr txBox="1"/>
          <p:nvPr/>
        </p:nvSpPr>
        <p:spPr>
          <a:xfrm>
            <a:off x="1981200" y="2187029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1   2   3   4   5   6   7   8 </a:t>
            </a:r>
            <a:endParaRPr lang="LID4096" sz="3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134534-E741-0FF2-E6FF-B442B97833FD}"/>
              </a:ext>
            </a:extLst>
          </p:cNvPr>
          <p:cNvSpPr txBox="1"/>
          <p:nvPr/>
        </p:nvSpPr>
        <p:spPr>
          <a:xfrm>
            <a:off x="6628875" y="1334006"/>
            <a:ext cx="5080000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dirty="0"/>
              <a:t>for ( </a:t>
            </a:r>
            <a:r>
              <a:rPr lang="en-US" sz="3200" b="1" dirty="0" err="1"/>
              <a:t>i</a:t>
            </a:r>
            <a:r>
              <a:rPr lang="en-US" sz="3200" b="1" dirty="0"/>
              <a:t>=0 ; … ; </a:t>
            </a:r>
            <a:r>
              <a:rPr lang="en-US" sz="3200" b="1" dirty="0" err="1"/>
              <a:t>i</a:t>
            </a:r>
            <a:r>
              <a:rPr lang="en-US" sz="3200" b="1" dirty="0"/>
              <a:t>++){</a:t>
            </a:r>
          </a:p>
          <a:p>
            <a:r>
              <a:rPr lang="en-US" sz="3200" b="1" dirty="0"/>
              <a:t>	</a:t>
            </a:r>
            <a:r>
              <a:rPr lang="en-US" sz="3200" b="1" dirty="0">
                <a:solidFill>
                  <a:srgbClr val="C00000"/>
                </a:solidFill>
              </a:rPr>
              <a:t>double sum=0;</a:t>
            </a:r>
          </a:p>
          <a:p>
            <a:r>
              <a:rPr lang="en-US" sz="3200" b="1" dirty="0"/>
              <a:t>	for ( …; …</a:t>
            </a:r>
            <a:r>
              <a:rPr lang="en-US" altLang="zh-CN" sz="3200" b="1" dirty="0"/>
              <a:t>; </a:t>
            </a:r>
            <a:r>
              <a:rPr lang="en-US" altLang="zh-CN" sz="3200" b="1" dirty="0" err="1"/>
              <a:t>j++</a:t>
            </a:r>
            <a:r>
              <a:rPr lang="en-US" altLang="zh-CN" sz="3200" b="1" dirty="0"/>
              <a:t>){</a:t>
            </a:r>
          </a:p>
          <a:p>
            <a:r>
              <a:rPr lang="en-US" altLang="zh-CN" sz="3200" b="1" dirty="0"/>
              <a:t>		sum + = A[j];</a:t>
            </a:r>
          </a:p>
          <a:p>
            <a:r>
              <a:rPr lang="en-US" sz="3200" b="1" dirty="0"/>
              <a:t>	}</a:t>
            </a:r>
          </a:p>
          <a:p>
            <a:r>
              <a:rPr lang="en-US" sz="3200" b="1" dirty="0"/>
              <a:t>	//print avg = sum/k;</a:t>
            </a:r>
          </a:p>
          <a:p>
            <a:r>
              <a:rPr lang="en-US" sz="3200" b="1" dirty="0"/>
              <a:t>}</a:t>
            </a:r>
            <a:endParaRPr lang="LID4096" sz="3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A7FB41-A481-6B1C-4C6E-8FD85E9D00AE}"/>
              </a:ext>
            </a:extLst>
          </p:cNvPr>
          <p:cNvSpPr txBox="1"/>
          <p:nvPr/>
        </p:nvSpPr>
        <p:spPr>
          <a:xfrm>
            <a:off x="1143000" y="4625842"/>
            <a:ext cx="8610600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dirty="0"/>
              <a:t>Local variable sum</a:t>
            </a:r>
          </a:p>
          <a:p>
            <a:r>
              <a:rPr lang="en-US" sz="3200" b="1" dirty="0"/>
              <a:t>Each time, we need a new sum starting from 0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385526603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TW" sz="2000" b="1" i="1" dirty="0">
                <a:solidFill>
                  <a:schemeClr val="accent3">
                    <a:lumMod val="50000"/>
                  </a:schemeClr>
                </a:solidFill>
              </a:rPr>
              <a:t> global variable</a:t>
            </a:r>
            <a:endParaRPr lang="en-US" altLang="zh-TW" sz="2000" b="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void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sz="2000" b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foo();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sz="2000" b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1.2. Global Scope (File Scope)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6331051" y="1219200"/>
            <a:ext cx="5479949" cy="48768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800" dirty="0">
                <a:solidFill>
                  <a:srgbClr val="000000"/>
                </a:solidFill>
              </a:rPr>
              <a:t>Variables that are not declared inside of any function are commonly known as </a:t>
            </a:r>
            <a:r>
              <a:rPr lang="en-US" altLang="zh-TW" sz="2800" b="1" i="1" dirty="0">
                <a:solidFill>
                  <a:srgbClr val="0070C0"/>
                </a:solidFill>
              </a:rPr>
              <a:t>global variable</a:t>
            </a:r>
            <a:r>
              <a:rPr lang="en-US" altLang="zh-TW" sz="2800" dirty="0">
                <a:solidFill>
                  <a:srgbClr val="000000"/>
                </a:solidFill>
              </a:rPr>
              <a:t>. They are accessible anywhere in the same file.</a:t>
            </a:r>
          </a:p>
          <a:p>
            <a:pPr eaLnBrk="0" hangingPunct="0"/>
            <a:endParaRPr lang="en-US" altLang="zh-TW" sz="2800" dirty="0">
              <a:solidFill>
                <a:srgbClr val="000000"/>
              </a:solidFill>
            </a:endParaRPr>
          </a:p>
          <a:p>
            <a:pPr eaLnBrk="0" hangingPunct="0"/>
            <a:r>
              <a:rPr lang="en-US" altLang="zh-TW" sz="2800" dirty="0">
                <a:solidFill>
                  <a:srgbClr val="000000"/>
                </a:solidFill>
              </a:rPr>
              <a:t>In this example, </a:t>
            </a:r>
            <a:r>
              <a:rPr lang="en-US" altLang="zh-TW" sz="280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universe</a:t>
            </a:r>
            <a:r>
              <a:rPr lang="en-US" altLang="zh-TW" sz="2800" dirty="0">
                <a:solidFill>
                  <a:srgbClr val="000000"/>
                </a:solidFill>
              </a:rPr>
              <a:t> is a </a:t>
            </a:r>
            <a:r>
              <a:rPr lang="en-US" altLang="zh-TW" sz="2800" dirty="0">
                <a:solidFill>
                  <a:srgbClr val="000000"/>
                </a:solidFill>
                <a:highlight>
                  <a:srgbClr val="00FFFF"/>
                </a:highlight>
              </a:rPr>
              <a:t>global variable</a:t>
            </a:r>
            <a:r>
              <a:rPr lang="en-US" altLang="zh-TW" sz="28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00494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b="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endParaRPr lang="en-US" altLang="zh-TW" b="0" dirty="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void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   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global "bar"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  <a:endParaRPr lang="en-US" altLang="zh-TW" b="0" dirty="0">
              <a:solidFill>
                <a:srgbClr val="00B050"/>
              </a:solidFill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main()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 3;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("%d\n", </a:t>
            </a:r>
            <a:r>
              <a:rPr lang="en-US" altLang="zh-TW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);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the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		// current block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bar</a:t>
            </a:r>
            <a:r>
              <a:rPr lang="en-US" altLang="zh-TW" b="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--;</a:t>
            </a: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Refer to the "bar" declared in main()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1.3. Masking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6705601" y="990600"/>
            <a:ext cx="5029199" cy="1981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An identifier declared inside a block 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mask</a:t>
            </a:r>
            <a:r>
              <a:rPr lang="en-US" altLang="zh-TW" sz="2800" i="1" dirty="0">
                <a:ea typeface="新細明體" pitchFamily="18" charset="-120"/>
              </a:rPr>
              <a:t>s</a:t>
            </a:r>
            <a:r>
              <a:rPr lang="en-US" altLang="zh-TW" sz="2800" dirty="0">
                <a:ea typeface="新細明體" pitchFamily="18" charset="-120"/>
              </a:rPr>
              <a:t> or 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overshadow</a:t>
            </a:r>
            <a:r>
              <a:rPr lang="en-US" altLang="zh-TW" sz="2800" i="1" dirty="0">
                <a:ea typeface="新細明體" pitchFamily="18" charset="-120"/>
              </a:rPr>
              <a:t>s</a:t>
            </a:r>
            <a:r>
              <a:rPr lang="en-US" altLang="zh-TW" sz="2800" dirty="0">
                <a:ea typeface="新細明體" pitchFamily="18" charset="-120"/>
              </a:rPr>
              <a:t> the same identifier declared outside the block.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8762" y="6270978"/>
            <a:ext cx="707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You should avoid introducing identifiers that mask other identifiers.</a:t>
            </a:r>
          </a:p>
        </p:txBody>
      </p:sp>
    </p:spTree>
    <p:extLst>
      <p:ext uri="{BB962C8B-B14F-4D97-AF65-F5344CB8AC3E}">
        <p14:creationId xmlns:p14="http://schemas.microsoft.com/office/powerpoint/2010/main" val="315388056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B68E-EE4B-4AD8-9355-5C6207524466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 dirty="0"/>
              <a:t>1.4. Why you should not use global variables</a:t>
            </a:r>
            <a:endParaRPr lang="zh-TW" altLang="en-US" sz="3600" dirty="0">
              <a:ea typeface="新細明體" pitchFamily="18" charset="-120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114300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b="1" dirty="0">
                <a:ea typeface="新細明體" pitchFamily="18" charset="-120"/>
              </a:rPr>
              <a:t>Global variable </a:t>
            </a:r>
            <a:r>
              <a:rPr lang="en-US" altLang="zh-TW" dirty="0">
                <a:ea typeface="新細明體" pitchFamily="18" charset="-120"/>
              </a:rPr>
              <a:t>is a powerful tool available in C.</a:t>
            </a:r>
          </a:p>
          <a:p>
            <a:pPr lvl="4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However, </a:t>
            </a:r>
            <a:r>
              <a:rPr lang="en-US" altLang="zh-TW" sz="3600" b="1" dirty="0">
                <a:ea typeface="新細明體" pitchFamily="18" charset="-120"/>
              </a:rPr>
              <a:t>we should </a:t>
            </a:r>
            <a:r>
              <a:rPr lang="en-US" altLang="zh-TW" sz="3600" b="1" u="sng" dirty="0">
                <a:solidFill>
                  <a:srgbClr val="FF0000"/>
                </a:solidFill>
                <a:ea typeface="新細明體" pitchFamily="18" charset="-120"/>
              </a:rPr>
              <a:t>NOT</a:t>
            </a:r>
            <a:r>
              <a:rPr lang="en-US" altLang="zh-TW" sz="3600" b="1" dirty="0">
                <a:ea typeface="新細明體" pitchFamily="18" charset="-120"/>
              </a:rPr>
              <a:t> use it in general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4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When there is something wrong with the value of a </a:t>
            </a:r>
            <a:r>
              <a:rPr lang="en-US" altLang="zh-TW" i="1" dirty="0">
                <a:solidFill>
                  <a:srgbClr val="990000"/>
                </a:solidFill>
                <a:ea typeface="新細明體" pitchFamily="18" charset="-120"/>
              </a:rPr>
              <a:t>local variable</a:t>
            </a:r>
            <a:r>
              <a:rPr lang="en-US" altLang="zh-TW" dirty="0">
                <a:ea typeface="新細明體" pitchFamily="18" charset="-120"/>
              </a:rPr>
              <a:t>, we can easily </a:t>
            </a:r>
            <a:r>
              <a:rPr lang="en-US" altLang="zh-TW" i="1" dirty="0">
                <a:solidFill>
                  <a:srgbClr val="990000"/>
                </a:solidFill>
                <a:ea typeface="新細明體" pitchFamily="18" charset="-120"/>
              </a:rPr>
              <a:t>look for the bug in its scope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4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3600" b="1" dirty="0">
                <a:ea typeface="新細明體" pitchFamily="18" charset="-120"/>
              </a:rPr>
              <a:t>The value of a </a:t>
            </a:r>
            <a:r>
              <a:rPr lang="en-US" altLang="zh-TW" sz="3600" b="1" i="1" dirty="0">
                <a:solidFill>
                  <a:srgbClr val="990000"/>
                </a:solidFill>
                <a:ea typeface="新細明體" pitchFamily="18" charset="-120"/>
              </a:rPr>
              <a:t>global variable</a:t>
            </a:r>
            <a:r>
              <a:rPr lang="en-US" altLang="zh-TW" sz="3600" b="1" dirty="0">
                <a:ea typeface="新細明體" pitchFamily="18" charset="-120"/>
              </a:rPr>
              <a:t> is hard to tell </a:t>
            </a:r>
            <a:r>
              <a:rPr lang="en-US" altLang="zh-TW" sz="3600" dirty="0">
                <a:ea typeface="新細明體" pitchFamily="18" charset="-120"/>
              </a:rPr>
              <a:t>and predict because it can be </a:t>
            </a:r>
            <a:r>
              <a:rPr lang="en-US" altLang="zh-TW" sz="3600" i="1" dirty="0">
                <a:solidFill>
                  <a:srgbClr val="990000"/>
                </a:solidFill>
                <a:ea typeface="新細明體" pitchFamily="18" charset="-120"/>
              </a:rPr>
              <a:t>modified anywhere in any order</a:t>
            </a:r>
            <a:r>
              <a:rPr lang="en-US" altLang="zh-TW" sz="3600" dirty="0">
                <a:ea typeface="新細明體" pitchFamily="18" charset="-120"/>
              </a:rPr>
              <a:t>!</a:t>
            </a:r>
          </a:p>
          <a:p>
            <a:pPr lvl="4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Instead, we should </a:t>
            </a:r>
            <a:r>
              <a:rPr lang="en-US" altLang="zh-TW" i="1" dirty="0">
                <a:solidFill>
                  <a:srgbClr val="008000"/>
                </a:solidFill>
                <a:ea typeface="新細明體" pitchFamily="18" charset="-120"/>
              </a:rPr>
              <a:t>use parameters and return values to exchange information</a:t>
            </a:r>
            <a:r>
              <a:rPr lang="en-US" altLang="zh-TW" dirty="0">
                <a:ea typeface="新細明體" pitchFamily="18" charset="-120"/>
              </a:rPr>
              <a:t> between functions.</a:t>
            </a:r>
            <a:endParaRPr lang="zh-TW" altLang="en-US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962682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sz="3600" dirty="0"/>
              <a:t>1.4. Why you should not use global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81200" y="984956"/>
            <a:ext cx="4495800" cy="526344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-9;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*= 3;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 = 99;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fcn2()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g;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-= 40;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g =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984956"/>
            <a:ext cx="457200" cy="526344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553200" y="990600"/>
            <a:ext cx="4114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fcn3()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h;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h =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fcn2();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universe = m = 10;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fcn2();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fcn3();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fcn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2514600" y="5099756"/>
            <a:ext cx="4114800" cy="1377244"/>
          </a:xfrm>
          <a:prstGeom prst="wedgeEllipseCallout">
            <a:avLst>
              <a:gd name="adj1" fmla="val 57870"/>
              <a:gd name="adj2" fmla="val -5593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000" dirty="0">
                <a:ea typeface="新細明體" pitchFamily="18" charset="-120"/>
              </a:rPr>
              <a:t>Can you tell the value of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</a:rPr>
              <a:t>universe</a:t>
            </a:r>
            <a:r>
              <a:rPr lang="en-US" altLang="zh-TW" sz="2000" dirty="0">
                <a:ea typeface="新細明體" pitchFamily="18" charset="-120"/>
              </a:rPr>
              <a:t> here (right after calling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fcn3()</a:t>
            </a:r>
            <a:r>
              <a:rPr lang="en-US" altLang="zh-TW" sz="2000" dirty="0">
                <a:ea typeface="新細明體" pitchFamily="18" charset="-120"/>
              </a:rPr>
              <a:t>)?</a:t>
            </a:r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3657600" y="2661356"/>
            <a:ext cx="2895600" cy="914400"/>
          </a:xfrm>
          <a:prstGeom prst="wedgeEllipseCallout">
            <a:avLst>
              <a:gd name="adj1" fmla="val -67162"/>
              <a:gd name="adj2" fmla="val -659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000" dirty="0">
                <a:ea typeface="新細明體" pitchFamily="18" charset="-120"/>
              </a:rPr>
              <a:t>What’s the value of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f</a:t>
            </a:r>
            <a:r>
              <a:rPr lang="en-US" altLang="zh-TW" sz="2000" dirty="0">
                <a:ea typeface="新細明體" pitchFamily="18" charset="-120"/>
              </a:rPr>
              <a:t> here?</a:t>
            </a:r>
          </a:p>
        </p:txBody>
      </p:sp>
    </p:spTree>
    <p:extLst>
      <p:ext uri="{BB962C8B-B14F-4D97-AF65-F5344CB8AC3E}">
        <p14:creationId xmlns:p14="http://schemas.microsoft.com/office/powerpoint/2010/main" val="119999806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/>
              </a:rPr>
              <a:t>Variable scope 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</a:rPr>
              <a:t>In the scope of {}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</a:rPr>
              <a:t>Global variable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533400" indent="-533400">
              <a:lnSpc>
                <a:spcPct val="150000"/>
              </a:lnSpc>
              <a:buAutoNum type="arabicPeriod"/>
            </a:pPr>
            <a:r>
              <a:rPr lang="en-US" altLang="zh-TW" dirty="0">
                <a:ea typeface="新細明體"/>
              </a:rPr>
              <a:t>Concept of Address</a:t>
            </a: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/>
              <a:t>Storage class</a:t>
            </a:r>
          </a:p>
        </p:txBody>
      </p:sp>
    </p:spTree>
    <p:extLst>
      <p:ext uri="{BB962C8B-B14F-4D97-AF65-F5344CB8AC3E}">
        <p14:creationId xmlns:p14="http://schemas.microsoft.com/office/powerpoint/2010/main" val="210307196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 Address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Identifiers are human friendly names to identify variables or other entities (such as functions) in C.</a:t>
            </a:r>
          </a:p>
          <a:p>
            <a:pPr lvl="1"/>
            <a:r>
              <a:rPr lang="en-US" dirty="0">
                <a:cs typeface="Calibri"/>
              </a:rPr>
              <a:t>int </a:t>
            </a:r>
            <a:r>
              <a:rPr lang="en-US" dirty="0" err="1">
                <a:cs typeface="Calibri"/>
              </a:rPr>
              <a:t>a,b,c</a:t>
            </a:r>
            <a:r>
              <a:rPr lang="en-US" dirty="0">
                <a:cs typeface="Calibri"/>
              </a:rPr>
              <a:t>;</a:t>
            </a:r>
          </a:p>
          <a:p>
            <a:pPr lvl="1"/>
            <a:r>
              <a:rPr lang="en-US" dirty="0" err="1">
                <a:cs typeface="Calibri"/>
              </a:rPr>
              <a:t>printf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scanf</a:t>
            </a:r>
            <a:r>
              <a:rPr lang="en-US" dirty="0">
                <a:cs typeface="Calibri"/>
              </a:rPr>
              <a:t> functions</a:t>
            </a:r>
          </a:p>
          <a:p>
            <a:r>
              <a:rPr lang="en-US" dirty="0">
                <a:cs typeface="Calibri"/>
              </a:rPr>
              <a:t>The computer, however, access variables via their </a:t>
            </a:r>
            <a:r>
              <a:rPr lang="en-US" b="1" u="sng" dirty="0">
                <a:cs typeface="Calibri"/>
              </a:rPr>
              <a:t>unique locations </a:t>
            </a:r>
            <a:r>
              <a:rPr lang="en-US" dirty="0">
                <a:cs typeface="Calibri"/>
              </a:rPr>
              <a:t>in the memory, i.e. their </a:t>
            </a:r>
            <a:r>
              <a:rPr lang="en-US" u="sng" dirty="0">
                <a:cs typeface="Calibri"/>
              </a:rPr>
              <a:t>addresses</a:t>
            </a:r>
            <a:r>
              <a:rPr lang="en-US" dirty="0"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023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 Address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>
                <a:cs typeface="Calibri"/>
              </a:rPr>
              <a:t> allow us to access the address of a variable in C during run-time.</a:t>
            </a:r>
          </a:p>
          <a:p>
            <a:pPr lvl="1"/>
            <a:r>
              <a:rPr lang="en-US" dirty="0">
                <a:cs typeface="Calibri"/>
              </a:rPr>
              <a:t>Does that look familiar to you?</a:t>
            </a:r>
          </a:p>
          <a:p>
            <a:r>
              <a:rPr lang="en-US" dirty="0">
                <a:cs typeface="Calibri"/>
              </a:rPr>
              <a:t>We can also use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%p</a:t>
            </a:r>
            <a:r>
              <a:rPr lang="en-US" dirty="0">
                <a:cs typeface="Calibri"/>
              </a:rPr>
              <a:t> to help us print out addresses as a hexadecimal number (</a:t>
            </a:r>
            <a:r>
              <a:rPr lang="en-US" altLang="zh-CN" dirty="0">
                <a:cs typeface="Calibri"/>
              </a:rPr>
              <a:t>16</a:t>
            </a:r>
            <a:r>
              <a:rPr lang="zh-CN" altLang="en-US" dirty="0">
                <a:cs typeface="Calibri"/>
              </a:rPr>
              <a:t>進位</a:t>
            </a:r>
            <a:r>
              <a:rPr lang="en-US" altLang="zh-CN" dirty="0">
                <a:cs typeface="Calibri"/>
              </a:rPr>
              <a:t>/16</a:t>
            </a:r>
            <a:r>
              <a:rPr lang="zh-CN" altLang="en-US" dirty="0">
                <a:cs typeface="Calibri"/>
              </a:rPr>
              <a:t>进制</a:t>
            </a:r>
            <a:r>
              <a:rPr lang="en-US" dirty="0">
                <a:cs typeface="Calibri"/>
              </a:rPr>
              <a:t>).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e.g.   </a:t>
            </a:r>
            <a:r>
              <a:rPr lang="en-US" dirty="0" err="1">
                <a:latin typeface="Consolas"/>
                <a:cs typeface="Calibri"/>
              </a:rPr>
              <a:t>int</a:t>
            </a:r>
            <a:r>
              <a:rPr lang="en-US" dirty="0">
                <a:latin typeface="Consolas"/>
                <a:cs typeface="Calibri"/>
              </a:rPr>
              <a:t> x = 0;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alibri"/>
              </a:rPr>
              <a:t>    </a:t>
            </a:r>
            <a:r>
              <a:rPr lang="en-US" dirty="0" err="1">
                <a:latin typeface="Consolas"/>
                <a:cs typeface="Calibri"/>
              </a:rPr>
              <a:t>printf</a:t>
            </a:r>
            <a:r>
              <a:rPr lang="en-US" dirty="0">
                <a:latin typeface="Consolas"/>
                <a:cs typeface="Calibri"/>
              </a:rPr>
              <a:t>("%p\n", &amp;x);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075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89342" y="912284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#include &lt;</a:t>
            </a:r>
            <a:r>
              <a:rPr lang="en-US" b="0" dirty="0" err="1">
                <a:latin typeface="Consolas" panose="020B0609020204030204" pitchFamily="49" charset="0"/>
                <a:cs typeface="Arial"/>
              </a:rPr>
              <a:t>stdio.h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&gt;</a:t>
            </a:r>
          </a:p>
          <a:p>
            <a:pPr>
              <a:lnSpc>
                <a:spcPct val="11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 err="1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= 0;</a:t>
            </a:r>
          </a:p>
          <a:p>
            <a:pPr>
              <a:lnSpc>
                <a:spcPct val="11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void foo() {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("Address 2: %p\n", </a:t>
            </a:r>
            <a:r>
              <a:rPr lang="en-US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}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 err="1">
                <a:latin typeface="Consolas" panose="020B0609020204030204" pitchFamily="49" charset="0"/>
                <a:cs typeface="Arial"/>
              </a:rPr>
              <a:t>int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 main(void) {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b="0" dirty="0" err="1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 0;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("Address 1: %p\n", </a:t>
            </a:r>
            <a:r>
              <a:rPr lang="en-US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if (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== 0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) {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b="0" dirty="0" err="1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= 10;</a:t>
            </a:r>
            <a:endParaRPr lang="en-US" dirty="0">
              <a:highlight>
                <a:srgbClr val="00FFFF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   foo();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("Address 3: %p\n", </a:t>
            </a:r>
            <a:r>
              <a:rPr lang="en-US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b="0" dirty="0">
                <a:latin typeface="Consolas" panose="020B0609020204030204" pitchFamily="49" charset="0"/>
                <a:cs typeface="Arial"/>
              </a:rPr>
              <a:t>);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}</a:t>
            </a: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   return 0;</a:t>
            </a:r>
            <a:endParaRPr lang="en-US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 panose="020B0609020204030204" pitchFamily="49" charset="0"/>
                <a:cs typeface="Arial"/>
              </a:rPr>
              <a:t>}</a:t>
            </a:r>
            <a:endParaRPr lang="en-US" altLang="zh-TW" b="0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4001" y="912284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 Address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7010400" y="1902884"/>
            <a:ext cx="4876800" cy="310527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2400" dirty="0">
                <a:ea typeface="新細明體"/>
              </a:rPr>
              <a:t>You have just learned about scope and masking. Notice here we have three different </a:t>
            </a:r>
            <a:r>
              <a:rPr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ea typeface="新細明體"/>
              </a:rPr>
              <a:t> (</a:t>
            </a:r>
            <a:r>
              <a:rPr lang="en-US" altLang="zh-TW" sz="2400" dirty="0">
                <a:solidFill>
                  <a:srgbClr val="00B050"/>
                </a:solidFill>
                <a:highlight>
                  <a:srgbClr val="00FF00"/>
                </a:highlight>
                <a:ea typeface="新細明體"/>
              </a:rPr>
              <a:t>green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dirty="0">
                <a:solidFill>
                  <a:schemeClr val="accent6"/>
                </a:solidFill>
                <a:highlight>
                  <a:srgbClr val="FFFF00"/>
                </a:highlight>
                <a:ea typeface="新細明體"/>
              </a:rPr>
              <a:t>orange</a:t>
            </a:r>
            <a:r>
              <a:rPr lang="en-US" altLang="zh-TW" sz="2400" dirty="0">
                <a:solidFill>
                  <a:schemeClr val="accent6"/>
                </a:solidFill>
                <a:ea typeface="新細明體"/>
              </a:rPr>
              <a:t> </a:t>
            </a:r>
            <a:r>
              <a:rPr lang="en-US" altLang="zh-TW" sz="2400" dirty="0">
                <a:ea typeface="新細明體"/>
              </a:rPr>
              <a:t>and </a:t>
            </a:r>
            <a:r>
              <a:rPr lang="en-US" altLang="zh-TW" sz="2400" dirty="0">
                <a:solidFill>
                  <a:srgbClr val="0070C0"/>
                </a:solidFill>
                <a:highlight>
                  <a:srgbClr val="00FFFF"/>
                </a:highlight>
                <a:ea typeface="新細明體"/>
              </a:rPr>
              <a:t>blue</a:t>
            </a:r>
            <a:r>
              <a:rPr lang="en-US" altLang="zh-TW" sz="2400" dirty="0">
                <a:ea typeface="新細明體"/>
              </a:rPr>
              <a:t>). What do you expect the output to be?</a:t>
            </a:r>
          </a:p>
          <a:p>
            <a:endParaRPr lang="en-US" altLang="zh-TW" sz="2400" dirty="0">
              <a:ea typeface="新細明體" pitchFamily="18" charset="-120"/>
              <a:cs typeface="Calibri"/>
            </a:endParaRPr>
          </a:p>
          <a:p>
            <a:r>
              <a:rPr lang="en-US" altLang="zh-TW" sz="2400" dirty="0">
                <a:ea typeface="新細明體"/>
                <a:cs typeface="Calibri"/>
              </a:rPr>
              <a:t>Also, have you tried running the program multiple times?</a:t>
            </a:r>
            <a:endParaRPr lang="en-US" altLang="zh-TW" sz="2400" dirty="0">
              <a:ea typeface="新細明體" pitchFamily="18" charset="-120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8762" y="6261415"/>
            <a:ext cx="820515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For illustration only. Avoid introducing identifiers that mask other identifiers in real programs.</a:t>
            </a:r>
          </a:p>
        </p:txBody>
      </p:sp>
    </p:spTree>
    <p:extLst>
      <p:ext uri="{BB962C8B-B14F-4D97-AF65-F5344CB8AC3E}">
        <p14:creationId xmlns:p14="http://schemas.microsoft.com/office/powerpoint/2010/main" val="133335415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#include &lt;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stdio.h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&gt;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 err="1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 = 0;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void foo()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2: %p\n", </a:t>
            </a:r>
            <a:r>
              <a:rPr lang="en-US" sz="1600" b="0" dirty="0"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}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 err="1"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 main(void)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 0;</a:t>
            </a:r>
            <a:endParaRPr lang="en-US" sz="1600" dirty="0">
              <a:highlight>
                <a:srgbClr val="FFFF00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1: %p\n", 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if (</a:t>
            </a:r>
            <a:r>
              <a:rPr lang="en-US" sz="1600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FFFF00"/>
                </a:highlight>
                <a:latin typeface="Consolas" panose="020B0609020204030204" pitchFamily="49" charset="0"/>
                <a:cs typeface="Arial"/>
              </a:rPr>
              <a:t> == 0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 {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sz="1600" b="0" dirty="0" err="1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int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</a:t>
            </a:r>
            <a:r>
              <a:rPr lang="en-US" sz="1600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 = 10;</a:t>
            </a:r>
            <a:endParaRPr lang="en-US" sz="1600" dirty="0">
              <a:highlight>
                <a:srgbClr val="00FFFF"/>
              </a:highlight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foo();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   </a:t>
            </a:r>
            <a:r>
              <a:rPr lang="en-US" sz="1600" b="0" dirty="0" err="1">
                <a:latin typeface="Consolas" panose="020B0609020204030204" pitchFamily="49" charset="0"/>
                <a:cs typeface="Arial"/>
              </a:rPr>
              <a:t>printf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("Address 3: %p\n", </a:t>
            </a:r>
            <a:r>
              <a:rPr lang="en-US" sz="1600" b="0" dirty="0"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&amp;</a:t>
            </a:r>
            <a:r>
              <a:rPr lang="en-US" sz="1600" dirty="0">
                <a:solidFill>
                  <a:schemeClr val="accent1"/>
                </a:solidFill>
                <a:highlight>
                  <a:srgbClr val="00FFFF"/>
                </a:highlight>
                <a:latin typeface="Consolas" panose="020B0609020204030204" pitchFamily="49" charset="0"/>
                <a:cs typeface="Arial"/>
              </a:rPr>
              <a:t>x</a:t>
            </a:r>
            <a:r>
              <a:rPr lang="en-US" sz="1600" b="0" dirty="0">
                <a:latin typeface="Consolas" panose="020B0609020204030204" pitchFamily="49" charset="0"/>
                <a:cs typeface="Arial"/>
              </a:rPr>
              <a:t>);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}</a:t>
            </a: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   return 0;</a:t>
            </a:r>
            <a:endParaRPr lang="en-US" sz="1600" dirty="0">
              <a:latin typeface="Consolas" panose="020B0609020204030204" pitchFamily="49" charset="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1600" b="0" dirty="0">
                <a:latin typeface="Consolas" panose="020B0609020204030204" pitchFamily="49" charset="0"/>
                <a:cs typeface="Arial"/>
              </a:rPr>
              <a:t>}</a:t>
            </a:r>
            <a:endParaRPr lang="en-US" altLang="zh-TW" sz="1600" b="0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600" b="0" dirty="0">
                <a:solidFill>
                  <a:srgbClr val="5F5F5F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 Address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8762" y="6261415"/>
            <a:ext cx="820515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For illustration only. Avoid introducing identifiers that mask other identifiers in real programs.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291CEE-4DA8-91C5-370C-5BF43C74741D}"/>
              </a:ext>
            </a:extLst>
          </p:cNvPr>
          <p:cNvGrpSpPr/>
          <p:nvPr/>
        </p:nvGrpSpPr>
        <p:grpSpPr>
          <a:xfrm>
            <a:off x="6705600" y="2686050"/>
            <a:ext cx="5343525" cy="1485900"/>
            <a:chOff x="6705600" y="2686050"/>
            <a:chExt cx="5343525" cy="14859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A11211-D2AD-F8B7-89E6-B0CBD1201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5600" y="2686050"/>
              <a:ext cx="5343525" cy="148590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8AB789-54C2-0242-7716-CC63BF86D424}"/>
                </a:ext>
              </a:extLst>
            </p:cNvPr>
            <p:cNvSpPr/>
            <p:nvPr/>
          </p:nvSpPr>
          <p:spPr>
            <a:xfrm>
              <a:off x="6768860" y="2730186"/>
              <a:ext cx="5105400" cy="365125"/>
            </a:xfrm>
            <a:prstGeom prst="round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779BDB-CA49-CA8E-A311-9B039ADC127A}"/>
                </a:ext>
              </a:extLst>
            </p:cNvPr>
            <p:cNvSpPr/>
            <p:nvPr/>
          </p:nvSpPr>
          <p:spPr>
            <a:xfrm>
              <a:off x="6768860" y="3260882"/>
              <a:ext cx="5105400" cy="365125"/>
            </a:xfrm>
            <a:prstGeom prst="roundRect">
              <a:avLst/>
            </a:prstGeom>
            <a:solidFill>
              <a:srgbClr val="00FF00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10B3F6E-5DD1-F25A-A3A5-FE77B7148F1D}"/>
                </a:ext>
              </a:extLst>
            </p:cNvPr>
            <p:cNvSpPr/>
            <p:nvPr/>
          </p:nvSpPr>
          <p:spPr>
            <a:xfrm>
              <a:off x="6768860" y="3728884"/>
              <a:ext cx="5105400" cy="365125"/>
            </a:xfrm>
            <a:prstGeom prst="roundRect">
              <a:avLst/>
            </a:prstGeom>
            <a:solidFill>
              <a:srgbClr val="00FFFF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698622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024-EE88-4FCE-870F-1F23CB8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2.1. Address of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FC8-62FC-438B-8147-AFC31A66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can also use the operator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>
                <a:cs typeface="Calibri"/>
              </a:rPr>
              <a:t> to print out the addresses of array elements.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If you recall, an array in C was introduced to you as a </a:t>
            </a:r>
            <a:r>
              <a:rPr lang="en-US" u="sng" dirty="0">
                <a:cs typeface="Calibri"/>
              </a:rPr>
              <a:t>continuous block of memory</a:t>
            </a:r>
            <a:r>
              <a:rPr lang="en-US" dirty="0">
                <a:cs typeface="Calibri"/>
              </a:rPr>
              <a:t>. What will be their address be like?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int a[5];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32EA-3EBD-499F-A4F4-2ADD0FD2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2E9145-C97C-8826-768A-958E2E85C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669642"/>
              </p:ext>
            </p:extLst>
          </p:nvPr>
        </p:nvGraphicFramePr>
        <p:xfrm>
          <a:off x="3141784" y="4648200"/>
          <a:ext cx="4876800" cy="518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350260264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375732435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66764314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81245921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022225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a[0]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a[1]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a[2]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a[3]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/>
                        <a:t>a[4]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99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605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257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#include &lt;</a:t>
            </a:r>
            <a:r>
              <a:rPr lang="en-US" b="0" dirty="0" err="1">
                <a:latin typeface="Consolas"/>
                <a:cs typeface="Arial"/>
              </a:rPr>
              <a:t>stdio.h</a:t>
            </a:r>
            <a:r>
              <a:rPr lang="en-US" b="0" dirty="0">
                <a:latin typeface="Consolas"/>
                <a:cs typeface="Arial"/>
              </a:rPr>
              <a:t>&gt;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endParaRPr lang="en-US" dirty="0"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b="0" dirty="0" err="1">
                <a:solidFill>
                  <a:srgbClr val="0000FF"/>
                </a:solidFill>
                <a:latin typeface="Consolas"/>
                <a:cs typeface="Arial"/>
              </a:rPr>
              <a:t>int</a:t>
            </a:r>
            <a:r>
              <a:rPr lang="en-US" b="0" dirty="0">
                <a:latin typeface="Consolas"/>
                <a:cs typeface="Arial"/>
              </a:rPr>
              <a:t> main(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void</a:t>
            </a:r>
            <a:r>
              <a:rPr lang="en-US" b="0" dirty="0">
                <a:latin typeface="Consolas"/>
                <a:cs typeface="Arial"/>
              </a:rPr>
              <a:t>) {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 err="1">
                <a:solidFill>
                  <a:srgbClr val="0000FF"/>
                </a:solidFill>
                <a:latin typeface="Consolas"/>
                <a:cs typeface="Arial"/>
              </a:rPr>
              <a:t>int</a:t>
            </a:r>
            <a:r>
              <a:rPr lang="en-US" b="0" dirty="0">
                <a:latin typeface="Consolas"/>
                <a:cs typeface="Arial"/>
              </a:rPr>
              <a:t>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, </a:t>
            </a:r>
            <a:r>
              <a:rPr lang="en-US" b="0" dirty="0" err="1">
                <a:latin typeface="Consolas"/>
                <a:cs typeface="Arial"/>
              </a:rPr>
              <a:t>myArray</a:t>
            </a:r>
            <a:r>
              <a:rPr lang="en-US" b="0" dirty="0">
                <a:latin typeface="Consolas"/>
                <a:cs typeface="Arial"/>
              </a:rPr>
              <a:t>[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10</a:t>
            </a:r>
            <a:r>
              <a:rPr lang="en-US" b="0" dirty="0">
                <a:latin typeface="Consolas"/>
                <a:cs typeface="Arial"/>
              </a:rPr>
              <a:t>] = {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0</a:t>
            </a:r>
            <a:r>
              <a:rPr lang="en-US" b="0" dirty="0">
                <a:latin typeface="Consolas"/>
                <a:cs typeface="Arial"/>
              </a:rPr>
              <a:t>};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for</a:t>
            </a:r>
            <a:r>
              <a:rPr lang="en-US" b="0" dirty="0">
                <a:latin typeface="Consolas"/>
                <a:cs typeface="Arial"/>
              </a:rPr>
              <a:t> (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 = 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0</a:t>
            </a:r>
            <a:r>
              <a:rPr lang="en-US" b="0" dirty="0">
                <a:latin typeface="Consolas"/>
                <a:cs typeface="Arial"/>
              </a:rPr>
              <a:t>;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 &lt; </a:t>
            </a:r>
            <a:r>
              <a:rPr lang="en-US" b="0" dirty="0">
                <a:solidFill>
                  <a:srgbClr val="0070C0"/>
                </a:solidFill>
                <a:latin typeface="Consolas"/>
                <a:cs typeface="Arial"/>
              </a:rPr>
              <a:t>10</a:t>
            </a:r>
            <a:r>
              <a:rPr lang="en-US" b="0" dirty="0">
                <a:latin typeface="Consolas"/>
                <a:cs typeface="Arial"/>
              </a:rPr>
              <a:t>; </a:t>
            </a:r>
            <a:r>
              <a:rPr lang="en-US" b="0" dirty="0" err="1">
                <a:latin typeface="Consolas"/>
                <a:cs typeface="Arial"/>
              </a:rPr>
              <a:t>i</a:t>
            </a:r>
            <a:r>
              <a:rPr lang="en-US" b="0" dirty="0">
                <a:latin typeface="Consolas"/>
                <a:cs typeface="Arial"/>
              </a:rPr>
              <a:t>++) {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   </a:t>
            </a:r>
            <a:r>
              <a:rPr lang="en-US" b="0" dirty="0" err="1">
                <a:latin typeface="Consolas"/>
                <a:cs typeface="Arial"/>
              </a:rPr>
              <a:t>printf</a:t>
            </a:r>
            <a:r>
              <a:rPr lang="en-US" b="0" dirty="0">
                <a:latin typeface="Consolas"/>
                <a:cs typeface="Arial"/>
              </a:rPr>
              <a:t>("%p\n", 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&amp;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myArray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[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i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cs typeface="Arial"/>
              </a:rPr>
              <a:t>]</a:t>
            </a:r>
            <a:r>
              <a:rPr lang="en-US" b="0" dirty="0">
                <a:latin typeface="Consolas"/>
                <a:cs typeface="Arial"/>
              </a:rPr>
              <a:t>);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}</a:t>
            </a:r>
            <a:endParaRPr lang="en-US" dirty="0">
              <a:latin typeface="Consolas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   </a:t>
            </a:r>
            <a:r>
              <a:rPr lang="en-US" b="0" dirty="0">
                <a:solidFill>
                  <a:srgbClr val="0000FF"/>
                </a:solidFill>
                <a:latin typeface="Consolas"/>
                <a:cs typeface="Arial"/>
              </a:rPr>
              <a:t>return</a:t>
            </a:r>
            <a:r>
              <a:rPr lang="en-US" b="0" dirty="0">
                <a:latin typeface="Consolas"/>
                <a:cs typeface="Arial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cs typeface="Arial"/>
              </a:rPr>
              <a:t>}</a:t>
            </a:r>
            <a:endParaRPr lang="en-US" dirty="0">
              <a:latin typeface="Consolas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Addresses of Arrays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6925593" y="1325370"/>
            <a:ext cx="3209007" cy="454203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3200" dirty="0">
                <a:ea typeface="新細明體"/>
                <a:cs typeface="Calibri"/>
              </a:rPr>
              <a:t>Possible output:</a:t>
            </a:r>
          </a:p>
          <a:p>
            <a:endParaRPr lang="en-US" altLang="zh-TW" sz="1200" dirty="0">
              <a:latin typeface="Calibri"/>
              <a:ea typeface="新細明體"/>
              <a:cs typeface="+mn-lt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0x7fffa4d1ac60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0x7fffa4d1ac64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0x7fffa4d1ac68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0x7fffa4d1ac6c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0x7fffa4d1ac70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0x7fffa4d1ac74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0x7fffa4d1ac78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0x7fffa4d1ac7c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0x7fffa4d1ac80</a:t>
            </a:r>
            <a:endParaRPr lang="en-US" sz="2400" dirty="0">
              <a:latin typeface="Consolas"/>
            </a:endParaRPr>
          </a:p>
          <a:p>
            <a:r>
              <a:rPr lang="en-US" sz="2400" dirty="0">
                <a:latin typeface="Consolas"/>
                <a:ea typeface="+mn-lt"/>
                <a:cs typeface="+mn-lt"/>
              </a:rPr>
              <a:t>0x7fffa4d1ac84</a:t>
            </a:r>
            <a:endParaRPr lang="en-US" sz="2400" dirty="0">
              <a:latin typeface="Consolas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3C22A2-9947-4467-A941-1F91D3D8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064" y="3687889"/>
            <a:ext cx="4000658" cy="233669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r>
              <a:rPr lang="en-US" altLang="zh-TW" sz="2400" dirty="0">
                <a:ea typeface="新細明體"/>
              </a:rPr>
              <a:t>Do</a:t>
            </a:r>
            <a:r>
              <a:rPr lang="en-US" altLang="zh-TW" sz="2400" dirty="0">
                <a:ea typeface="新細明體"/>
                <a:cs typeface="Calibri"/>
              </a:rPr>
              <a:t> you see a pattern in the output?</a:t>
            </a:r>
          </a:p>
          <a:p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400" dirty="0">
                <a:ea typeface="新細明體"/>
                <a:cs typeface="Calibri"/>
              </a:rPr>
              <a:t>The addresses will differ by 4 (in most systems). Why do you think it's 4?</a:t>
            </a:r>
          </a:p>
        </p:txBody>
      </p:sp>
    </p:spTree>
    <p:extLst>
      <p:ext uri="{BB962C8B-B14F-4D97-AF65-F5344CB8AC3E}">
        <p14:creationId xmlns:p14="http://schemas.microsoft.com/office/powerpoint/2010/main" val="90772470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/>
              </a:rPr>
              <a:t>Variable scope 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</a:rPr>
              <a:t>In the scope of {}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</a:rPr>
              <a:t>Global variable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marL="533400" indent="-533400">
              <a:lnSpc>
                <a:spcPct val="150000"/>
              </a:lnSpc>
              <a:buAutoNum type="arabicPeriod"/>
            </a:pPr>
            <a:r>
              <a:rPr lang="en-US" altLang="zh-TW" dirty="0">
                <a:ea typeface="新細明體"/>
              </a:rPr>
              <a:t>Concept of Address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  <a:cs typeface="Calibri"/>
              </a:rPr>
              <a:t>&amp; to get the address</a:t>
            </a:r>
          </a:p>
          <a:p>
            <a:pPr marL="933450" lvl="1" indent="-533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ea typeface="新細明體"/>
                <a:cs typeface="Calibri"/>
              </a:rPr>
              <a:t>Address in array</a:t>
            </a:r>
          </a:p>
          <a:p>
            <a:pPr marL="533400" indent="-5334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/>
              <a:t>Storage class</a:t>
            </a:r>
          </a:p>
        </p:txBody>
      </p:sp>
    </p:spTree>
    <p:extLst>
      <p:ext uri="{BB962C8B-B14F-4D97-AF65-F5344CB8AC3E}">
        <p14:creationId xmlns:p14="http://schemas.microsoft.com/office/powerpoint/2010/main" val="48890702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Storage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storage class of a variable determines how the variable's storage (in the computer memory) are managed during program execution.</a:t>
            </a:r>
          </a:p>
          <a:p>
            <a:endParaRPr lang="en-US" dirty="0"/>
          </a:p>
          <a:p>
            <a:r>
              <a:rPr lang="en-US" dirty="0"/>
              <a:t>Two common types:</a:t>
            </a:r>
          </a:p>
          <a:p>
            <a:pPr lvl="1"/>
            <a:r>
              <a:rPr lang="en-US" sz="3200" dirty="0"/>
              <a:t>Automatic</a:t>
            </a:r>
          </a:p>
          <a:p>
            <a:pPr lvl="1"/>
            <a:r>
              <a:rPr lang="en-US" sz="3200" dirty="0"/>
              <a:t>Static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3166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C945-06ED-4720-982F-ABAF390DFD9D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3.1.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auto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8532" y="3581400"/>
            <a:ext cx="8562269" cy="2438400"/>
          </a:xfrm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Variables declared within function bodies are </a:t>
            </a:r>
            <a:r>
              <a:rPr lang="en-US" altLang="zh-TW" sz="2800" i="1" u="sng" dirty="0">
                <a:ea typeface="新細明體" pitchFamily="18" charset="-120"/>
              </a:rPr>
              <a:t>by default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automatic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The keyword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auto</a:t>
            </a:r>
            <a:r>
              <a:rPr lang="en-US" altLang="zh-TW" sz="28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ea typeface="新細明體" pitchFamily="18" charset="-120"/>
              </a:rPr>
              <a:t>is seldom used and can be omitted.</a:t>
            </a:r>
            <a:endParaRPr lang="zh-TW" altLang="en-US" sz="2800" dirty="0">
              <a:ea typeface="新細明體" pitchFamily="18" charset="-120"/>
            </a:endParaRP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1767064" y="1143000"/>
            <a:ext cx="2923469" cy="21236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a, b, 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	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6900333" y="1143000"/>
            <a:ext cx="3505200" cy="21236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a, b, 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sz="2000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	...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64870" name="AutoShape 6"/>
          <p:cNvSpPr>
            <a:spLocks noChangeArrowheads="1"/>
          </p:cNvSpPr>
          <p:nvPr/>
        </p:nvSpPr>
        <p:spPr bwMode="auto">
          <a:xfrm>
            <a:off x="4821141" y="1746291"/>
            <a:ext cx="1912602" cy="917079"/>
          </a:xfrm>
          <a:prstGeom prst="leftRightArrow">
            <a:avLst>
              <a:gd name="adj1" fmla="val 50000"/>
              <a:gd name="adj2" fmla="val 474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TW" sz="2400" dirty="0">
                <a:ea typeface="新細明體" pitchFamily="18" charset="-120"/>
              </a:rPr>
              <a:t>Equivalent</a:t>
            </a:r>
          </a:p>
        </p:txBody>
      </p:sp>
    </p:spTree>
    <p:extLst>
      <p:ext uri="{BB962C8B-B14F-4D97-AF65-F5344CB8AC3E}">
        <p14:creationId xmlns:p14="http://schemas.microsoft.com/office/powerpoint/2010/main" val="199842963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C5BEA-0284-480C-AB0E-5A5CE0BA2429}" type="slidenum">
              <a:rPr lang="zh-TW" altLang="en-US"/>
              <a:pPr/>
              <a:t>25</a:t>
            </a:fld>
            <a:endParaRPr lang="en-US" altLang="zh-TW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3.1.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auto</a:t>
            </a:r>
            <a:endParaRPr lang="zh-TW" altLang="en-US" dirty="0">
              <a:solidFill>
                <a:srgbClr val="FF0000"/>
              </a:solidFill>
              <a:latin typeface="Consolas"/>
              <a:ea typeface="新細明體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39451"/>
            <a:ext cx="10668000" cy="5105400"/>
          </a:xfrm>
        </p:spPr>
        <p:txBody>
          <a:bodyPr>
            <a:normAutofit/>
          </a:bodyPr>
          <a:lstStyle/>
          <a:p>
            <a:pPr marL="457200" indent="-457200" algn="ctr">
              <a:lnSpc>
                <a:spcPct val="90000"/>
              </a:lnSpc>
              <a:buNone/>
            </a:pPr>
            <a:r>
              <a:rPr lang="en-US" altLang="zh-TW" sz="2800" dirty="0">
                <a:ea typeface="新細明體" pitchFamily="18" charset="-120"/>
              </a:rPr>
              <a:t>Automatic </a:t>
            </a:r>
            <a:r>
              <a:rPr lang="en-US" altLang="zh-TW" sz="2800" u="sng" dirty="0">
                <a:ea typeface="新細明體" pitchFamily="18" charset="-120"/>
              </a:rPr>
              <a:t>Creation</a:t>
            </a:r>
            <a:r>
              <a:rPr lang="en-US" altLang="zh-TW" sz="2800" dirty="0">
                <a:ea typeface="新細明體" pitchFamily="18" charset="-120"/>
              </a:rPr>
              <a:t> / </a:t>
            </a:r>
            <a:r>
              <a:rPr lang="en-US" altLang="zh-TW" sz="2800" u="sng" dirty="0">
                <a:ea typeface="新細明體" pitchFamily="18" charset="-120"/>
              </a:rPr>
              <a:t>Destruction</a:t>
            </a:r>
            <a:r>
              <a:rPr lang="en-US" altLang="zh-TW" sz="2800" dirty="0">
                <a:ea typeface="新細明體" pitchFamily="18" charset="-120"/>
              </a:rPr>
              <a:t> of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auto</a:t>
            </a:r>
            <a:r>
              <a:rPr lang="en-US" altLang="zh-TW" sz="28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800" dirty="0">
                <a:ea typeface="新細明體" pitchFamily="18" charset="-120"/>
              </a:rPr>
              <a:t>variables</a:t>
            </a:r>
          </a:p>
          <a:p>
            <a:pPr marL="457200" indent="-457200">
              <a:lnSpc>
                <a:spcPct val="90000"/>
              </a:lnSpc>
            </a:pPr>
            <a:endParaRPr lang="en-US" altLang="zh-TW" sz="11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When entering a block, memory is allocated for the automatic local variables (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Creation</a:t>
            </a:r>
            <a:r>
              <a:rPr lang="en-US" altLang="zh-TW" sz="2800" dirty="0">
                <a:ea typeface="新細明體" pitchFamily="18" charset="-120"/>
              </a:rPr>
              <a:t>).</a:t>
            </a:r>
          </a:p>
          <a:p>
            <a:pPr marL="457200" indent="-457200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When </a:t>
            </a:r>
            <a:r>
              <a:rPr lang="en-US" altLang="zh-TW" sz="2800" b="1" u="sng" dirty="0">
                <a:ea typeface="新細明體" pitchFamily="18" charset="-120"/>
              </a:rPr>
              <a:t>exiting</a:t>
            </a:r>
            <a:r>
              <a:rPr lang="en-US" altLang="zh-TW" sz="2800" dirty="0">
                <a:ea typeface="新細明體" pitchFamily="18" charset="-120"/>
              </a:rPr>
              <a:t> a block, the memory set aside for the automatic variables are </a:t>
            </a:r>
            <a:r>
              <a:rPr lang="en-US" altLang="zh-TW" sz="2800" b="1" u="sng" dirty="0">
                <a:ea typeface="新細明體" pitchFamily="18" charset="-120"/>
              </a:rPr>
              <a:t>released</a:t>
            </a:r>
            <a:r>
              <a:rPr lang="en-US" altLang="zh-TW" sz="2800" dirty="0">
                <a:ea typeface="新細明體" pitchFamily="18" charset="-120"/>
              </a:rPr>
              <a:t> (</a:t>
            </a:r>
            <a:r>
              <a:rPr lang="en-US" altLang="zh-TW" sz="2800" i="1" dirty="0">
                <a:solidFill>
                  <a:srgbClr val="0070C0"/>
                </a:solidFill>
                <a:ea typeface="新細明體" pitchFamily="18" charset="-120"/>
              </a:rPr>
              <a:t>Destruction</a:t>
            </a:r>
            <a:r>
              <a:rPr lang="en-US" altLang="zh-TW" sz="2800" dirty="0">
                <a:ea typeface="新細明體" pitchFamily="18" charset="-120"/>
              </a:rPr>
              <a:t>).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Thus the values of these variables are lost.</a:t>
            </a:r>
          </a:p>
          <a:p>
            <a:pPr marL="457200" indent="-457200">
              <a:lnSpc>
                <a:spcPct val="90000"/>
              </a:lnSpc>
            </a:pPr>
            <a:endParaRPr lang="en-US" altLang="zh-TW" sz="16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If the block is </a:t>
            </a:r>
            <a:r>
              <a:rPr lang="en-US" altLang="zh-TW" sz="2800" i="1" dirty="0">
                <a:ea typeface="新細明體" pitchFamily="18" charset="-120"/>
              </a:rPr>
              <a:t>re-entered</a:t>
            </a:r>
            <a:r>
              <a:rPr lang="en-US" altLang="zh-TW" sz="2800" dirty="0">
                <a:ea typeface="新細明體" pitchFamily="18" charset="-120"/>
              </a:rPr>
              <a:t>, the whole process repeats. (E.g., call a function twice)</a:t>
            </a:r>
          </a:p>
          <a:p>
            <a:pPr marL="838200" lvl="1" indent="-381000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But the </a:t>
            </a:r>
            <a:r>
              <a:rPr lang="en-US" altLang="zh-TW" sz="2400" i="1" dirty="0">
                <a:ea typeface="新細明體" pitchFamily="18" charset="-120"/>
              </a:rPr>
              <a:t>values of the variables are unknown</a:t>
            </a:r>
            <a:r>
              <a:rPr lang="en-US" altLang="zh-TW" sz="2400" dirty="0">
                <a:ea typeface="新細明體" pitchFamily="18" charset="-120"/>
              </a:rPr>
              <a:t>.  Why?</a:t>
            </a:r>
          </a:p>
          <a:p>
            <a:pPr marL="457200" indent="-457200">
              <a:lnSpc>
                <a:spcPct val="90000"/>
              </a:lnSpc>
            </a:pPr>
            <a:endParaRPr lang="zh-TW" altLang="en-US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086786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C5BEA-0284-480C-AB0E-5A5CE0BA2429}" type="slidenum">
              <a:rPr lang="zh-TW" altLang="en-US"/>
              <a:pPr/>
              <a:t>26</a:t>
            </a:fld>
            <a:endParaRPr lang="en-US" altLang="zh-TW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 The Storage Class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endParaRPr lang="zh-TW" altLang="en-US" dirty="0">
              <a:solidFill>
                <a:srgbClr val="FF0000"/>
              </a:solidFill>
              <a:latin typeface="Consolas"/>
              <a:ea typeface="新細明體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11582400" cy="48006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TW" sz="3600" dirty="0">
                <a:ea typeface="新細明體" pitchFamily="18" charset="-120"/>
              </a:rPr>
              <a:t>A variable with static storage class has the following characteristics</a:t>
            </a:r>
          </a:p>
          <a:p>
            <a:pPr marL="857250" lvl="1" indent="-457200">
              <a:lnSpc>
                <a:spcPct val="90000"/>
              </a:lnSpc>
            </a:pPr>
            <a:r>
              <a:rPr lang="en-US" altLang="zh-TW" sz="3200" dirty="0">
                <a:ea typeface="新細明體" pitchFamily="18" charset="-120"/>
              </a:rPr>
              <a:t>It is created and initialized to zero </a:t>
            </a:r>
            <a:r>
              <a:rPr lang="en-US" altLang="zh-TW" sz="3200" u="sng" dirty="0">
                <a:ea typeface="新細明體" pitchFamily="18" charset="-120"/>
              </a:rPr>
              <a:t>right before the program execution begins.</a:t>
            </a:r>
          </a:p>
          <a:p>
            <a:pPr marL="857250" lvl="1" indent="-457200">
              <a:lnSpc>
                <a:spcPct val="90000"/>
              </a:lnSpc>
            </a:pPr>
            <a:r>
              <a:rPr lang="en-US" altLang="zh-TW" sz="3200" dirty="0">
                <a:ea typeface="新細明體" pitchFamily="18" charset="-120"/>
              </a:rPr>
              <a:t>It stays in the memory until the program terminates (ends).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TW" sz="3600" dirty="0">
              <a:ea typeface="新細明體" pitchFamily="18" charset="-120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TW" sz="3600" dirty="0">
                <a:ea typeface="新細明體" pitchFamily="18" charset="-120"/>
              </a:rPr>
              <a:t>All global variables have static storage class.</a:t>
            </a:r>
          </a:p>
        </p:txBody>
      </p:sp>
    </p:spTree>
    <p:extLst>
      <p:ext uri="{BB962C8B-B14F-4D97-AF65-F5344CB8AC3E}">
        <p14:creationId xmlns:p14="http://schemas.microsoft.com/office/powerpoint/2010/main" val="44917123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E2BB-F249-4A6C-AE32-D4F95F5735E8}" type="slidenum">
              <a:rPr lang="zh-TW" altLang="en-US"/>
              <a:pPr/>
              <a:t>27</a:t>
            </a:fld>
            <a:endParaRPr lang="en-US" altLang="zh-TW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3.2.1. Local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r>
              <a:rPr lang="en-US" altLang="zh-TW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Variable</a:t>
            </a:r>
            <a:endParaRPr lang="zh-TW" altLang="en-US" b="1" dirty="0">
              <a:solidFill>
                <a:srgbClr val="FF0000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1981200" y="990600"/>
            <a:ext cx="8686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 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"static = %d, auto = 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(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&lt; 5;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foo()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</p:txBody>
      </p:sp>
      <p:sp>
        <p:nvSpPr>
          <p:cNvPr id="181255" name="Rectangle 7"/>
          <p:cNvSpPr>
            <a:spLocks noChangeArrowheads="1"/>
          </p:cNvSpPr>
          <p:nvPr/>
        </p:nvSpPr>
        <p:spPr bwMode="auto">
          <a:xfrm>
            <a:off x="6553200" y="4343401"/>
            <a:ext cx="3736622" cy="166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0,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1,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2,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3, auto = 0</a:t>
            </a:r>
          </a:p>
          <a:p>
            <a:pPr eaLnBrk="1" hangingPunct="1"/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 = 4, auto = 0</a:t>
            </a:r>
          </a:p>
        </p:txBody>
      </p:sp>
    </p:spTree>
    <p:extLst>
      <p:ext uri="{BB962C8B-B14F-4D97-AF65-F5344CB8AC3E}">
        <p14:creationId xmlns:p14="http://schemas.microsoft.com/office/powerpoint/2010/main" val="2761116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E2BB-F249-4A6C-AE32-D4F95F5735E8}" type="slidenum">
              <a:rPr lang="zh-TW" altLang="en-US"/>
              <a:pPr/>
              <a:t>28</a:t>
            </a:fld>
            <a:endParaRPr lang="en-US" altLang="zh-TW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3.2.1. Local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</a:rPr>
              <a:t>static</a:t>
            </a:r>
            <a:r>
              <a:rPr lang="en-US" altLang="zh-TW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Variable</a:t>
            </a:r>
            <a:endParaRPr lang="zh-TW" altLang="en-US" b="1" dirty="0">
              <a:solidFill>
                <a:srgbClr val="FF0000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1981200" y="990600"/>
            <a:ext cx="8686800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#include &lt;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stdio.h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  <a:endParaRPr lang="en-US" altLang="zh-TW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</a:t>
            </a:r>
            <a:r>
              <a:rPr lang="en-US" altLang="zh-TW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"static = %d, auto = %d\n"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static_var</a:t>
            </a:r>
            <a:r>
              <a:rPr lang="en-US" altLang="zh-TW" dirty="0">
                <a:solidFill>
                  <a:srgbClr val="99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auto_var</a:t>
            </a:r>
            <a:r>
              <a:rPr lang="en-US" altLang="zh-TW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main(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void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for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(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= 0;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&lt; 5;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  </a:t>
            </a:r>
            <a:r>
              <a:rPr lang="en-US" altLang="zh-TW" dirty="0">
                <a:solidFill>
                  <a:srgbClr val="99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foo()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return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17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91201" y="3048000"/>
            <a:ext cx="4800599" cy="3048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static_var</a:t>
            </a:r>
            <a:r>
              <a:rPr lang="en-US" altLang="zh-TW" sz="2400" dirty="0">
                <a:ea typeface="新細明體" pitchFamily="18" charset="-120"/>
              </a:rPr>
              <a:t> is created and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initialized </a:t>
            </a:r>
            <a:r>
              <a:rPr lang="en-US" altLang="zh-TW" sz="2400" b="1" u="sng" dirty="0">
                <a:solidFill>
                  <a:srgbClr val="C00000"/>
                </a:solidFill>
                <a:highlight>
                  <a:srgbClr val="FFFF00"/>
                </a:highlight>
                <a:ea typeface="新細明體" pitchFamily="18" charset="-120"/>
              </a:rPr>
              <a:t>once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 per program </a:t>
            </a:r>
            <a:r>
              <a:rPr lang="en-US" altLang="zh-TW" sz="2400" dirty="0">
                <a:ea typeface="新細明體" pitchFamily="18" charset="-120"/>
              </a:rPr>
              <a:t>execution. It can </a:t>
            </a:r>
            <a:r>
              <a:rPr lang="en-US" altLang="zh-TW" sz="2400" dirty="0">
                <a:highlight>
                  <a:srgbClr val="FFFF00"/>
                </a:highlight>
                <a:ea typeface="新細明體" pitchFamily="18" charset="-120"/>
              </a:rPr>
              <a:t>retain value </a:t>
            </a:r>
            <a:r>
              <a:rPr lang="en-US" altLang="zh-TW" sz="2400" dirty="0">
                <a:ea typeface="新細明體" pitchFamily="18" charset="-120"/>
              </a:rPr>
              <a:t>between function calls.</a:t>
            </a:r>
          </a:p>
          <a:p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auto_var</a:t>
            </a:r>
            <a:r>
              <a:rPr lang="en-US" altLang="zh-TW" sz="2400" dirty="0">
                <a:ea typeface="新細明體" pitchFamily="18" charset="-120"/>
              </a:rPr>
              <a:t> is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created</a:t>
            </a:r>
            <a:r>
              <a:rPr lang="en-US" altLang="zh-TW" sz="2400" dirty="0">
                <a:ea typeface="新細明體" pitchFamily="18" charset="-120"/>
              </a:rPr>
              <a:t>,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initialized</a:t>
            </a:r>
            <a:r>
              <a:rPr lang="en-US" altLang="zh-TW" sz="2400" dirty="0">
                <a:ea typeface="新細明體" pitchFamily="18" charset="-120"/>
              </a:rPr>
              <a:t>, and eventually </a:t>
            </a:r>
            <a:r>
              <a:rPr lang="en-US" altLang="zh-TW" sz="2400" dirty="0">
                <a:highlight>
                  <a:srgbClr val="00FF00"/>
                </a:highlight>
                <a:ea typeface="新細明體" pitchFamily="18" charset="-120"/>
              </a:rPr>
              <a:t>destroyed in each call </a:t>
            </a:r>
            <a:r>
              <a:rPr lang="en-US" altLang="zh-TW" sz="2400" dirty="0">
                <a:ea typeface="新細明體" pitchFamily="18" charset="-120"/>
              </a:rPr>
              <a:t>to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foo()</a:t>
            </a:r>
            <a:r>
              <a:rPr lang="en-US" altLang="zh-TW" sz="2400" dirty="0">
                <a:ea typeface="新細明體" pitchFamily="18" charset="-12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9413029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29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4000" b="1" dirty="0">
                <a:ea typeface="新細明體"/>
              </a:rPr>
              <a:t>Variable scope 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</a:rPr>
              <a:t>In the scope of {}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</a:rPr>
              <a:t>Global variable</a:t>
            </a:r>
            <a:endParaRPr lang="en-US" altLang="zh-TW" sz="3600" dirty="0">
              <a:ea typeface="新細明體" panose="02020500000000000000" pitchFamily="18" charset="-120"/>
            </a:endParaRPr>
          </a:p>
          <a:p>
            <a:pPr marL="533400" indent="-533400">
              <a:buAutoNum type="arabicPeriod"/>
            </a:pPr>
            <a:r>
              <a:rPr lang="en-US" altLang="zh-TW" sz="4000" b="1" dirty="0">
                <a:ea typeface="新細明體"/>
              </a:rPr>
              <a:t>Concept of Address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  <a:cs typeface="Calibri"/>
              </a:rPr>
              <a:t>&amp; to get the address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  <a:cs typeface="Calibri"/>
              </a:rPr>
              <a:t>Address in array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4000" b="1" dirty="0"/>
              <a:t>Storage class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</a:rPr>
              <a:t>Automatic </a:t>
            </a:r>
          </a:p>
          <a:p>
            <a:pPr marL="933450" lvl="1" indent="-533400">
              <a:buFont typeface="Arial" panose="020B0604020202020204" pitchFamily="34" charset="0"/>
              <a:buChar char="•"/>
            </a:pPr>
            <a:r>
              <a:rPr lang="en-US" altLang="zh-TW" sz="3600" dirty="0">
                <a:ea typeface="新細明體"/>
              </a:rPr>
              <a:t>Static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23345610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5 C Functions</a:t>
            </a:r>
          </a:p>
          <a:p>
            <a:pPr lvl="1"/>
            <a:r>
              <a:rPr lang="en-US" dirty="0"/>
              <a:t>Section 5.12: Storage Classes</a:t>
            </a:r>
          </a:p>
          <a:p>
            <a:pPr lvl="1"/>
            <a:r>
              <a:rPr lang="en-US" dirty="0"/>
              <a:t>Section 5.13: Scope Rules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987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7067</TotalTime>
  <Words>2541</Words>
  <Application>Microsoft Office PowerPoint</Application>
  <PresentationFormat>Widescreen</PresentationFormat>
  <Paragraphs>674</Paragraphs>
  <Slides>30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Microsoft JhengHei</vt:lpstr>
      <vt:lpstr>新細明體</vt:lpstr>
      <vt:lpstr>Arial</vt:lpstr>
      <vt:lpstr>Calibri</vt:lpstr>
      <vt:lpstr>Consolas</vt:lpstr>
      <vt:lpstr>Wingdings</vt:lpstr>
      <vt:lpstr>Office Theme</vt:lpstr>
      <vt:lpstr>Review: Functions</vt:lpstr>
      <vt:lpstr>Variable Scope(範圍,領域),   Address &amp; Storage</vt:lpstr>
      <vt:lpstr>Outline</vt:lpstr>
      <vt:lpstr>1. Variable Scope (範圍,領域)</vt:lpstr>
      <vt:lpstr>1.1. Local Scope (or Block Scope)</vt:lpstr>
      <vt:lpstr>1.1. Local Scope (or Block Scope)</vt:lpstr>
      <vt:lpstr>1.1. Local Scope (or Block Scope)</vt:lpstr>
      <vt:lpstr>1.1. Local Scope (or Block Scope)</vt:lpstr>
      <vt:lpstr>1.1.1. How to make good use of local scope</vt:lpstr>
      <vt:lpstr>Lab-7 Ex6 - Moving average of order K</vt:lpstr>
      <vt:lpstr>1.2. Global Scope (File Scope)</vt:lpstr>
      <vt:lpstr>1.3. Masking</vt:lpstr>
      <vt:lpstr>1.4. Why you should not use global variables</vt:lpstr>
      <vt:lpstr>1.4. Why you should not use global variables</vt:lpstr>
      <vt:lpstr>Outline</vt:lpstr>
      <vt:lpstr>2. Address</vt:lpstr>
      <vt:lpstr>2. Address</vt:lpstr>
      <vt:lpstr>2. Address</vt:lpstr>
      <vt:lpstr>2. Address</vt:lpstr>
      <vt:lpstr>2.1. Address of Arrays</vt:lpstr>
      <vt:lpstr>2.1. Addresses of Arrays</vt:lpstr>
      <vt:lpstr>Outline</vt:lpstr>
      <vt:lpstr>3. Storage Class</vt:lpstr>
      <vt:lpstr>3.1. The Storage Class auto</vt:lpstr>
      <vt:lpstr>3.1. The Storage Class auto</vt:lpstr>
      <vt:lpstr>3.2. The Storage Class static</vt:lpstr>
      <vt:lpstr>3.2.1. Local static Variable</vt:lpstr>
      <vt:lpstr>3.2.1. Local static Variable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Scope,  Address &amp; Storage</dc:title>
  <dc:subject/>
  <cp:keywords/>
  <dc:description/>
  <cp:lastModifiedBy>Yuli Jiang (CSD)</cp:lastModifiedBy>
  <cp:revision>2</cp:revision>
  <dcterms:created xsi:type="dcterms:W3CDTF">2011-07-19T12:51:33Z</dcterms:created>
  <dcterms:modified xsi:type="dcterms:W3CDTF">2025-10-26T16:53:24Z</dcterms:modified>
  <cp:category/>
</cp:coreProperties>
</file>
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97" r:id="rId3"/>
    <p:sldId id="299" r:id="rId4"/>
    <p:sldId id="298" r:id="rId5"/>
    <p:sldId id="302" r:id="rId6"/>
    <p:sldId id="294" r:id="rId7"/>
    <p:sldId id="295" r:id="rId8"/>
    <p:sldId id="303" r:id="rId9"/>
    <p:sldId id="312" r:id="rId10"/>
    <p:sldId id="300" r:id="rId11"/>
    <p:sldId id="296" r:id="rId12"/>
    <p:sldId id="288" r:id="rId13"/>
    <p:sldId id="304" r:id="rId14"/>
    <p:sldId id="290" r:id="rId15"/>
    <p:sldId id="289" r:id="rId16"/>
    <p:sldId id="305" r:id="rId17"/>
    <p:sldId id="301" r:id="rId18"/>
    <p:sldId id="307" r:id="rId19"/>
    <p:sldId id="308" r:id="rId20"/>
    <p:sldId id="309" r:id="rId21"/>
    <p:sldId id="291" r:id="rId22"/>
    <p:sldId id="311" r:id="rId23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FD8B9-7680-4468-81C0-44E6D8317CFE}" v="410" dt="2025-09-18T05:32:25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2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ma@ie.cuhk.edu.hk" userId="S::urn:spo:guest#jackma@ie.cuhk.edu.hk::" providerId="AD" clId="Web-{C59BA567-8625-CAA5-B755-25703631BFC4}"/>
    <pc:docChg chg="sldOrd">
      <pc:chgData name="jackma@ie.cuhk.edu.hk" userId="S::urn:spo:guest#jackma@ie.cuhk.edu.hk::" providerId="AD" clId="Web-{C59BA567-8625-CAA5-B755-25703631BFC4}" dt="2023-09-17T17:19:42.885" v="0"/>
      <pc:docMkLst>
        <pc:docMk/>
      </pc:docMkLst>
      <pc:sldChg chg="ord">
        <pc:chgData name="jackma@ie.cuhk.edu.hk" userId="S::urn:spo:guest#jackma@ie.cuhk.edu.hk::" providerId="AD" clId="Web-{C59BA567-8625-CAA5-B755-25703631BFC4}" dt="2023-09-17T17:19:42.885" v="0"/>
        <pc:sldMkLst>
          <pc:docMk/>
          <pc:sldMk cId="1599651438" sldId="295"/>
        </pc:sldMkLst>
      </pc:sldChg>
    </pc:docChg>
  </pc:docChgLst>
  <pc:docChgLst>
    <pc:chgData name="Yuli Jiang (CSD)" userId="7c291cd4-aa97-4867-8d2d-ebf5c1c3b419" providerId="ADAL" clId="{25E7234B-23D4-491D-81C8-8AE7258E9C0A}"/>
    <pc:docChg chg="undo redo custSel addSld modSld">
      <pc:chgData name="Yuli Jiang (CSD)" userId="7c291cd4-aa97-4867-8d2d-ebf5c1c3b419" providerId="ADAL" clId="{25E7234B-23D4-491D-81C8-8AE7258E9C0A}" dt="2024-09-19T05:58:00.296" v="1407"/>
      <pc:docMkLst>
        <pc:docMk/>
      </pc:docMkLst>
      <pc:sldChg chg="modSp mod">
        <pc:chgData name="Yuli Jiang (CSD)" userId="7c291cd4-aa97-4867-8d2d-ebf5c1c3b419" providerId="ADAL" clId="{25E7234B-23D4-491D-81C8-8AE7258E9C0A}" dt="2024-09-19T04:46:45.083" v="148" actId="20577"/>
        <pc:sldMkLst>
          <pc:docMk/>
          <pc:sldMk cId="324670354" sldId="288"/>
        </pc:sldMkLst>
      </pc:sldChg>
      <pc:sldChg chg="addSp modSp mod modAnim">
        <pc:chgData name="Yuli Jiang (CSD)" userId="7c291cd4-aa97-4867-8d2d-ebf5c1c3b419" providerId="ADAL" clId="{25E7234B-23D4-491D-81C8-8AE7258E9C0A}" dt="2024-09-19T05:53:18.371" v="1354"/>
        <pc:sldMkLst>
          <pc:docMk/>
          <pc:sldMk cId="2898673084" sldId="289"/>
        </pc:sldMkLst>
      </pc:sldChg>
      <pc:sldChg chg="modSp mod">
        <pc:chgData name="Yuli Jiang (CSD)" userId="7c291cd4-aa97-4867-8d2d-ebf5c1c3b419" providerId="ADAL" clId="{25E7234B-23D4-491D-81C8-8AE7258E9C0A}" dt="2024-09-19T04:44:33.424" v="108" actId="14100"/>
        <pc:sldMkLst>
          <pc:docMk/>
          <pc:sldMk cId="1460705981" sldId="290"/>
        </pc:sldMkLst>
      </pc:sldChg>
      <pc:sldChg chg="modSp mod">
        <pc:chgData name="Yuli Jiang (CSD)" userId="7c291cd4-aa97-4867-8d2d-ebf5c1c3b419" providerId="ADAL" clId="{25E7234B-23D4-491D-81C8-8AE7258E9C0A}" dt="2024-09-19T04:29:36.984" v="21" actId="15"/>
        <pc:sldMkLst>
          <pc:docMk/>
          <pc:sldMk cId="19202591" sldId="294"/>
        </pc:sldMkLst>
      </pc:sldChg>
      <pc:sldChg chg="modSp mod">
        <pc:chgData name="Yuli Jiang (CSD)" userId="7c291cd4-aa97-4867-8d2d-ebf5c1c3b419" providerId="ADAL" clId="{25E7234B-23D4-491D-81C8-8AE7258E9C0A}" dt="2024-09-19T04:20:33.629" v="0" actId="207"/>
        <pc:sldMkLst>
          <pc:docMk/>
          <pc:sldMk cId="1529351138" sldId="297"/>
        </pc:sldMkLst>
      </pc:sldChg>
      <pc:sldChg chg="mod modShow">
        <pc:chgData name="Yuli Jiang (CSD)" userId="7c291cd4-aa97-4867-8d2d-ebf5c1c3b419" providerId="ADAL" clId="{25E7234B-23D4-491D-81C8-8AE7258E9C0A}" dt="2024-09-19T04:20:44.800" v="1" actId="729"/>
        <pc:sldMkLst>
          <pc:docMk/>
          <pc:sldMk cId="3559631930" sldId="298"/>
        </pc:sldMkLst>
      </pc:sldChg>
      <pc:sldChg chg="mod modShow">
        <pc:chgData name="Yuli Jiang (CSD)" userId="7c291cd4-aa97-4867-8d2d-ebf5c1c3b419" providerId="ADAL" clId="{25E7234B-23D4-491D-81C8-8AE7258E9C0A}" dt="2024-09-19T04:20:44.800" v="1" actId="729"/>
        <pc:sldMkLst>
          <pc:docMk/>
          <pc:sldMk cId="2533165902" sldId="299"/>
        </pc:sldMkLst>
      </pc:sldChg>
      <pc:sldChg chg="modSp mod">
        <pc:chgData name="Yuli Jiang (CSD)" userId="7c291cd4-aa97-4867-8d2d-ebf5c1c3b419" providerId="ADAL" clId="{25E7234B-23D4-491D-81C8-8AE7258E9C0A}" dt="2024-09-19T04:30:46.605" v="23" actId="114"/>
        <pc:sldMkLst>
          <pc:docMk/>
          <pc:sldMk cId="1859073869" sldId="300"/>
        </pc:sldMkLst>
      </pc:sldChg>
      <pc:sldChg chg="addSp modSp mod">
        <pc:chgData name="Yuli Jiang (CSD)" userId="7c291cd4-aa97-4867-8d2d-ebf5c1c3b419" providerId="ADAL" clId="{25E7234B-23D4-491D-81C8-8AE7258E9C0A}" dt="2024-09-19T05:56:53.126" v="1356" actId="1076"/>
        <pc:sldMkLst>
          <pc:docMk/>
          <pc:sldMk cId="3480332126" sldId="301"/>
        </pc:sldMkLst>
      </pc:sldChg>
      <pc:sldChg chg="modSp mod">
        <pc:chgData name="Yuli Jiang (CSD)" userId="7c291cd4-aa97-4867-8d2d-ebf5c1c3b419" providerId="ADAL" clId="{25E7234B-23D4-491D-81C8-8AE7258E9C0A}" dt="2024-09-19T04:31:13.393" v="30" actId="27636"/>
        <pc:sldMkLst>
          <pc:docMk/>
          <pc:sldMk cId="2041723258" sldId="304"/>
        </pc:sldMkLst>
      </pc:sldChg>
      <pc:sldChg chg="addSp modSp">
        <pc:chgData name="Yuli Jiang (CSD)" userId="7c291cd4-aa97-4867-8d2d-ebf5c1c3b419" providerId="ADAL" clId="{25E7234B-23D4-491D-81C8-8AE7258E9C0A}" dt="2024-09-19T05:56:54.581" v="1357"/>
        <pc:sldMkLst>
          <pc:docMk/>
          <pc:sldMk cId="3216429021" sldId="307"/>
        </pc:sldMkLst>
      </pc:sldChg>
      <pc:sldChg chg="addSp modSp mod modAnim">
        <pc:chgData name="Yuli Jiang (CSD)" userId="7c291cd4-aa97-4867-8d2d-ebf5c1c3b419" providerId="ADAL" clId="{25E7234B-23D4-491D-81C8-8AE7258E9C0A}" dt="2024-09-19T05:58:00.296" v="1407"/>
        <pc:sldMkLst>
          <pc:docMk/>
          <pc:sldMk cId="1438589436" sldId="308"/>
        </pc:sldMkLst>
      </pc:sldChg>
      <pc:sldChg chg="addSp modSp">
        <pc:chgData name="Yuli Jiang (CSD)" userId="7c291cd4-aa97-4867-8d2d-ebf5c1c3b419" providerId="ADAL" clId="{25E7234B-23D4-491D-81C8-8AE7258E9C0A}" dt="2024-09-19T05:56:58.413" v="1359"/>
        <pc:sldMkLst>
          <pc:docMk/>
          <pc:sldMk cId="2618820398" sldId="309"/>
        </pc:sldMkLst>
      </pc:sldChg>
      <pc:sldChg chg="modSp new mod">
        <pc:chgData name="Yuli Jiang (CSD)" userId="7c291cd4-aa97-4867-8d2d-ebf5c1c3b419" providerId="ADAL" clId="{25E7234B-23D4-491D-81C8-8AE7258E9C0A}" dt="2024-09-19T04:57:55.838" v="461" actId="20577"/>
        <pc:sldMkLst>
          <pc:docMk/>
          <pc:sldMk cId="135860467" sldId="310"/>
        </pc:sldMkLst>
      </pc:sldChg>
      <pc:sldChg chg="modSp new mod">
        <pc:chgData name="Yuli Jiang (CSD)" userId="7c291cd4-aa97-4867-8d2d-ebf5c1c3b419" providerId="ADAL" clId="{25E7234B-23D4-491D-81C8-8AE7258E9C0A}" dt="2024-09-19T05:04:26.535" v="823" actId="15"/>
        <pc:sldMkLst>
          <pc:docMk/>
          <pc:sldMk cId="2549487132" sldId="311"/>
        </pc:sldMkLst>
      </pc:sldChg>
      <pc:sldChg chg="addSp delSp modSp add mod">
        <pc:chgData name="Yuli Jiang (CSD)" userId="7c291cd4-aa97-4867-8d2d-ebf5c1c3b419" providerId="ADAL" clId="{25E7234B-23D4-491D-81C8-8AE7258E9C0A}" dt="2024-09-19T05:24:14.306" v="1349" actId="13822"/>
        <pc:sldMkLst>
          <pc:docMk/>
          <pc:sldMk cId="286734451" sldId="335"/>
        </pc:sldMkLst>
      </pc:sldChg>
      <pc:sldChg chg="addSp modSp new mod modAnim">
        <pc:chgData name="Yuli Jiang (CSD)" userId="7c291cd4-aa97-4867-8d2d-ebf5c1c3b419" providerId="ADAL" clId="{25E7234B-23D4-491D-81C8-8AE7258E9C0A}" dt="2024-09-19T05:19:42.029" v="1157"/>
        <pc:sldMkLst>
          <pc:docMk/>
          <pc:sldMk cId="726599300" sldId="336"/>
        </pc:sldMkLst>
      </pc:sldChg>
    </pc:docChg>
  </pc:docChgLst>
  <pc:docChgLst>
    <pc:chgData name="William Hui (IEG)" userId="S::kyhui@cuhk.edu.hk::07728535-8fdc-4325-b24f-20cc4d58a3a3" providerId="AD" clId="Web-{E8D06A93-B794-6C88-83C4-C770830B7FEC}"/>
    <pc:docChg chg="modSld">
      <pc:chgData name="William Hui (IEG)" userId="S::kyhui@cuhk.edu.hk::07728535-8fdc-4325-b24f-20cc4d58a3a3" providerId="AD" clId="Web-{E8D06A93-B794-6C88-83C4-C770830B7FEC}" dt="2019-08-23T14:08:06.965" v="4" actId="20577"/>
      <pc:docMkLst>
        <pc:docMk/>
      </pc:docMkLst>
      <pc:sldChg chg="modSp">
        <pc:chgData name="William Hui (IEG)" userId="S::kyhui@cuhk.edu.hk::07728535-8fdc-4325-b24f-20cc4d58a3a3" providerId="AD" clId="Web-{E8D06A93-B794-6C88-83C4-C770830B7FEC}" dt="2019-08-23T14:08:06.793" v="2" actId="20577"/>
        <pc:sldMkLst>
          <pc:docMk/>
          <pc:sldMk cId="1529351138" sldId="297"/>
        </pc:sldMkLst>
      </pc:sldChg>
    </pc:docChg>
  </pc:docChgLst>
  <pc:docChgLst>
    <pc:chgData name="Yuli Jiang (CSD)" userId="7c291cd4-aa97-4867-8d2d-ebf5c1c3b419" providerId="ADAL" clId="{8FBD0129-C0BB-4F8A-B9D2-D31C5DC212F7}"/>
    <pc:docChg chg="undo custSel addSld delSld modSld sldOrd">
      <pc:chgData name="Yuli Jiang (CSD)" userId="7c291cd4-aa97-4867-8d2d-ebf5c1c3b419" providerId="ADAL" clId="{8FBD0129-C0BB-4F8A-B9D2-D31C5DC212F7}" dt="2025-09-18T05:32:25.911" v="410" actId="1076"/>
      <pc:docMkLst>
        <pc:docMk/>
      </pc:docMkLst>
      <pc:sldChg chg="addSp delSp modSp mod delAnim modAnim">
        <pc:chgData name="Yuli Jiang (CSD)" userId="7c291cd4-aa97-4867-8d2d-ebf5c1c3b419" providerId="ADAL" clId="{8FBD0129-C0BB-4F8A-B9D2-D31C5DC212F7}" dt="2025-09-18T05:21:53.386" v="181" actId="20577"/>
        <pc:sldMkLst>
          <pc:docMk/>
          <pc:sldMk cId="3792615375" sldId="296"/>
        </pc:sldMkLst>
        <pc:spChg chg="del">
          <ac:chgData name="Yuli Jiang (CSD)" userId="7c291cd4-aa97-4867-8d2d-ebf5c1c3b419" providerId="ADAL" clId="{8FBD0129-C0BB-4F8A-B9D2-D31C5DC212F7}" dt="2025-09-18T05:19:21.046" v="84" actId="478"/>
          <ac:spMkLst>
            <pc:docMk/>
            <pc:sldMk cId="3792615375" sldId="296"/>
            <ac:spMk id="2" creationId="{5FA67657-383F-CE52-A95F-1576E7CE0461}"/>
          </ac:spMkLst>
        </pc:spChg>
        <pc:spChg chg="del">
          <ac:chgData name="Yuli Jiang (CSD)" userId="7c291cd4-aa97-4867-8d2d-ebf5c1c3b419" providerId="ADAL" clId="{8FBD0129-C0BB-4F8A-B9D2-D31C5DC212F7}" dt="2025-09-18T05:19:19.667" v="83" actId="478"/>
          <ac:spMkLst>
            <pc:docMk/>
            <pc:sldMk cId="3792615375" sldId="296"/>
            <ac:spMk id="3" creationId="{95297AB2-603A-C849-EAD3-371863DD18BA}"/>
          </ac:spMkLst>
        </pc:spChg>
        <pc:spChg chg="del">
          <ac:chgData name="Yuli Jiang (CSD)" userId="7c291cd4-aa97-4867-8d2d-ebf5c1c3b419" providerId="ADAL" clId="{8FBD0129-C0BB-4F8A-B9D2-D31C5DC212F7}" dt="2025-09-18T05:19:22.333" v="85" actId="478"/>
          <ac:spMkLst>
            <pc:docMk/>
            <pc:sldMk cId="3792615375" sldId="296"/>
            <ac:spMk id="4" creationId="{89D61471-572A-932C-C475-683452711966}"/>
          </ac:spMkLst>
        </pc:spChg>
        <pc:spChg chg="mod">
          <ac:chgData name="Yuli Jiang (CSD)" userId="7c291cd4-aa97-4867-8d2d-ebf5c1c3b419" providerId="ADAL" clId="{8FBD0129-C0BB-4F8A-B9D2-D31C5DC212F7}" dt="2025-09-18T05:21:53.386" v="181" actId="20577"/>
          <ac:spMkLst>
            <pc:docMk/>
            <pc:sldMk cId="3792615375" sldId="296"/>
            <ac:spMk id="5" creationId="{80557D9C-014D-5E6E-059A-05653304A9CB}"/>
          </ac:spMkLst>
        </pc:spChg>
        <pc:spChg chg="add mod">
          <ac:chgData name="Yuli Jiang (CSD)" userId="7c291cd4-aa97-4867-8d2d-ebf5c1c3b419" providerId="ADAL" clId="{8FBD0129-C0BB-4F8A-B9D2-D31C5DC212F7}" dt="2025-09-18T05:20:42.588" v="140" actId="1582"/>
          <ac:spMkLst>
            <pc:docMk/>
            <pc:sldMk cId="3792615375" sldId="296"/>
            <ac:spMk id="6" creationId="{25229545-77A9-C2A1-7EFC-156D4AF4C555}"/>
          </ac:spMkLst>
        </pc:spChg>
        <pc:spChg chg="mod">
          <ac:chgData name="Yuli Jiang (CSD)" userId="7c291cd4-aa97-4867-8d2d-ebf5c1c3b419" providerId="ADAL" clId="{8FBD0129-C0BB-4F8A-B9D2-D31C5DC212F7}" dt="2025-09-18T05:21:14.402" v="144" actId="20577"/>
          <ac:spMkLst>
            <pc:docMk/>
            <pc:sldMk cId="3792615375" sldId="296"/>
            <ac:spMk id="23555" creationId="{00000000-0000-0000-0000-000000000000}"/>
          </ac:spMkLst>
        </pc:spChg>
      </pc:sldChg>
      <pc:sldChg chg="ord">
        <pc:chgData name="Yuli Jiang (CSD)" userId="7c291cd4-aa97-4867-8d2d-ebf5c1c3b419" providerId="ADAL" clId="{8FBD0129-C0BB-4F8A-B9D2-D31C5DC212F7}" dt="2025-09-18T05:21:27.549" v="146"/>
        <pc:sldMkLst>
          <pc:docMk/>
          <pc:sldMk cId="1859073869" sldId="300"/>
        </pc:sldMkLst>
      </pc:sldChg>
      <pc:sldChg chg="del">
        <pc:chgData name="Yuli Jiang (CSD)" userId="7c291cd4-aa97-4867-8d2d-ebf5c1c3b419" providerId="ADAL" clId="{8FBD0129-C0BB-4F8A-B9D2-D31C5DC212F7}" dt="2025-09-18T05:24:52.272" v="182" actId="47"/>
        <pc:sldMkLst>
          <pc:docMk/>
          <pc:sldMk cId="135860467" sldId="310"/>
        </pc:sldMkLst>
      </pc:sldChg>
      <pc:sldChg chg="addSp modSp mod">
        <pc:chgData name="Yuli Jiang (CSD)" userId="7c291cd4-aa97-4867-8d2d-ebf5c1c3b419" providerId="ADAL" clId="{8FBD0129-C0BB-4F8A-B9D2-D31C5DC212F7}" dt="2025-09-18T05:32:25.911" v="410" actId="1076"/>
        <pc:sldMkLst>
          <pc:docMk/>
          <pc:sldMk cId="2549487132" sldId="311"/>
        </pc:sldMkLst>
        <pc:spChg chg="mod">
          <ac:chgData name="Yuli Jiang (CSD)" userId="7c291cd4-aa97-4867-8d2d-ebf5c1c3b419" providerId="ADAL" clId="{8FBD0129-C0BB-4F8A-B9D2-D31C5DC212F7}" dt="2025-09-18T05:32:19.491" v="409" actId="404"/>
          <ac:spMkLst>
            <pc:docMk/>
            <pc:sldMk cId="2549487132" sldId="311"/>
            <ac:spMk id="3" creationId="{B5D4771C-C079-3A0E-FF81-97AC8994D070}"/>
          </ac:spMkLst>
        </pc:spChg>
        <pc:spChg chg="add mod">
          <ac:chgData name="Yuli Jiang (CSD)" userId="7c291cd4-aa97-4867-8d2d-ebf5c1c3b419" providerId="ADAL" clId="{8FBD0129-C0BB-4F8A-B9D2-D31C5DC212F7}" dt="2025-09-18T05:32:25.911" v="410" actId="1076"/>
          <ac:spMkLst>
            <pc:docMk/>
            <pc:sldMk cId="2549487132" sldId="311"/>
            <ac:spMk id="6" creationId="{605887D0-9B25-AAC5-83A5-843745379CA4}"/>
          </ac:spMkLst>
        </pc:spChg>
      </pc:sldChg>
      <pc:sldChg chg="addSp delSp modSp add mod modTransition delAnim modAnim">
        <pc:chgData name="Yuli Jiang (CSD)" userId="7c291cd4-aa97-4867-8d2d-ebf5c1c3b419" providerId="ADAL" clId="{8FBD0129-C0BB-4F8A-B9D2-D31C5DC212F7}" dt="2025-09-18T05:21:11.939" v="143" actId="20577"/>
        <pc:sldMkLst>
          <pc:docMk/>
          <pc:sldMk cId="1171931149" sldId="312"/>
        </pc:sldMkLst>
        <pc:spChg chg="del mod">
          <ac:chgData name="Yuli Jiang (CSD)" userId="7c291cd4-aa97-4867-8d2d-ebf5c1c3b419" providerId="ADAL" clId="{8FBD0129-C0BB-4F8A-B9D2-D31C5DC212F7}" dt="2025-09-18T05:16:25.783" v="6" actId="478"/>
          <ac:spMkLst>
            <pc:docMk/>
            <pc:sldMk cId="1171931149" sldId="312"/>
            <ac:spMk id="2" creationId="{CD18996D-C817-D189-775A-AFF01CE4A43C}"/>
          </ac:spMkLst>
        </pc:spChg>
        <pc:spChg chg="del">
          <ac:chgData name="Yuli Jiang (CSD)" userId="7c291cd4-aa97-4867-8d2d-ebf5c1c3b419" providerId="ADAL" clId="{8FBD0129-C0BB-4F8A-B9D2-D31C5DC212F7}" dt="2025-09-18T05:17:19.448" v="35" actId="478"/>
          <ac:spMkLst>
            <pc:docMk/>
            <pc:sldMk cId="1171931149" sldId="312"/>
            <ac:spMk id="3" creationId="{07F605E7-3E3E-64C9-B286-9F910210C0A1}"/>
          </ac:spMkLst>
        </pc:spChg>
        <pc:spChg chg="del">
          <ac:chgData name="Yuli Jiang (CSD)" userId="7c291cd4-aa97-4867-8d2d-ebf5c1c3b419" providerId="ADAL" clId="{8FBD0129-C0BB-4F8A-B9D2-D31C5DC212F7}" dt="2025-09-18T05:17:18.408" v="34" actId="478"/>
          <ac:spMkLst>
            <pc:docMk/>
            <pc:sldMk cId="1171931149" sldId="312"/>
            <ac:spMk id="4" creationId="{97DE3678-EF87-89B5-2D5F-DA0030501330}"/>
          </ac:spMkLst>
        </pc:spChg>
        <pc:spChg chg="mod">
          <ac:chgData name="Yuli Jiang (CSD)" userId="7c291cd4-aa97-4867-8d2d-ebf5c1c3b419" providerId="ADAL" clId="{8FBD0129-C0BB-4F8A-B9D2-D31C5DC212F7}" dt="2025-09-18T05:18:21.341" v="66" actId="20577"/>
          <ac:spMkLst>
            <pc:docMk/>
            <pc:sldMk cId="1171931149" sldId="312"/>
            <ac:spMk id="5" creationId="{9D7BADAE-B2A0-8FB1-DB36-90106A1A7933}"/>
          </ac:spMkLst>
        </pc:spChg>
        <pc:spChg chg="mod">
          <ac:chgData name="Yuli Jiang (CSD)" userId="7c291cd4-aa97-4867-8d2d-ebf5c1c3b419" providerId="ADAL" clId="{8FBD0129-C0BB-4F8A-B9D2-D31C5DC212F7}" dt="2025-09-18T05:18:32.768" v="78" actId="20577"/>
          <ac:spMkLst>
            <pc:docMk/>
            <pc:sldMk cId="1171931149" sldId="312"/>
            <ac:spMk id="6" creationId="{A8656259-FD8E-77F0-430C-D8425E2E352E}"/>
          </ac:spMkLst>
        </pc:spChg>
        <pc:spChg chg="add mod">
          <ac:chgData name="Yuli Jiang (CSD)" userId="7c291cd4-aa97-4867-8d2d-ebf5c1c3b419" providerId="ADAL" clId="{8FBD0129-C0BB-4F8A-B9D2-D31C5DC212F7}" dt="2025-09-18T05:19:14.916" v="82" actId="1076"/>
          <ac:spMkLst>
            <pc:docMk/>
            <pc:sldMk cId="1171931149" sldId="312"/>
            <ac:spMk id="7" creationId="{D21736F2-3D90-628D-240A-1427996C0112}"/>
          </ac:spMkLst>
        </pc:spChg>
        <pc:spChg chg="add mod">
          <ac:chgData name="Yuli Jiang (CSD)" userId="7c291cd4-aa97-4867-8d2d-ebf5c1c3b419" providerId="ADAL" clId="{8FBD0129-C0BB-4F8A-B9D2-D31C5DC212F7}" dt="2025-09-18T05:19:07.666" v="81"/>
          <ac:spMkLst>
            <pc:docMk/>
            <pc:sldMk cId="1171931149" sldId="312"/>
            <ac:spMk id="8" creationId="{A89A81F1-9ADF-5061-3695-368B44F2189F}"/>
          </ac:spMkLst>
        </pc:spChg>
        <pc:spChg chg="mod">
          <ac:chgData name="Yuli Jiang (CSD)" userId="7c291cd4-aa97-4867-8d2d-ebf5c1c3b419" providerId="ADAL" clId="{8FBD0129-C0BB-4F8A-B9D2-D31C5DC212F7}" dt="2025-09-18T05:21:11.939" v="143" actId="20577"/>
          <ac:spMkLst>
            <pc:docMk/>
            <pc:sldMk cId="1171931149" sldId="312"/>
            <ac:spMk id="22531" creationId="{D9610DCF-D0D7-84D0-15CA-E1CB460F212C}"/>
          </ac:spMkLst>
        </pc:spChg>
        <pc:spChg chg="mod">
          <ac:chgData name="Yuli Jiang (CSD)" userId="7c291cd4-aa97-4867-8d2d-ebf5c1c3b419" providerId="ADAL" clId="{8FBD0129-C0BB-4F8A-B9D2-D31C5DC212F7}" dt="2025-09-18T05:18:00.821" v="52" actId="113"/>
          <ac:spMkLst>
            <pc:docMk/>
            <pc:sldMk cId="1171931149" sldId="312"/>
            <ac:spMk id="22532" creationId="{C52768E2-2F77-6447-EE40-FD0DB3CD1150}"/>
          </ac:spMkLst>
        </pc:spChg>
      </pc:sldChg>
    </pc:docChg>
  </pc:docChgLst>
  <pc:docChgLst>
    <pc:chgData name="William Hui (IEG)" userId="S::kyhui@cuhk.edu.hk::07728535-8fdc-4325-b24f-20cc4d58a3a3" providerId="AD" clId="Web-{FC3FF0B6-0E96-D43E-35E2-9D5E04EE11F3}"/>
    <pc:docChg chg="modSld">
      <pc:chgData name="William Hui (IEG)" userId="S::kyhui@cuhk.edu.hk::07728535-8fdc-4325-b24f-20cc4d58a3a3" providerId="AD" clId="Web-{FC3FF0B6-0E96-D43E-35E2-9D5E04EE11F3}" dt="2019-08-23T08:01:36.115" v="16" actId="20577"/>
      <pc:docMkLst>
        <pc:docMk/>
      </pc:docMkLst>
      <pc:sldChg chg="modSp">
        <pc:chgData name="William Hui (IEG)" userId="S::kyhui@cuhk.edu.hk::07728535-8fdc-4325-b24f-20cc4d58a3a3" providerId="AD" clId="Web-{FC3FF0B6-0E96-D43E-35E2-9D5E04EE11F3}" dt="2019-08-23T08:01:36.115" v="16" actId="20577"/>
        <pc:sldMkLst>
          <pc:docMk/>
          <pc:sldMk cId="2898673084" sldId="289"/>
        </pc:sldMkLst>
      </pc:sldChg>
      <pc:sldChg chg="modSp">
        <pc:chgData name="William Hui (IEG)" userId="S::kyhui@cuhk.edu.hk::07728535-8fdc-4325-b24f-20cc4d58a3a3" providerId="AD" clId="Web-{FC3FF0B6-0E96-D43E-35E2-9D5E04EE11F3}" dt="2019-08-23T08:01:05.630" v="5" actId="20577"/>
        <pc:sldMkLst>
          <pc:docMk/>
          <pc:sldMk cId="3792615375" sldId="296"/>
        </pc:sldMkLst>
      </pc:sldChg>
    </pc:docChg>
  </pc:docChgLst>
  <pc:docChgLst>
    <pc:chgData name="Chuck jee Chau (CSD)" userId="7aa7a09e-983f-4214-9e5a-071cbb678e81" providerId="ADAL" clId="{42431C93-4FF5-374B-BC94-A3F7C4F8EC98}"/>
    <pc:docChg chg="undo redo custSel modSld">
      <pc:chgData name="Chuck jee Chau (CSD)" userId="7aa7a09e-983f-4214-9e5a-071cbb678e81" providerId="ADAL" clId="{42431C93-4FF5-374B-BC94-A3F7C4F8EC98}" dt="2019-09-07T10:15:36.377" v="165" actId="20577"/>
      <pc:docMkLst>
        <pc:docMk/>
      </pc:docMkLst>
      <pc:sldChg chg="modSp">
        <pc:chgData name="Chuck jee Chau (CSD)" userId="7aa7a09e-983f-4214-9e5a-071cbb678e81" providerId="ADAL" clId="{42431C93-4FF5-374B-BC94-A3F7C4F8EC98}" dt="2019-09-07T10:06:39.808" v="0" actId="20577"/>
        <pc:sldMkLst>
          <pc:docMk/>
          <pc:sldMk cId="0" sldId="256"/>
        </pc:sldMkLst>
      </pc:sldChg>
      <pc:sldChg chg="modSp">
        <pc:chgData name="Chuck jee Chau (CSD)" userId="7aa7a09e-983f-4214-9e5a-071cbb678e81" providerId="ADAL" clId="{42431C93-4FF5-374B-BC94-A3F7C4F8EC98}" dt="2019-09-07T10:12:06.055" v="93" actId="20577"/>
        <pc:sldMkLst>
          <pc:docMk/>
          <pc:sldMk cId="324670354" sldId="288"/>
        </pc:sldMkLst>
      </pc:sldChg>
      <pc:sldChg chg="modSp">
        <pc:chgData name="Chuck jee Chau (CSD)" userId="7aa7a09e-983f-4214-9e5a-071cbb678e81" providerId="ADAL" clId="{42431C93-4FF5-374B-BC94-A3F7C4F8EC98}" dt="2019-09-07T10:15:33.981" v="164" actId="20577"/>
        <pc:sldMkLst>
          <pc:docMk/>
          <pc:sldMk cId="2898673084" sldId="289"/>
        </pc:sldMkLst>
      </pc:sldChg>
      <pc:sldChg chg="modSp">
        <pc:chgData name="Chuck jee Chau (CSD)" userId="7aa7a09e-983f-4214-9e5a-071cbb678e81" providerId="ADAL" clId="{42431C93-4FF5-374B-BC94-A3F7C4F8EC98}" dt="2019-09-07T10:15:36.377" v="165" actId="20577"/>
        <pc:sldMkLst>
          <pc:docMk/>
          <pc:sldMk cId="1460705981" sldId="290"/>
        </pc:sldMkLst>
      </pc:sldChg>
      <pc:sldChg chg="modSp">
        <pc:chgData name="Chuck jee Chau (CSD)" userId="7aa7a09e-983f-4214-9e5a-071cbb678e81" providerId="ADAL" clId="{42431C93-4FF5-374B-BC94-A3F7C4F8EC98}" dt="2019-09-07T10:14:52.108" v="163" actId="20577"/>
        <pc:sldMkLst>
          <pc:docMk/>
          <pc:sldMk cId="3506324765" sldId="291"/>
        </pc:sldMkLst>
      </pc:sldChg>
      <pc:sldChg chg="modSp">
        <pc:chgData name="Chuck jee Chau (CSD)" userId="7aa7a09e-983f-4214-9e5a-071cbb678e81" providerId="ADAL" clId="{42431C93-4FF5-374B-BC94-A3F7C4F8EC98}" dt="2019-09-07T10:12:39.279" v="95" actId="403"/>
        <pc:sldMkLst>
          <pc:docMk/>
          <pc:sldMk cId="19202591" sldId="294"/>
        </pc:sldMkLst>
      </pc:sldChg>
      <pc:sldChg chg="modSp">
        <pc:chgData name="Chuck jee Chau (CSD)" userId="7aa7a09e-983f-4214-9e5a-071cbb678e81" providerId="ADAL" clId="{42431C93-4FF5-374B-BC94-A3F7C4F8EC98}" dt="2019-09-07T10:10:24.343" v="58" actId="20577"/>
        <pc:sldMkLst>
          <pc:docMk/>
          <pc:sldMk cId="3792615375" sldId="296"/>
        </pc:sldMkLst>
      </pc:sldChg>
      <pc:sldChg chg="modSp">
        <pc:chgData name="Chuck jee Chau (CSD)" userId="7aa7a09e-983f-4214-9e5a-071cbb678e81" providerId="ADAL" clId="{42431C93-4FF5-374B-BC94-A3F7C4F8EC98}" dt="2019-09-07T10:07:07.731" v="15" actId="20577"/>
        <pc:sldMkLst>
          <pc:docMk/>
          <pc:sldMk cId="1529351138" sldId="297"/>
        </pc:sldMkLst>
      </pc:sldChg>
      <pc:sldChg chg="modSp">
        <pc:chgData name="Chuck jee Chau (CSD)" userId="7aa7a09e-983f-4214-9e5a-071cbb678e81" providerId="ADAL" clId="{42431C93-4FF5-374B-BC94-A3F7C4F8EC98}" dt="2019-09-07T10:08:44.845" v="31" actId="20577"/>
        <pc:sldMkLst>
          <pc:docMk/>
          <pc:sldMk cId="3559631930" sldId="298"/>
        </pc:sldMkLst>
      </pc:sldChg>
      <pc:sldChg chg="modSp">
        <pc:chgData name="Chuck jee Chau (CSD)" userId="7aa7a09e-983f-4214-9e5a-071cbb678e81" providerId="ADAL" clId="{42431C93-4FF5-374B-BC94-A3F7C4F8EC98}" dt="2019-09-07T10:12:33.223" v="94" actId="403"/>
        <pc:sldMkLst>
          <pc:docMk/>
          <pc:sldMk cId="2533165902" sldId="299"/>
        </pc:sldMkLst>
      </pc:sldChg>
      <pc:sldChg chg="modSp">
        <pc:chgData name="Chuck jee Chau (CSD)" userId="7aa7a09e-983f-4214-9e5a-071cbb678e81" providerId="ADAL" clId="{42431C93-4FF5-374B-BC94-A3F7C4F8EC98}" dt="2019-09-07T10:11:04.728" v="62" actId="113"/>
        <pc:sldMkLst>
          <pc:docMk/>
          <pc:sldMk cId="1859073869" sldId="300"/>
        </pc:sldMkLst>
      </pc:sldChg>
    </pc:docChg>
  </pc:docChgLst>
  <pc:docChgLst>
    <pc:chgData name="Yuli Jiang (CSD)" userId="7c291cd4-aa97-4867-8d2d-ebf5c1c3b419" providerId="ADAL" clId="{32A94110-88B9-4A6A-9F81-D5C158392534}"/>
    <pc:docChg chg="delSld">
      <pc:chgData name="Yuli Jiang (CSD)" userId="7c291cd4-aa97-4867-8d2d-ebf5c1c3b419" providerId="ADAL" clId="{32A94110-88B9-4A6A-9F81-D5C158392534}" dt="2025-09-17T08:34:53.351" v="1" actId="2696"/>
      <pc:docMkLst>
        <pc:docMk/>
      </pc:docMkLst>
      <pc:sldChg chg="del">
        <pc:chgData name="Yuli Jiang (CSD)" userId="7c291cd4-aa97-4867-8d2d-ebf5c1c3b419" providerId="ADAL" clId="{32A94110-88B9-4A6A-9F81-D5C158392534}" dt="2025-09-17T08:34:38.243" v="0" actId="2696"/>
        <pc:sldMkLst>
          <pc:docMk/>
          <pc:sldMk cId="286734451" sldId="335"/>
        </pc:sldMkLst>
      </pc:sldChg>
      <pc:sldChg chg="del">
        <pc:chgData name="Yuli Jiang (CSD)" userId="7c291cd4-aa97-4867-8d2d-ebf5c1c3b419" providerId="ADAL" clId="{32A94110-88B9-4A6A-9F81-D5C158392534}" dt="2025-09-17T08:34:53.351" v="1" actId="2696"/>
        <pc:sldMkLst>
          <pc:docMk/>
          <pc:sldMk cId="726599300" sldId="336"/>
        </pc:sldMkLst>
      </pc:sldChg>
    </pc:docChg>
  </pc:docChgLst>
  <pc:docChgLst>
    <pc:chgData name="Yuli Jiang (CSD)" userId="S::yulijiang@cuhk.edu.hk::7c291cd4-aa97-4867-8d2d-ebf5c1c3b419" providerId="AD" clId="Web-{A50EBECE-080E-5F95-ED1F-D3E2BE532A40}"/>
    <pc:docChg chg="modSld">
      <pc:chgData name="Yuli Jiang (CSD)" userId="S::yulijiang@cuhk.edu.hk::7c291cd4-aa97-4867-8d2d-ebf5c1c3b419" providerId="AD" clId="Web-{A50EBECE-080E-5F95-ED1F-D3E2BE532A40}" dt="2025-09-15T11:17:10.735" v="23" actId="20577"/>
      <pc:docMkLst>
        <pc:docMk/>
      </pc:docMkLst>
      <pc:sldChg chg="modSp">
        <pc:chgData name="Yuli Jiang (CSD)" userId="S::yulijiang@cuhk.edu.hk::7c291cd4-aa97-4867-8d2d-ebf5c1c3b419" providerId="AD" clId="Web-{A50EBECE-080E-5F95-ED1F-D3E2BE532A40}" dt="2025-09-15T11:17:10.735" v="23" actId="20577"/>
        <pc:sldMkLst>
          <pc:docMk/>
          <pc:sldMk cId="2549487132" sldId="311"/>
        </pc:sldMkLst>
        <pc:spChg chg="mod">
          <ac:chgData name="Yuli Jiang (CSD)" userId="S::yulijiang@cuhk.edu.hk::7c291cd4-aa97-4867-8d2d-ebf5c1c3b419" providerId="AD" clId="Web-{A50EBECE-080E-5F95-ED1F-D3E2BE532A40}" dt="2025-09-15T11:17:10.735" v="23" actId="20577"/>
          <ac:spMkLst>
            <pc:docMk/>
            <pc:sldMk cId="2549487132" sldId="311"/>
            <ac:spMk id="3" creationId="{B5D4771C-C079-3A0E-FF81-97AC8994D070}"/>
          </ac:spMkLst>
        </pc:spChg>
      </pc:sldChg>
    </pc:docChg>
  </pc:docChgLst>
  <pc:docChgLst>
    <pc:chgData name="Yuli Jiang (CSD)" userId="7c291cd4-aa97-4867-8d2d-ebf5c1c3b419" providerId="ADAL" clId="{4B505EA8-7CF0-40CC-A4B5-85EAD6979ED5}"/>
    <pc:docChg chg="undo redo custSel addSld delSld modSld sldOrd modMainMaster modNotesMaster">
      <pc:chgData name="Yuli Jiang (CSD)" userId="7c291cd4-aa97-4867-8d2d-ebf5c1c3b419" providerId="ADAL" clId="{4B505EA8-7CF0-40CC-A4B5-85EAD6979ED5}" dt="2024-01-24T08:04:23" v="612" actId="47"/>
      <pc:docMkLst>
        <pc:docMk/>
      </pc:docMkLst>
      <pc:sldChg chg="modSp modNotes">
        <pc:chgData name="Yuli Jiang (CSD)" userId="7c291cd4-aa97-4867-8d2d-ebf5c1c3b419" providerId="ADAL" clId="{4B505EA8-7CF0-40CC-A4B5-85EAD6979ED5}" dt="2024-01-23T08:12:18.165" v="0"/>
        <pc:sldMkLst>
          <pc:docMk/>
          <pc:sldMk cId="0" sldId="256"/>
        </pc:sldMkLst>
      </pc:sldChg>
      <pc:sldChg chg="modSp mod modNotes">
        <pc:chgData name="Yuli Jiang (CSD)" userId="7c291cd4-aa97-4867-8d2d-ebf5c1c3b419" providerId="ADAL" clId="{4B505EA8-7CF0-40CC-A4B5-85EAD6979ED5}" dt="2024-01-23T08:42:04.787" v="335" actId="14100"/>
        <pc:sldMkLst>
          <pc:docMk/>
          <pc:sldMk cId="324670354" sldId="288"/>
        </pc:sldMkLst>
      </pc:sldChg>
      <pc:sldChg chg="addSp modSp mod modAnim modNotes">
        <pc:chgData name="Yuli Jiang (CSD)" userId="7c291cd4-aa97-4867-8d2d-ebf5c1c3b419" providerId="ADAL" clId="{4B505EA8-7CF0-40CC-A4B5-85EAD6979ED5}" dt="2024-01-23T08:44:52.367" v="388" actId="20577"/>
        <pc:sldMkLst>
          <pc:docMk/>
          <pc:sldMk cId="2898673084" sldId="289"/>
        </pc:sldMkLst>
      </pc:sldChg>
      <pc:sldChg chg="modSp mod ord modAnim modNotes">
        <pc:chgData name="Yuli Jiang (CSD)" userId="7c291cd4-aa97-4867-8d2d-ebf5c1c3b419" providerId="ADAL" clId="{4B505EA8-7CF0-40CC-A4B5-85EAD6979ED5}" dt="2024-01-23T08:46:31.475" v="424" actId="113"/>
        <pc:sldMkLst>
          <pc:docMk/>
          <pc:sldMk cId="1460705981" sldId="290"/>
        </pc:sldMkLst>
      </pc:sldChg>
      <pc:sldChg chg="modSp mod modNotes">
        <pc:chgData name="Yuli Jiang (CSD)" userId="7c291cd4-aa97-4867-8d2d-ebf5c1c3b419" providerId="ADAL" clId="{4B505EA8-7CF0-40CC-A4B5-85EAD6979ED5}" dt="2024-01-23T08:49:02.621" v="459"/>
        <pc:sldMkLst>
          <pc:docMk/>
          <pc:sldMk cId="3506324765" sldId="291"/>
        </pc:sldMkLst>
      </pc:sldChg>
      <pc:sldChg chg="addSp delSp modSp modNotes">
        <pc:chgData name="Yuli Jiang (CSD)" userId="7c291cd4-aa97-4867-8d2d-ebf5c1c3b419" providerId="ADAL" clId="{4B505EA8-7CF0-40CC-A4B5-85EAD6979ED5}" dt="2024-01-23T08:30:32.397" v="110" actId="20577"/>
        <pc:sldMkLst>
          <pc:docMk/>
          <pc:sldMk cId="19202591" sldId="294"/>
        </pc:sldMkLst>
      </pc:sldChg>
      <pc:sldChg chg="modSp modNotes">
        <pc:chgData name="Yuli Jiang (CSD)" userId="7c291cd4-aa97-4867-8d2d-ebf5c1c3b419" providerId="ADAL" clId="{4B505EA8-7CF0-40CC-A4B5-85EAD6979ED5}" dt="2024-01-23T08:12:18.165" v="0"/>
        <pc:sldMkLst>
          <pc:docMk/>
          <pc:sldMk cId="1599651438" sldId="295"/>
        </pc:sldMkLst>
      </pc:sldChg>
      <pc:sldChg chg="addSp modSp mod modAnim modNotes">
        <pc:chgData name="Yuli Jiang (CSD)" userId="7c291cd4-aa97-4867-8d2d-ebf5c1c3b419" providerId="ADAL" clId="{4B505EA8-7CF0-40CC-A4B5-85EAD6979ED5}" dt="2024-01-23T08:38:33.315" v="268"/>
        <pc:sldMkLst>
          <pc:docMk/>
          <pc:sldMk cId="3792615375" sldId="296"/>
        </pc:sldMkLst>
      </pc:sldChg>
      <pc:sldChg chg="modNotes">
        <pc:chgData name="Yuli Jiang (CSD)" userId="7c291cd4-aa97-4867-8d2d-ebf5c1c3b419" providerId="ADAL" clId="{4B505EA8-7CF0-40CC-A4B5-85EAD6979ED5}" dt="2024-01-23T08:12:18.165" v="0"/>
        <pc:sldMkLst>
          <pc:docMk/>
          <pc:sldMk cId="1529351138" sldId="297"/>
        </pc:sldMkLst>
      </pc:sldChg>
      <pc:sldChg chg="modSp modNotes">
        <pc:chgData name="Yuli Jiang (CSD)" userId="7c291cd4-aa97-4867-8d2d-ebf5c1c3b419" providerId="ADAL" clId="{4B505EA8-7CF0-40CC-A4B5-85EAD6979ED5}" dt="2024-01-23T08:12:18.165" v="0"/>
        <pc:sldMkLst>
          <pc:docMk/>
          <pc:sldMk cId="3559631930" sldId="298"/>
        </pc:sldMkLst>
      </pc:sldChg>
      <pc:sldChg chg="addSp delSp modSp mod modNotes">
        <pc:chgData name="Yuli Jiang (CSD)" userId="7c291cd4-aa97-4867-8d2d-ebf5c1c3b419" providerId="ADAL" clId="{4B505EA8-7CF0-40CC-A4B5-85EAD6979ED5}" dt="2024-01-23T08:17:01.157" v="27" actId="122"/>
        <pc:sldMkLst>
          <pc:docMk/>
          <pc:sldMk cId="2533165902" sldId="299"/>
        </pc:sldMkLst>
      </pc:sldChg>
      <pc:sldChg chg="modSp mod modNotes">
        <pc:chgData name="Yuli Jiang (CSD)" userId="7c291cd4-aa97-4867-8d2d-ebf5c1c3b419" providerId="ADAL" clId="{4B505EA8-7CF0-40CC-A4B5-85EAD6979ED5}" dt="2024-01-23T08:39:09.359" v="273" actId="403"/>
        <pc:sldMkLst>
          <pc:docMk/>
          <pc:sldMk cId="1859073869" sldId="300"/>
        </pc:sldMkLst>
      </pc:sldChg>
      <pc:sldChg chg="modSp mod modNotes">
        <pc:chgData name="Yuli Jiang (CSD)" userId="7c291cd4-aa97-4867-8d2d-ebf5c1c3b419" providerId="ADAL" clId="{4B505EA8-7CF0-40CC-A4B5-85EAD6979ED5}" dt="2024-01-23T08:47:57.878" v="431" actId="207"/>
        <pc:sldMkLst>
          <pc:docMk/>
          <pc:sldMk cId="3480332126" sldId="301"/>
        </pc:sldMkLst>
      </pc:sldChg>
      <pc:sldChg chg="addSp delSp modSp new mod ord modAnim">
        <pc:chgData name="Yuli Jiang (CSD)" userId="7c291cd4-aa97-4867-8d2d-ebf5c1c3b419" providerId="ADAL" clId="{4B505EA8-7CF0-40CC-A4B5-85EAD6979ED5}" dt="2024-01-23T08:29:29.317" v="108"/>
        <pc:sldMkLst>
          <pc:docMk/>
          <pc:sldMk cId="3783441480" sldId="302"/>
        </pc:sldMkLst>
      </pc:sldChg>
      <pc:sldChg chg="addSp modSp add mod modTransition modAnim">
        <pc:chgData name="Yuli Jiang (CSD)" userId="7c291cd4-aa97-4867-8d2d-ebf5c1c3b419" providerId="ADAL" clId="{4B505EA8-7CF0-40CC-A4B5-85EAD6979ED5}" dt="2024-01-23T08:36:02.767" v="205"/>
        <pc:sldMkLst>
          <pc:docMk/>
          <pc:sldMk cId="2418169148" sldId="303"/>
        </pc:sldMkLst>
      </pc:sldChg>
      <pc:sldChg chg="add modTransition">
        <pc:chgData name="Yuli Jiang (CSD)" userId="7c291cd4-aa97-4867-8d2d-ebf5c1c3b419" providerId="ADAL" clId="{4B505EA8-7CF0-40CC-A4B5-85EAD6979ED5}" dt="2024-01-23T08:42:20.290" v="338"/>
        <pc:sldMkLst>
          <pc:docMk/>
          <pc:sldMk cId="2041723258" sldId="304"/>
        </pc:sldMkLst>
      </pc:sldChg>
      <pc:sldChg chg="add">
        <pc:chgData name="Yuli Jiang (CSD)" userId="7c291cd4-aa97-4867-8d2d-ebf5c1c3b419" providerId="ADAL" clId="{4B505EA8-7CF0-40CC-A4B5-85EAD6979ED5}" dt="2024-01-23T08:46:53.340" v="425"/>
        <pc:sldMkLst>
          <pc:docMk/>
          <pc:sldMk cId="2455978423" sldId="305"/>
        </pc:sldMkLst>
      </pc:sldChg>
      <pc:sldChg chg="add del">
        <pc:chgData name="Yuli Jiang (CSD)" userId="7c291cd4-aa97-4867-8d2d-ebf5c1c3b419" providerId="ADAL" clId="{4B505EA8-7CF0-40CC-A4B5-85EAD6979ED5}" dt="2024-01-23T08:48:23.223" v="434" actId="47"/>
        <pc:sldMkLst>
          <pc:docMk/>
          <pc:sldMk cId="2388990177" sldId="306"/>
        </pc:sldMkLst>
      </pc:sldChg>
      <pc:sldChg chg="modSp add mod">
        <pc:chgData name="Yuli Jiang (CSD)" userId="7c291cd4-aa97-4867-8d2d-ebf5c1c3b419" providerId="ADAL" clId="{4B505EA8-7CF0-40CC-A4B5-85EAD6979ED5}" dt="2024-01-23T08:51:11.322" v="519" actId="20577"/>
        <pc:sldMkLst>
          <pc:docMk/>
          <pc:sldMk cId="3216429021" sldId="307"/>
        </pc:sldMkLst>
      </pc:sldChg>
      <pc:sldChg chg="modSp add mod modAnim">
        <pc:chgData name="Yuli Jiang (CSD)" userId="7c291cd4-aa97-4867-8d2d-ebf5c1c3b419" providerId="ADAL" clId="{4B505EA8-7CF0-40CC-A4B5-85EAD6979ED5}" dt="2024-01-23T08:54:50.155" v="608" actId="207"/>
        <pc:sldMkLst>
          <pc:docMk/>
          <pc:sldMk cId="1438589436" sldId="308"/>
        </pc:sldMkLst>
      </pc:sldChg>
      <pc:sldChg chg="modSp add mod modAnim">
        <pc:chgData name="Yuli Jiang (CSD)" userId="7c291cd4-aa97-4867-8d2d-ebf5c1c3b419" providerId="ADAL" clId="{4B505EA8-7CF0-40CC-A4B5-85EAD6979ED5}" dt="2024-01-23T08:54:37.429" v="607"/>
        <pc:sldMkLst>
          <pc:docMk/>
          <pc:sldMk cId="2618820398" sldId="309"/>
        </pc:sldMkLst>
      </pc:sldChg>
      <pc:sldChg chg="new del">
        <pc:chgData name="Yuli Jiang (CSD)" userId="7c291cd4-aa97-4867-8d2d-ebf5c1c3b419" providerId="ADAL" clId="{4B505EA8-7CF0-40CC-A4B5-85EAD6979ED5}" dt="2024-01-24T06:44:17.126" v="611" actId="47"/>
        <pc:sldMkLst>
          <pc:docMk/>
          <pc:sldMk cId="1875989283" sldId="310"/>
        </pc:sldMkLst>
      </pc:sldChg>
      <pc:sldChg chg="new del">
        <pc:chgData name="Yuli Jiang (CSD)" userId="7c291cd4-aa97-4867-8d2d-ebf5c1c3b419" providerId="ADAL" clId="{4B505EA8-7CF0-40CC-A4B5-85EAD6979ED5}" dt="2024-01-24T08:04:23" v="612" actId="47"/>
        <pc:sldMkLst>
          <pc:docMk/>
          <pc:sldMk cId="2217018110" sldId="311"/>
        </pc:sldMkLst>
      </pc:sldChg>
      <pc:sldMasterChg chg="modSp modSldLayout">
        <pc:chgData name="Yuli Jiang (CSD)" userId="7c291cd4-aa97-4867-8d2d-ebf5c1c3b419" providerId="ADAL" clId="{4B505EA8-7CF0-40CC-A4B5-85EAD6979ED5}" dt="2024-01-23T08:12:18.165" v="0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4B505EA8-7CF0-40CC-A4B5-85EAD6979ED5}" dt="2024-01-23T08:12:18.165" v="0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4B505EA8-7CF0-40CC-A4B5-85EAD6979ED5}" dt="2024-01-23T08:12:18.165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4B505EA8-7CF0-40CC-A4B5-85EAD6979ED5}" dt="2024-01-23T08:12:18.165" v="0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Yuli Jiang (CSD)" userId="7c291cd4-aa97-4867-8d2d-ebf5c1c3b419" providerId="ADAL" clId="{9ADBF63A-6933-4A56-B38B-E28EECDB5FAE}"/>
    <pc:docChg chg="addSld modSld sldOrd">
      <pc:chgData name="Yuli Jiang (CSD)" userId="7c291cd4-aa97-4867-8d2d-ebf5c1c3b419" providerId="ADAL" clId="{9ADBF63A-6933-4A56-B38B-E28EECDB5FAE}" dt="2024-01-21T13:43:29.703" v="37" actId="20577"/>
      <pc:docMkLst>
        <pc:docMk/>
      </pc:docMkLst>
      <pc:sldChg chg="addSp modSp mod">
        <pc:chgData name="Yuli Jiang (CSD)" userId="7c291cd4-aa97-4867-8d2d-ebf5c1c3b419" providerId="ADAL" clId="{9ADBF63A-6933-4A56-B38B-E28EECDB5FAE}" dt="2024-01-21T13:43:29.703" v="37" actId="20577"/>
        <pc:sldMkLst>
          <pc:docMk/>
          <pc:sldMk cId="3506324765" sldId="291"/>
        </pc:sldMkLst>
      </pc:sldChg>
      <pc:sldChg chg="ord">
        <pc:chgData name="Yuli Jiang (CSD)" userId="7c291cd4-aa97-4867-8d2d-ebf5c1c3b419" providerId="ADAL" clId="{9ADBF63A-6933-4A56-B38B-E28EECDB5FAE}" dt="2024-01-21T13:39:32.293" v="1"/>
        <pc:sldMkLst>
          <pc:docMk/>
          <pc:sldMk cId="1599651438" sldId="295"/>
        </pc:sldMkLst>
      </pc:sldChg>
      <pc:sldChg chg="add">
        <pc:chgData name="Yuli Jiang (CSD)" userId="7c291cd4-aa97-4867-8d2d-ebf5c1c3b419" providerId="ADAL" clId="{9ADBF63A-6933-4A56-B38B-E28EECDB5FAE}" dt="2024-01-21T13:41:27.911" v="2"/>
        <pc:sldMkLst>
          <pc:docMk/>
          <pc:sldMk cId="3480332126" sldId="301"/>
        </pc:sldMkLst>
      </pc:sldChg>
    </pc:docChg>
  </pc:docChgLst>
  <pc:docChgLst>
    <pc:chgData name="William Hui (IEG)" userId="S::kyhui@cuhk.edu.hk::07728535-8fdc-4325-b24f-20cc4d58a3a3" providerId="AD" clId="Web-{537C599E-3904-C1B5-B6CB-5B1B960E73C4}"/>
    <pc:docChg chg="modSld">
      <pc:chgData name="William Hui (IEG)" userId="S::kyhui@cuhk.edu.hk::07728535-8fdc-4325-b24f-20cc4d58a3a3" providerId="AD" clId="Web-{537C599E-3904-C1B5-B6CB-5B1B960E73C4}" dt="2019-08-24T10:22:45.474" v="1" actId="20577"/>
      <pc:docMkLst>
        <pc:docMk/>
      </pc:docMkLst>
      <pc:sldChg chg="modSp">
        <pc:chgData name="William Hui (IEG)" userId="S::kyhui@cuhk.edu.hk::07728535-8fdc-4325-b24f-20cc4d58a3a3" providerId="AD" clId="Web-{537C599E-3904-C1B5-B6CB-5B1B960E73C4}" dt="2019-08-24T10:22:45.474" v="1" actId="20577"/>
        <pc:sldMkLst>
          <pc:docMk/>
          <pc:sldMk cId="3559631930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14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18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03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0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98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55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4E9E-11B5-2087-4FCB-A7BC5DD4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65BAA-410E-BBAE-D508-121D3129A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B9017-FB0C-0563-2602-263768A8F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24331-F94D-BEE9-AF02-98B7A3C12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60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32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24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57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568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91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03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14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96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185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3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50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52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382000" cy="1470025"/>
          </a:xfrm>
        </p:spPr>
        <p:txBody>
          <a:bodyPr>
            <a:normAutofit/>
          </a:bodyPr>
          <a:lstStyle/>
          <a:p>
            <a:r>
              <a:rPr lang="en-US" b="1"/>
              <a:t>Examples</a:t>
            </a:r>
            <a:br>
              <a:rPr lang="en-US" b="1"/>
            </a:br>
            <a:r>
              <a:rPr lang="en-US" b="1"/>
              <a:t>using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if-else</a:t>
            </a:r>
            <a:endParaRPr lang="en-US" altLang="zh-TW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Outline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Example 1: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Computing the square root</a:t>
            </a:r>
          </a:p>
          <a:p>
            <a:endParaRPr lang="en-US" b="1" dirty="0"/>
          </a:p>
          <a:p>
            <a:r>
              <a:rPr lang="en-US" b="1" dirty="0"/>
              <a:t>Example 2</a:t>
            </a:r>
            <a:r>
              <a:rPr lang="en-US" dirty="0"/>
              <a:t>: Finding the number of real roots of a quadratic equation.</a:t>
            </a:r>
          </a:p>
          <a:p>
            <a:endParaRPr lang="en-US" dirty="0"/>
          </a:p>
          <a:p>
            <a:r>
              <a:rPr lang="en-US" b="1" dirty="0"/>
              <a:t>Example 3</a:t>
            </a:r>
            <a:r>
              <a:rPr lang="en-US" dirty="0"/>
              <a:t>: Outputting three numbers in a non-descending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511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FC9AF29-6558-42F2-9959-8C49E1C8CDCB}" type="slidenum">
              <a:rPr lang="zh-TW" altLang="en-US" b="0" smtClean="0"/>
              <a:pPr/>
              <a:t>3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65100"/>
            <a:ext cx="86106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1</a:t>
            </a:r>
            <a:endParaRPr lang="en-US" altLang="zh-TW" sz="400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6" y="1066800"/>
            <a:ext cx="8526463" cy="54340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Objective:</a:t>
            </a:r>
            <a:r>
              <a:rPr lang="en-US" altLang="zh-TW" sz="2800" dirty="0">
                <a:ea typeface="新細明體" pitchFamily="18" charset="-120"/>
              </a:rPr>
              <a:t> To write a program to output the square root of a number.</a:t>
            </a:r>
          </a:p>
          <a:p>
            <a:pPr eaLnBrk="1" hangingPunct="1"/>
            <a:endParaRPr lang="en-US" altLang="zh-TW" sz="2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  <a:sym typeface="Wingdings" pitchFamily="2" charset="2"/>
              </a:rPr>
              <a:t>This example illustrates also how to use a </a:t>
            </a:r>
            <a:r>
              <a:rPr lang="en-US" altLang="zh-TW" sz="2800" u="sng" dirty="0">
                <a:solidFill>
                  <a:srgbClr val="C00000"/>
                </a:solidFill>
                <a:ea typeface="新細明體" pitchFamily="18" charset="-120"/>
                <a:sym typeface="Wingdings" pitchFamily="2" charset="2"/>
              </a:rPr>
              <a:t>pre-defined function </a:t>
            </a:r>
            <a:r>
              <a:rPr lang="en-US" altLang="zh-TW" sz="2800" dirty="0">
                <a:ea typeface="新細明體" pitchFamily="18" charset="-120"/>
                <a:sym typeface="Wingdings" pitchFamily="2" charset="2"/>
              </a:rPr>
              <a:t>to compute the square root of a number.</a:t>
            </a:r>
          </a:p>
          <a:p>
            <a:pPr eaLnBrk="1" hangingPunct="1"/>
            <a:endParaRPr lang="en-US" altLang="zh-TW" sz="2800" dirty="0">
              <a:ea typeface="新細明體" pitchFamily="18" charset="-120"/>
              <a:sym typeface="Wingdings" pitchFamily="2" charset="2"/>
            </a:endParaRPr>
          </a:p>
          <a:p>
            <a:pPr eaLnBrk="1" hangingPunct="1"/>
            <a:endParaRPr lang="en-US" altLang="zh-TW" sz="2400" dirty="0">
              <a:ea typeface="新細明體" pitchFamily="18" charset="-120"/>
              <a:sym typeface="Wingdings" pitchFamily="2" charset="2"/>
            </a:endParaRPr>
          </a:p>
          <a:p>
            <a:pPr marL="0" indent="0" algn="ctr">
              <a:buNone/>
            </a:pPr>
            <a:r>
              <a:rPr kumimoji="0" lang="LID4096" altLang="LID4096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  <a:ea typeface="Courier New" panose="02070309020205020404" pitchFamily="49" charset="0"/>
              </a:rPr>
              <a:t>double</a:t>
            </a:r>
            <a:r>
              <a:rPr kumimoji="0" lang="LID4096" altLang="LID4096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sqrt</a:t>
            </a:r>
            <a:r>
              <a:rPr kumimoji="0" lang="LID4096" altLang="LID4096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Courier New" panose="02070309020205020404" pitchFamily="49" charset="0"/>
              </a:rPr>
              <a:t>(</a:t>
            </a:r>
            <a:r>
              <a:rPr kumimoji="0" lang="LID4096" altLang="LID4096" sz="36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Arial Unicode MS"/>
                <a:ea typeface="Courier New" panose="02070309020205020404" pitchFamily="49" charset="0"/>
              </a:rPr>
              <a:t>double</a:t>
            </a:r>
            <a:r>
              <a:rPr kumimoji="0" lang="LID4096" altLang="LID4096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Courier New" panose="02070309020205020404" pitchFamily="49" charset="0"/>
              </a:rPr>
              <a:t> x</a:t>
            </a:r>
            <a:r>
              <a:rPr kumimoji="0" lang="LID4096" altLang="LID4096" sz="36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Courier New" panose="02070309020205020404" pitchFamily="49" charset="0"/>
              </a:rPr>
              <a:t>)</a:t>
            </a:r>
            <a:r>
              <a:rPr kumimoji="0" lang="LID4096" altLang="LID4096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LID4096" altLang="LID4096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/>
            <a:endParaRPr lang="en-US" altLang="zh-TW" sz="2400" dirty="0">
              <a:ea typeface="新細明體" pitchFamily="18" charset="-12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331659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ED4B686-00EA-4C38-8A2C-77A86B82115D}" type="slidenum">
              <a:rPr lang="zh-TW" altLang="en-US" b="0" smtClean="0"/>
              <a:pPr/>
              <a:t>4</a:t>
            </a:fld>
            <a:endParaRPr lang="en-US" altLang="zh-TW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 pitchFamily="18" charset="-120"/>
              </a:rPr>
              <a:t>Example 1: Solution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732682"/>
            <a:ext cx="8682037" cy="551571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b="0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#include &lt;</a:t>
            </a:r>
            <a:r>
              <a:rPr lang="en-US" altLang="zh-TW" b="0" dirty="0" err="1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math.h</a:t>
            </a:r>
            <a:r>
              <a:rPr lang="en-US" altLang="zh-TW" b="0" dirty="0">
                <a:solidFill>
                  <a:srgbClr val="339933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&gt; </a:t>
            </a:r>
            <a:r>
              <a:rPr lang="en-US" altLang="zh-TW" b="0" dirty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            </a:t>
            </a:r>
            <a:r>
              <a:rPr lang="en-US" altLang="zh-TW" dirty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// You need this line to use sqrt()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   double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num, result;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</a:t>
            </a:r>
            <a:r>
              <a:rPr lang="en-US" altLang="zh-TW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lf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(num &gt;=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    result = </a:t>
            </a:r>
            <a:r>
              <a:rPr lang="en-US" altLang="zh-TW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sqrt(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)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"The square root of %.4f is %.4f.\n"</a:t>
            </a:r>
            <a:r>
              <a:rPr lang="en-US" altLang="zh-TW" b="0" dirty="0">
                <a:latin typeface="Consolas"/>
                <a:ea typeface="新細明體"/>
                <a:cs typeface="Consolas" panose="020B0609020204030204" pitchFamily="49" charset="0"/>
              </a:rPr>
              <a:t>, num, result);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"Can't compute square root for negative number.\n"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55070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</p:txBody>
      </p:sp>
      <p:sp>
        <p:nvSpPr>
          <p:cNvPr id="7" name="Rectangle 23"/>
          <p:cNvSpPr txBox="1">
            <a:spLocks noChangeArrowheads="1"/>
          </p:cNvSpPr>
          <p:nvPr/>
        </p:nvSpPr>
        <p:spPr bwMode="auto">
          <a:xfrm>
            <a:off x="6248401" y="1981200"/>
            <a:ext cx="4114800" cy="1600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 sz="2000" i="1">
                <a:ea typeface="新細明體" pitchFamily="18" charset="-120"/>
                <a:cs typeface="Times New Roman" pitchFamily="18" charset="0"/>
              </a:defRPr>
            </a:lvl1pPr>
          </a:lstStyle>
          <a:p>
            <a:r>
              <a:rPr lang="en-US" altLang="zh-TW" sz="2800" b="1" i="0" err="1">
                <a:latin typeface="Consolas" panose="020B0609020204030204" pitchFamily="49" charset="0"/>
                <a:cs typeface="Consolas" panose="020B0609020204030204" pitchFamily="49" charset="0"/>
              </a:rPr>
              <a:t>sqrt</a:t>
            </a:r>
            <a:r>
              <a:rPr lang="en-US" altLang="zh-TW" sz="2800" b="1" i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800" i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TW" sz="2800" b="1" i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zh-TW" sz="2800" i="0"/>
              <a:t> computes the square root of </a:t>
            </a:r>
            <a:r>
              <a:rPr lang="en-US" altLang="zh-TW" sz="2800" i="0" err="1"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US" altLang="zh-TW" sz="2800" i="0"/>
              <a:t> and yields the result as a value of type </a:t>
            </a:r>
            <a:r>
              <a:rPr lang="en-US" altLang="zh-TW" sz="2800" i="0"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zh-TW" sz="2800" i="0"/>
              <a:t>.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5334001" y="2781301"/>
            <a:ext cx="914401" cy="70924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63193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84ABDF-427D-E1C4-C933-4174058B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6DF2B6-4967-2E01-48CB-6EEFACEDD424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165100"/>
            <a:ext cx="8610600" cy="749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>
                <a:ea typeface="新細明體" pitchFamily="18" charset="-120"/>
              </a:rPr>
              <a:t>Example 2</a:t>
            </a:r>
            <a:endParaRPr lang="en-US" altLang="zh-TW" sz="4000" dirty="0"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02E991E-1279-1751-291D-07C4D28A6881}"/>
                  </a:ext>
                </a:extLst>
              </p:cNvPr>
              <p:cNvSpPr txBox="1"/>
              <p:nvPr/>
            </p:nvSpPr>
            <p:spPr>
              <a:xfrm>
                <a:off x="293594" y="1177969"/>
                <a:ext cx="5484159" cy="1952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1" i="1" smtClean="0">
                          <a:latin typeface="Cambria Math" panose="02040503050406030204" pitchFamily="18" charset="0"/>
                          <a:ea typeface="新細明體" pitchFamily="18" charset="-120"/>
                        </a:rPr>
                        <m:t>𝒂</m:t>
                      </m:r>
                      <m:sSup>
                        <m:sSupPr>
                          <m:ctrlPr>
                            <a:rPr lang="en-US" altLang="zh-TW" sz="40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sSupPr>
                        <m:e>
                          <m:r>
                            <a:rPr lang="en-US" altLang="zh-TW" sz="40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𝒙</m:t>
                          </m:r>
                        </m:e>
                        <m:sup>
                          <m:r>
                            <a:rPr lang="en-US" altLang="zh-TW" sz="40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𝟐</m:t>
                          </m:r>
                        </m:sup>
                      </m:sSup>
                      <m:r>
                        <a:rPr lang="en-US" altLang="zh-TW" sz="40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+</m:t>
                      </m:r>
                      <m:r>
                        <a:rPr lang="en-US" altLang="zh-TW" sz="40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𝒃𝒙</m:t>
                      </m:r>
                      <m:r>
                        <a:rPr lang="en-US" altLang="zh-TW" sz="40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+</m:t>
                      </m:r>
                      <m:r>
                        <a:rPr lang="en-US" altLang="zh-TW" sz="40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</m:t>
                      </m:r>
                      <m:r>
                        <a:rPr lang="en-US" altLang="zh-TW" sz="40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=</m:t>
                      </m:r>
                      <m:r>
                        <a:rPr lang="en-US" altLang="zh-TW" sz="40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𝟎</m:t>
                      </m:r>
                    </m:oMath>
                  </m:oMathPara>
                </a14:m>
                <a:endParaRPr lang="en-US" sz="4000" b="1" dirty="0"/>
              </a:p>
              <a:p>
                <a:endParaRPr lang="en-US" sz="4000" b="1" dirty="0"/>
              </a:p>
              <a:p>
                <a:r>
                  <a:rPr lang="en-US" altLang="zh-CN" sz="4000" b="1" dirty="0"/>
                  <a:t>How many </a:t>
                </a:r>
                <a14:m>
                  <m:oMath xmlns:m="http://schemas.openxmlformats.org/officeDocument/2006/math">
                    <m:r>
                      <a:rPr lang="en-US" altLang="zh-TW" sz="4000" b="1" i="1" smtClean="0">
                        <a:latin typeface="Cambria Math" panose="02040503050406030204" pitchFamily="18" charset="0"/>
                        <a:ea typeface="新細明體" pitchFamily="18" charset="-120"/>
                      </a:rPr>
                      <m:t>𝒙</m:t>
                    </m:r>
                  </m:oMath>
                </a14:m>
                <a:r>
                  <a:rPr lang="en-US" altLang="zh-CN" sz="4000" b="1" dirty="0"/>
                  <a:t>?</a:t>
                </a:r>
                <a:endParaRPr lang="LID4096" sz="40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02E991E-1279-1751-291D-07C4D28A6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94" y="1177969"/>
                <a:ext cx="5484159" cy="1952907"/>
              </a:xfrm>
              <a:prstGeom prst="rect">
                <a:avLst/>
              </a:prstGeom>
              <a:blipFill>
                <a:blip r:embed="rId2"/>
                <a:stretch>
                  <a:fillRect l="-3889" b="-1246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F62F8852-7D05-A277-CB83-9E37F3BFD1AE}"/>
              </a:ext>
            </a:extLst>
          </p:cNvPr>
          <p:cNvGrpSpPr/>
          <p:nvPr/>
        </p:nvGrpSpPr>
        <p:grpSpPr>
          <a:xfrm>
            <a:off x="6696635" y="611652"/>
            <a:ext cx="5360332" cy="6157513"/>
            <a:chOff x="6696635" y="611652"/>
            <a:chExt cx="5360332" cy="6157513"/>
          </a:xfrm>
        </p:grpSpPr>
        <p:pic>
          <p:nvPicPr>
            <p:cNvPr id="3074" name="Picture 2" descr="Discriminant of a Quadratic Equation with Examples">
              <a:extLst>
                <a:ext uri="{FF2B5EF4-FFF2-40B4-BE49-F238E27FC236}">
                  <a16:creationId xmlns:a16="http://schemas.microsoft.com/office/drawing/2014/main" id="{D5282BBC-1B0A-35DD-77CD-CFD23158D5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4282" y="3429000"/>
              <a:ext cx="4809838" cy="3340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THE DISCRIMINANT - Mathtec">
              <a:extLst>
                <a:ext uri="{FF2B5EF4-FFF2-40B4-BE49-F238E27FC236}">
                  <a16:creationId xmlns:a16="http://schemas.microsoft.com/office/drawing/2014/main" id="{8EF2FD40-0C3C-B618-1213-9DDE52895C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6635" y="611652"/>
              <a:ext cx="5360332" cy="3606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7B184F0-1F71-BEC3-63D3-893F4005EF9C}"/>
              </a:ext>
            </a:extLst>
          </p:cNvPr>
          <p:cNvSpPr txBox="1"/>
          <p:nvPr/>
        </p:nvSpPr>
        <p:spPr>
          <a:xfrm>
            <a:off x="407894" y="4602813"/>
            <a:ext cx="50202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TW" sz="3200" dirty="0">
                <a:ea typeface="新細明體" pitchFamily="18" charset="-120"/>
                <a:sym typeface="Wingdings" pitchFamily="2" charset="2"/>
              </a:rPr>
              <a:t>Compute discriminant:</a:t>
            </a:r>
          </a:p>
          <a:p>
            <a:pPr lvl="1" algn="ctr" eaLnBrk="1" hangingPunct="1"/>
            <a:r>
              <a:rPr lang="en-US" altLang="zh-TW" sz="3200" dirty="0">
                <a:ea typeface="新細明體" pitchFamily="18" charset="-120"/>
                <a:sym typeface="Wingdings" pitchFamily="2" charset="2"/>
              </a:rPr>
              <a:t> </a:t>
            </a:r>
            <a:r>
              <a:rPr lang="en-US" altLang="zh-TW" sz="3200" i="1" dirty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b</a:t>
            </a:r>
            <a:r>
              <a:rPr lang="en-US" altLang="zh-TW" sz="3200" baseline="30000" dirty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2</a:t>
            </a:r>
            <a:r>
              <a:rPr lang="en-US" altLang="zh-TW" sz="3200" i="1" dirty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 - </a:t>
            </a:r>
            <a:r>
              <a:rPr lang="en-US" altLang="zh-TW" sz="3200" dirty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4</a:t>
            </a:r>
            <a:r>
              <a:rPr lang="en-US" altLang="zh-TW" sz="3200" i="1" dirty="0">
                <a:latin typeface="Times New Roman" pitchFamily="18" charset="0"/>
                <a:ea typeface="新細明體" pitchFamily="18" charset="-120"/>
                <a:sym typeface="Wingdings" pitchFamily="2" charset="2"/>
              </a:rPr>
              <a:t>ac</a:t>
            </a:r>
          </a:p>
        </p:txBody>
      </p:sp>
    </p:spTree>
    <p:extLst>
      <p:ext uri="{BB962C8B-B14F-4D97-AF65-F5344CB8AC3E}">
        <p14:creationId xmlns:p14="http://schemas.microsoft.com/office/powerpoint/2010/main" val="37834414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FC9AF29-6558-42F2-9959-8C49E1C8CDCB}" type="slidenum">
              <a:rPr lang="zh-TW" altLang="en-US" b="0" smtClean="0"/>
              <a:pPr/>
              <a:t>6</a:t>
            </a:fld>
            <a:endParaRPr lang="en-US" altLang="zh-TW" b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05183" y="165100"/>
            <a:ext cx="11177217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>
                <a:ea typeface="新細明體" pitchFamily="18" charset="-120"/>
              </a:rPr>
              <a:t>Example 2:</a:t>
            </a:r>
            <a:r>
              <a:rPr lang="en-US" altLang="zh-TW" sz="4000" dirty="0">
                <a:ea typeface="新細明體" pitchFamily="18" charset="-120"/>
              </a:rPr>
              <a:t> the number of real number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43511" y="1066800"/>
                <a:ext cx="11033029" cy="5654678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TW" sz="2800" b="1" dirty="0">
                    <a:ea typeface="新細明體" pitchFamily="18" charset="-120"/>
                  </a:rPr>
                  <a:t>Objective:</a:t>
                </a:r>
                <a:r>
                  <a:rPr lang="en-US" altLang="zh-TW" sz="2800" dirty="0">
                    <a:ea typeface="新細明體" pitchFamily="18" charset="-120"/>
                  </a:rPr>
                  <a:t> Write the code to output the number of real number solutions of a quadratic equation in the form </a:t>
                </a:r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  <a:ea typeface="新細明體" pitchFamily="18" charset="-120"/>
                      </a:rPr>
                      <m:t>𝑎</m:t>
                    </m:r>
                    <m:sSup>
                      <m:sSupPr>
                        <m:ctrlPr>
                          <a:rPr lang="en-US" altLang="zh-TW" sz="28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sSup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𝑥</m:t>
                        </m:r>
                      </m:e>
                      <m:sup>
                        <m:r>
                          <a:rPr lang="en-US" altLang="zh-TW" sz="28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2</m:t>
                        </m:r>
                      </m:sup>
                    </m:sSup>
                    <m:r>
                      <a:rPr lang="en-US" altLang="zh-TW" sz="2800" i="1">
                        <a:latin typeface="Cambria Math" panose="02040503050406030204" pitchFamily="18" charset="0"/>
                        <a:ea typeface="新細明體" pitchFamily="18" charset="-12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新細明體" pitchFamily="18" charset="-120"/>
                      </a:rPr>
                      <m:t>𝑏𝑥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新細明體" pitchFamily="18" charset="-120"/>
                      </a:rPr>
                      <m:t>+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新細明體" pitchFamily="18" charset="-120"/>
                      </a:rPr>
                      <m:t>𝑐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新細明體" pitchFamily="18" charset="-120"/>
                      </a:rPr>
                      <m:t>=0</m:t>
                    </m:r>
                  </m:oMath>
                </a14:m>
                <a:r>
                  <a:rPr lang="en-US" altLang="zh-TW" sz="2800" dirty="0">
                    <a:ea typeface="新細明體" pitchFamily="18" charset="-120"/>
                  </a:rPr>
                  <a:t>. </a:t>
                </a:r>
              </a:p>
              <a:p>
                <a:pPr lvl="4"/>
                <a:endParaRPr lang="en-US" altLang="zh-TW" sz="1600" dirty="0">
                  <a:ea typeface="新細明體" pitchFamily="18" charset="-120"/>
                </a:endParaRPr>
              </a:p>
              <a:p>
                <a:pPr eaLnBrk="1" hangingPunct="1"/>
                <a:r>
                  <a:rPr lang="en-US" altLang="zh-TW" sz="2800" dirty="0">
                    <a:ea typeface="新細明體" pitchFamily="18" charset="-120"/>
                  </a:rPr>
                  <a:t>The code will read </a:t>
                </a:r>
                <a:r>
                  <a:rPr lang="en-US" altLang="zh-TW" sz="2800" i="1" dirty="0">
                    <a:latin typeface="Times New Roman" pitchFamily="18" charset="0"/>
                    <a:ea typeface="新細明體" pitchFamily="18" charset="-120"/>
                  </a:rPr>
                  <a:t>a</a:t>
                </a:r>
                <a:r>
                  <a:rPr lang="en-US" altLang="zh-TW" sz="2800" dirty="0">
                    <a:ea typeface="新細明體" pitchFamily="18" charset="-120"/>
                  </a:rPr>
                  <a:t>, </a:t>
                </a:r>
                <a:r>
                  <a:rPr lang="en-US" altLang="zh-TW" sz="2800" i="1" dirty="0">
                    <a:latin typeface="Times New Roman" pitchFamily="18" charset="0"/>
                    <a:ea typeface="新細明體" pitchFamily="18" charset="-120"/>
                  </a:rPr>
                  <a:t>b</a:t>
                </a:r>
                <a:r>
                  <a:rPr lang="en-US" altLang="zh-TW" sz="2800" dirty="0">
                    <a:ea typeface="新細明體" pitchFamily="18" charset="-120"/>
                  </a:rPr>
                  <a:t>, and </a:t>
                </a:r>
                <a:r>
                  <a:rPr lang="en-US" altLang="zh-TW" sz="2800" i="1" dirty="0">
                    <a:latin typeface="Times New Roman" pitchFamily="18" charset="0"/>
                    <a:ea typeface="新細明體" pitchFamily="18" charset="-120"/>
                  </a:rPr>
                  <a:t>c </a:t>
                </a:r>
                <a:r>
                  <a:rPr lang="en-US" altLang="zh-TW" sz="2800" dirty="0">
                    <a:ea typeface="新細明體" pitchFamily="18" charset="-120"/>
                  </a:rPr>
                  <a:t>from the user. We assume </a:t>
                </a:r>
                <a:r>
                  <a:rPr lang="en-US" altLang="zh-TW" sz="2800" i="1" dirty="0">
                    <a:latin typeface="Times New Roman" pitchFamily="18" charset="0"/>
                    <a:ea typeface="新細明體" pitchFamily="18" charset="-120"/>
                  </a:rPr>
                  <a:t>a ≠ </a:t>
                </a:r>
                <a:r>
                  <a:rPr lang="en-US" altLang="zh-TW" sz="2800" dirty="0">
                    <a:latin typeface="Times New Roman" pitchFamily="18" charset="0"/>
                    <a:ea typeface="新細明體" pitchFamily="18" charset="-120"/>
                  </a:rPr>
                  <a:t>0.</a:t>
                </a:r>
                <a:endParaRPr lang="en-US" altLang="zh-TW" sz="2800" dirty="0">
                  <a:ea typeface="新細明體" pitchFamily="18" charset="-120"/>
                </a:endParaRPr>
              </a:p>
              <a:p>
                <a:pPr lvl="4"/>
                <a:endParaRPr lang="en-US" altLang="zh-TW" sz="1600" dirty="0">
                  <a:ea typeface="新細明體" pitchFamily="18" charset="-120"/>
                </a:endParaRPr>
              </a:p>
              <a:p>
                <a:pPr eaLnBrk="1" hangingPunct="1"/>
                <a:r>
                  <a:rPr lang="en-US" altLang="zh-TW" sz="2800" b="1" dirty="0">
                    <a:ea typeface="新細明體" pitchFamily="18" charset="-120"/>
                  </a:rPr>
                  <a:t>Approach:</a:t>
                </a:r>
              </a:p>
              <a:p>
                <a:pPr lvl="1" eaLnBrk="1" hangingPunct="1"/>
                <a:r>
                  <a:rPr lang="en-US" altLang="zh-TW" sz="2400" dirty="0">
                    <a:ea typeface="新細明體" pitchFamily="18" charset="-120"/>
                    <a:sym typeface="Wingdings" pitchFamily="2" charset="2"/>
                  </a:rPr>
                  <a:t>Compute discriminant as </a:t>
                </a:r>
                <a:r>
                  <a:rPr lang="en-US" altLang="zh-TW" sz="2400" i="1" dirty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b</a:t>
                </a:r>
                <a:r>
                  <a:rPr lang="en-US" altLang="zh-TW" sz="2400" baseline="30000" dirty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2</a:t>
                </a:r>
                <a:r>
                  <a:rPr lang="en-US" altLang="zh-TW" sz="2400" i="1" dirty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 - </a:t>
                </a:r>
                <a:r>
                  <a:rPr lang="en-US" altLang="zh-TW" sz="2400" dirty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4</a:t>
                </a:r>
                <a:r>
                  <a:rPr lang="en-US" altLang="zh-TW" sz="2400" i="1" dirty="0">
                    <a:latin typeface="Times New Roman" pitchFamily="18" charset="0"/>
                    <a:ea typeface="新細明體" pitchFamily="18" charset="-120"/>
                    <a:sym typeface="Wingdings" pitchFamily="2" charset="2"/>
                  </a:rPr>
                  <a:t>ac</a:t>
                </a:r>
              </a:p>
              <a:p>
                <a:pPr lvl="1" eaLnBrk="1" hangingPunct="1"/>
                <a:r>
                  <a:rPr lang="en-US" altLang="zh-TW" sz="2400" dirty="0">
                    <a:ea typeface="新細明體" pitchFamily="18" charset="-120"/>
                    <a:sym typeface="Wingdings" pitchFamily="2" charset="2"/>
                  </a:rPr>
                  <a:t>discriminant &gt; 0  2 real number solutions</a:t>
                </a:r>
              </a:p>
              <a:p>
                <a:pPr lvl="1" eaLnBrk="1" hangingPunct="1"/>
                <a:r>
                  <a:rPr lang="en-US" altLang="zh-TW" sz="2400" dirty="0">
                    <a:ea typeface="新細明體" pitchFamily="18" charset="-120"/>
                    <a:sym typeface="Wingdings" pitchFamily="2" charset="2"/>
                  </a:rPr>
                  <a:t>discriminant = 0  1 real number solution</a:t>
                </a:r>
              </a:p>
              <a:p>
                <a:pPr lvl="1" eaLnBrk="1" hangingPunct="1"/>
                <a:r>
                  <a:rPr lang="en-US" altLang="zh-TW" sz="2400" dirty="0">
                    <a:ea typeface="新細明體" pitchFamily="18" charset="-120"/>
                    <a:sym typeface="Wingdings" pitchFamily="2" charset="2"/>
                  </a:rPr>
                  <a:t>discriminant &lt; 0  0 real number solutions</a:t>
                </a:r>
              </a:p>
              <a:p>
                <a:pPr lvl="1" eaLnBrk="1" hangingPunct="1"/>
                <a:endParaRPr lang="en-US" altLang="zh-TW" sz="2400" dirty="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150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43511" y="1066800"/>
                <a:ext cx="11033029" cy="5654678"/>
              </a:xfrm>
              <a:blipFill>
                <a:blip r:embed="rId3"/>
                <a:stretch>
                  <a:fillRect l="-994" t="-97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259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ED4B686-00EA-4C38-8A2C-77A86B82115D}" type="slidenum">
              <a:rPr lang="zh-TW" altLang="en-US" b="0" smtClean="0"/>
              <a:pPr/>
              <a:t>7</a:t>
            </a:fld>
            <a:endParaRPr lang="en-US" altLang="zh-TW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963" y="165101"/>
            <a:ext cx="8229600" cy="4984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 pitchFamily="18" charset="-120"/>
              </a:rPr>
              <a:t>Example 2: Solution #1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732682"/>
            <a:ext cx="8682037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c;				</a:t>
            </a:r>
            <a:r>
              <a:rPr lang="en-US" altLang="zh-TW" sz="2000" b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store the coefficients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lf%lf%lf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&amp;a, &amp;b, &amp;c);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(b * b – 4 * a * c &gt;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2\n"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(b * b – 4 * a * c ==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1\n"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(b * b – 4 * a * c &lt;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0\n"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</p:txBody>
      </p:sp>
      <p:sp>
        <p:nvSpPr>
          <p:cNvPr id="9" name="Rectangle 23"/>
          <p:cNvSpPr txBox="1">
            <a:spLocks noChangeArrowheads="1"/>
          </p:cNvSpPr>
          <p:nvPr/>
        </p:nvSpPr>
        <p:spPr bwMode="auto">
          <a:xfrm>
            <a:off x="1981200" y="5694364"/>
            <a:ext cx="8229600" cy="99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altLang="zh-TW" sz="2800" kern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96514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ED4B686-00EA-4C38-8A2C-77A86B82115D}" type="slidenum">
              <a:rPr lang="zh-TW" altLang="en-US" b="0" smtClean="0"/>
              <a:pPr/>
              <a:t>8</a:t>
            </a:fld>
            <a:endParaRPr lang="en-US" altLang="zh-TW" b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963" y="165101"/>
            <a:ext cx="8229600" cy="4984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 pitchFamily="18" charset="-120"/>
              </a:rPr>
              <a:t>Example 2: Solution #1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732682"/>
            <a:ext cx="8682037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c;				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store the coefficients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lf%lf%lf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&amp;a, &amp;b, &amp;c);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 * b – 4 * a * c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2\n"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 * b – 4 * a * c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1\n"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 * b – 4 * a * c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&lt;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0\n"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</p:txBody>
      </p:sp>
      <p:sp>
        <p:nvSpPr>
          <p:cNvPr id="9" name="Rectangle 23"/>
          <p:cNvSpPr txBox="1">
            <a:spLocks noChangeArrowheads="1"/>
          </p:cNvSpPr>
          <p:nvPr/>
        </p:nvSpPr>
        <p:spPr bwMode="auto">
          <a:xfrm>
            <a:off x="1981200" y="5694364"/>
            <a:ext cx="8229600" cy="99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altLang="zh-TW" sz="2800" kern="0">
              <a:ea typeface="新細明體" pitchFamily="18" charset="-12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FE10EBE-FA3B-7D9A-7FB1-F410C2A74E31}"/>
              </a:ext>
            </a:extLst>
          </p:cNvPr>
          <p:cNvSpPr/>
          <p:nvPr/>
        </p:nvSpPr>
        <p:spPr>
          <a:xfrm>
            <a:off x="2505635" y="2178706"/>
            <a:ext cx="5056094" cy="412376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6E3A70C-FE8F-41C5-B175-333CAA247744}"/>
              </a:ext>
            </a:extLst>
          </p:cNvPr>
          <p:cNvSpPr/>
          <p:nvPr/>
        </p:nvSpPr>
        <p:spPr>
          <a:xfrm>
            <a:off x="2505635" y="3256106"/>
            <a:ext cx="5056094" cy="412376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35E6EA9-DE9F-6ED4-F0E9-49293AD1EDD0}"/>
              </a:ext>
            </a:extLst>
          </p:cNvPr>
          <p:cNvSpPr/>
          <p:nvPr/>
        </p:nvSpPr>
        <p:spPr>
          <a:xfrm>
            <a:off x="2505635" y="4341906"/>
            <a:ext cx="5056094" cy="412376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1911F2-FC58-A2ED-115D-F6D906D01D90}"/>
              </a:ext>
            </a:extLst>
          </p:cNvPr>
          <p:cNvSpPr/>
          <p:nvPr/>
        </p:nvSpPr>
        <p:spPr>
          <a:xfrm>
            <a:off x="9071720" y="1192306"/>
            <a:ext cx="2936504" cy="13987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Repeat calculation three times</a:t>
            </a:r>
            <a:endParaRPr lang="LID4096" sz="28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28B040-5E21-0100-832E-DC9EC3B198D9}"/>
              </a:ext>
            </a:extLst>
          </p:cNvPr>
          <p:cNvSpPr/>
          <p:nvPr/>
        </p:nvSpPr>
        <p:spPr>
          <a:xfrm>
            <a:off x="9071720" y="3351682"/>
            <a:ext cx="2936504" cy="1398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Repeat </a:t>
            </a:r>
            <a:r>
              <a:rPr lang="en-US" sz="2800" b="1" dirty="0" err="1"/>
              <a:t>printf</a:t>
            </a:r>
            <a:r>
              <a:rPr lang="en-US" sz="2800" b="1" dirty="0"/>
              <a:t>(…) three times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2418169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AA625-CC38-1974-85BA-5E4632D3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5935FF90-B241-6D4D-22DA-7BC3450C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ED4B686-00EA-4C38-8A2C-77A86B82115D}" type="slidenum">
              <a:rPr lang="zh-TW" altLang="en-US" b="0" smtClean="0"/>
              <a:pPr/>
              <a:t>9</a:t>
            </a:fld>
            <a:endParaRPr lang="en-US" altLang="zh-TW" b="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9610DCF-D0D7-84D0-15CA-E1CB460F2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5963" y="165101"/>
            <a:ext cx="8229600" cy="4984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Example 2: Solution #2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C52768E2-2F77-6447-EE40-FD0DB3CD1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4" y="732682"/>
            <a:ext cx="8682037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c;				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store the coefficients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lf%lf%lf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&amp;a, &amp;b, &amp;c);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 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dis;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The discriminant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sol;</a:t>
            </a:r>
          </a:p>
          <a:p>
            <a:pPr>
              <a:lnSpc>
                <a:spcPct val="110000"/>
              </a:lnSpc>
            </a:pPr>
            <a:r>
              <a:rPr lang="en-US" altLang="zh-TW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 = b * b – 4 * a * c;</a:t>
            </a:r>
            <a:endParaRPr lang="en-US" altLang="zh-TW" sz="2000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 0)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 = 2;</a:t>
            </a:r>
            <a:endParaRPr lang="en-US" altLang="zh-TW" sz="2000" dirty="0">
              <a:solidFill>
                <a:schemeClr val="tx2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== 0)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 = 1;</a:t>
            </a:r>
            <a:endParaRPr lang="en-US" altLang="zh-TW" sz="2000" dirty="0">
              <a:solidFill>
                <a:schemeClr val="tx2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&lt; 0)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</a:t>
            </a:r>
            <a:r>
              <a:rPr lang="en-US" altLang="zh-TW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 = 0; 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%d\n"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</a:t>
            </a:r>
            <a:r>
              <a:rPr lang="en-US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0555045A-A996-77F9-232B-00364C04A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41363"/>
            <a:ext cx="461963" cy="4876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91DEC86E-A4B2-3206-098A-0A03EC729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694364"/>
            <a:ext cx="8229600" cy="99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altLang="zh-TW" sz="2800" kern="0">
              <a:ea typeface="新細明體" pitchFamily="18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7BADAE-B2A0-8FB1-DB36-90106A1A7933}"/>
              </a:ext>
            </a:extLst>
          </p:cNvPr>
          <p:cNvSpPr/>
          <p:nvPr/>
        </p:nvSpPr>
        <p:spPr>
          <a:xfrm>
            <a:off x="9071720" y="1570083"/>
            <a:ext cx="2936504" cy="13987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Only one Calculation</a:t>
            </a:r>
            <a:endParaRPr lang="LID4096" sz="28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656259-FD8E-77F0-430C-D8425E2E352E}"/>
              </a:ext>
            </a:extLst>
          </p:cNvPr>
          <p:cNvSpPr/>
          <p:nvPr/>
        </p:nvSpPr>
        <p:spPr>
          <a:xfrm>
            <a:off x="9071720" y="3351682"/>
            <a:ext cx="2936504" cy="1398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Only one</a:t>
            </a:r>
          </a:p>
          <a:p>
            <a:pPr algn="ctr"/>
            <a:r>
              <a:rPr lang="en-US" sz="2800" b="1" dirty="0" err="1"/>
              <a:t>printf</a:t>
            </a:r>
            <a:r>
              <a:rPr lang="en-US" sz="2800" b="1" dirty="0"/>
              <a:t>(…)</a:t>
            </a:r>
            <a:endParaRPr lang="LID4096" sz="2800" b="1" dirty="0"/>
          </a:p>
        </p:txBody>
      </p:sp>
      <p:sp>
        <p:nvSpPr>
          <p:cNvPr id="7" name="矩形: 圆角 1">
            <a:extLst>
              <a:ext uri="{FF2B5EF4-FFF2-40B4-BE49-F238E27FC236}">
                <a16:creationId xmlns:a16="http://schemas.microsoft.com/office/drawing/2014/main" id="{D21736F2-3D90-628D-240A-1427996C0112}"/>
              </a:ext>
            </a:extLst>
          </p:cNvPr>
          <p:cNvSpPr/>
          <p:nvPr/>
        </p:nvSpPr>
        <p:spPr>
          <a:xfrm>
            <a:off x="1981200" y="5003940"/>
            <a:ext cx="6893860" cy="412376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矩形: 圆角 2">
            <a:extLst>
              <a:ext uri="{FF2B5EF4-FFF2-40B4-BE49-F238E27FC236}">
                <a16:creationId xmlns:a16="http://schemas.microsoft.com/office/drawing/2014/main" id="{A89A81F1-9ADF-5061-3695-368B44F2189F}"/>
              </a:ext>
            </a:extLst>
          </p:cNvPr>
          <p:cNvSpPr/>
          <p:nvPr/>
        </p:nvSpPr>
        <p:spPr>
          <a:xfrm>
            <a:off x="1896035" y="2443165"/>
            <a:ext cx="3621741" cy="412376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1931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10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>
                <a:ea typeface="新細明體" pitchFamily="18" charset="-120"/>
              </a:rPr>
              <a:t>Notes about Example 2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436" y="1066800"/>
            <a:ext cx="10367682" cy="5181601"/>
          </a:xfrm>
        </p:spPr>
        <p:txBody>
          <a:bodyPr>
            <a:normAutofit/>
          </a:bodyPr>
          <a:lstStyle/>
          <a:p>
            <a:pPr>
              <a:buClr>
                <a:schemeClr val="accent1"/>
              </a:buClr>
              <a:defRPr/>
            </a:pPr>
            <a:endParaRPr lang="en-US" altLang="zh-TW" kern="0" dirty="0">
              <a:ea typeface="新細明體" pitchFamily="18" charset="-120"/>
            </a:endParaRPr>
          </a:p>
          <a:p>
            <a:pPr>
              <a:buClr>
                <a:schemeClr val="accent1"/>
              </a:buClr>
              <a:defRPr/>
            </a:pPr>
            <a:r>
              <a:rPr lang="en-US" altLang="zh-TW" kern="0" dirty="0">
                <a:ea typeface="新細明體" pitchFamily="18" charset="-120"/>
              </a:rPr>
              <a:t>In solution #2, </a:t>
            </a:r>
            <a:r>
              <a:rPr lang="en-US" altLang="zh-TW" b="1" kern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b*b-4*a*c</a:t>
            </a:r>
            <a:r>
              <a:rPr lang="en-US" altLang="zh-TW" kern="0" dirty="0">
                <a:ea typeface="新細明體" pitchFamily="18" charset="-120"/>
              </a:rPr>
              <a:t> is only evaluated </a:t>
            </a:r>
            <a:r>
              <a:rPr lang="en-US" altLang="zh-TW" i="1" kern="0" dirty="0">
                <a:ea typeface="新細明體" pitchFamily="18" charset="-120"/>
              </a:rPr>
              <a:t>once</a:t>
            </a:r>
            <a:r>
              <a:rPr lang="en-US" altLang="zh-TW" kern="0" dirty="0">
                <a:ea typeface="新細明體" pitchFamily="18" charset="-120"/>
              </a:rPr>
              <a:t>, and thus the amount of computation is reduced.</a:t>
            </a:r>
          </a:p>
          <a:p>
            <a:pPr>
              <a:buClr>
                <a:schemeClr val="accent1"/>
              </a:buClr>
              <a:defRPr/>
            </a:pPr>
            <a:endParaRPr lang="en-US" altLang="zh-TW" kern="0" dirty="0">
              <a:ea typeface="新細明體" pitchFamily="18" charset="-120"/>
            </a:endParaRPr>
          </a:p>
          <a:p>
            <a:pPr>
              <a:buClr>
                <a:schemeClr val="accent1"/>
              </a:buClr>
              <a:defRPr/>
            </a:pPr>
            <a:r>
              <a:rPr lang="en-US" altLang="zh-TW" kern="0" dirty="0">
                <a:ea typeface="新細明體" pitchFamily="18" charset="-120"/>
              </a:rPr>
              <a:t>Solution #2 uses one </a:t>
            </a:r>
            <a:r>
              <a:rPr lang="en-US" altLang="zh-TW" kern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kern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kern="0" dirty="0">
                <a:ea typeface="新細明體" pitchFamily="18" charset="-120"/>
              </a:rPr>
              <a:t> to output the result. The advantage is, </a:t>
            </a:r>
            <a:r>
              <a:rPr lang="en-US" altLang="zh-TW" u="sng" kern="0" dirty="0">
                <a:ea typeface="新細明體" pitchFamily="18" charset="-120"/>
              </a:rPr>
              <a:t>if we need to </a:t>
            </a:r>
            <a:r>
              <a:rPr lang="en-US" altLang="zh-TW" i="1" u="sng" kern="0" dirty="0">
                <a:ea typeface="新細明體" pitchFamily="18" charset="-120"/>
              </a:rPr>
              <a:t>change the output format</a:t>
            </a:r>
            <a:r>
              <a:rPr lang="en-US" altLang="zh-TW" u="sng" kern="0" dirty="0">
                <a:ea typeface="新細明體" pitchFamily="18" charset="-120"/>
              </a:rPr>
              <a:t>, we only need to change one </a:t>
            </a:r>
            <a:r>
              <a:rPr lang="en-US" altLang="zh-TW" u="sng" kern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u="sng" kern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 u="sng" kern="0" dirty="0">
                <a:ea typeface="新細明體" pitchFamily="18" charset="-120"/>
              </a:rPr>
              <a:t> statement.</a:t>
            </a:r>
          </a:p>
        </p:txBody>
      </p:sp>
    </p:spTree>
    <p:extLst>
      <p:ext uri="{BB962C8B-B14F-4D97-AF65-F5344CB8AC3E}">
        <p14:creationId xmlns:p14="http://schemas.microsoft.com/office/powerpoint/2010/main" val="185907386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000B055F-8DB4-432A-94E1-F73315860A94}" type="slidenum">
              <a:rPr lang="zh-TW" altLang="en-US" b="0" smtClean="0"/>
              <a:pPr/>
              <a:t>11</a:t>
            </a:fld>
            <a:endParaRPr lang="en-US" altLang="zh-TW" b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963" y="165101"/>
            <a:ext cx="8229600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2: Solution #3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985964" y="741363"/>
            <a:ext cx="8682037" cy="54530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a, b, c;			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coefficients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double 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dis;</a:t>
            </a: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			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The discriminant</a:t>
            </a:r>
            <a:endParaRPr lang="en-US" altLang="zh-TW" sz="2000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 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sol;	</a:t>
            </a: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	             </a:t>
            </a:r>
            <a:r>
              <a:rPr lang="en-US" altLang="zh-TW" sz="2000" b="0" dirty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// # of real number solutions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lf%lf%lf</a:t>
            </a:r>
            <a:r>
              <a:rPr lang="en-US" altLang="zh-TW" sz="20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&amp;a, &amp;b, &amp;c);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dis = b * b – 4 * a * c;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Compute discriminant only once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(dis &gt;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sol = 2;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(dis == 0)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sol = 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           			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Otherwise dis &lt; 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sol = 0;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"# of real number solutions: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sol);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54530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557D9C-014D-5E6E-059A-05653304A9CB}"/>
              </a:ext>
            </a:extLst>
          </p:cNvPr>
          <p:cNvSpPr/>
          <p:nvPr/>
        </p:nvSpPr>
        <p:spPr>
          <a:xfrm>
            <a:off x="8737600" y="2980944"/>
            <a:ext cx="3224347" cy="18975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if(…)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else if(…)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else</a:t>
            </a:r>
          </a:p>
          <a:p>
            <a:endParaRPr lang="en-US" sz="900" b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Avoid overlapping</a:t>
            </a:r>
            <a:endParaRPr lang="LID4096" sz="2800" b="1" dirty="0">
              <a:solidFill>
                <a:schemeClr val="tx1"/>
              </a:solidFill>
            </a:endParaRPr>
          </a:p>
        </p:txBody>
      </p:sp>
      <p:sp>
        <p:nvSpPr>
          <p:cNvPr id="6" name="矩形: 圆角 2">
            <a:extLst>
              <a:ext uri="{FF2B5EF4-FFF2-40B4-BE49-F238E27FC236}">
                <a16:creationId xmlns:a16="http://schemas.microsoft.com/office/drawing/2014/main" id="{25229545-77A9-C2A1-7EFC-156D4AF4C555}"/>
              </a:ext>
            </a:extLst>
          </p:cNvPr>
          <p:cNvSpPr/>
          <p:nvPr/>
        </p:nvSpPr>
        <p:spPr>
          <a:xfrm>
            <a:off x="1985963" y="3055518"/>
            <a:ext cx="1187005" cy="2165706"/>
          </a:xfrm>
          <a:prstGeom prst="roundRect">
            <a:avLst/>
          </a:prstGeom>
          <a:noFill/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26153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12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0168" y="1299882"/>
            <a:ext cx="11062232" cy="494851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ea typeface="新細明體" pitchFamily="18" charset="-120"/>
              </a:rPr>
              <a:t>Objective:</a:t>
            </a:r>
            <a:r>
              <a:rPr lang="en-US" altLang="zh-TW" dirty="0">
                <a:ea typeface="新細明體" pitchFamily="18" charset="-120"/>
              </a:rPr>
              <a:t> Write the code segment to</a:t>
            </a:r>
            <a:r>
              <a:rPr lang="en-US" altLang="zh-TW" u="sng" dirty="0">
                <a:solidFill>
                  <a:srgbClr val="C00000"/>
                </a:solidFill>
                <a:ea typeface="新細明體" pitchFamily="18" charset="-120"/>
              </a:rPr>
              <a:t> read three integers from a user</a:t>
            </a:r>
            <a:r>
              <a:rPr lang="en-US" altLang="zh-TW" dirty="0">
                <a:ea typeface="新細明體" pitchFamily="18" charset="-120"/>
              </a:rPr>
              <a:t> and output them in a non-descending order.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Assume the values are stored in variables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dirty="0">
                <a:ea typeface="新細明體" pitchFamily="18" charset="-120"/>
              </a:rPr>
              <a:t>,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, and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</a:p>
          <a:p>
            <a:pPr lvl="1" eaLnBrk="1" hangingPunct="1"/>
            <a:endParaRPr lang="en-US" altLang="zh-TW" b="1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 eaLnBrk="1" hangingPunct="1"/>
            <a:r>
              <a:rPr lang="en-US" altLang="zh-TW" dirty="0">
                <a:solidFill>
                  <a:srgbClr val="C00000"/>
                </a:solidFill>
                <a:ea typeface="新細明體" pitchFamily="18" charset="-120"/>
              </a:rPr>
              <a:t>non-descending order</a:t>
            </a:r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 eaLnBrk="1" hangingPunct="1"/>
            <a:r>
              <a:rPr lang="en-US" altLang="zh-TW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</a:rPr>
              <a:t>output in order, small -&gt; large</a:t>
            </a:r>
          </a:p>
          <a:p>
            <a:pPr eaLnBrk="1" hangingPunct="1"/>
            <a:endParaRPr lang="en-US" altLang="zh-TW" sz="2000" dirty="0">
              <a:ea typeface="新細明體" pitchFamily="18" charset="-120"/>
            </a:endParaRPr>
          </a:p>
          <a:p>
            <a:pPr eaLnBrk="1" hangingPunct="1"/>
            <a:endParaRPr lang="en-US" altLang="zh-TW" sz="2000" dirty="0">
              <a:ea typeface="新細明體" pitchFamily="18" charset="-120"/>
            </a:endParaRPr>
          </a:p>
          <a:p>
            <a:pPr eaLnBrk="1" hangingPunct="1"/>
            <a:endParaRPr lang="en-US" altLang="zh-TW" sz="20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67035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13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8005" y="1066800"/>
            <a:ext cx="10814011" cy="51816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Objective:</a:t>
            </a:r>
            <a:r>
              <a:rPr lang="en-US" altLang="zh-TW" sz="2800" dirty="0">
                <a:ea typeface="新細明體" pitchFamily="18" charset="-120"/>
              </a:rPr>
              <a:t> Write the code segment to</a:t>
            </a:r>
            <a:r>
              <a:rPr lang="en-US" altLang="zh-TW" sz="2800" u="sng" dirty="0">
                <a:solidFill>
                  <a:srgbClr val="C00000"/>
                </a:solidFill>
                <a:ea typeface="新細明體" pitchFamily="18" charset="-120"/>
              </a:rPr>
              <a:t> read three integers from a user</a:t>
            </a:r>
            <a:r>
              <a:rPr lang="en-US" altLang="zh-TW" sz="2800" dirty="0">
                <a:ea typeface="新細明體" pitchFamily="18" charset="-120"/>
              </a:rPr>
              <a:t> and output them in a non-descending order.</a:t>
            </a:r>
          </a:p>
          <a:p>
            <a:pPr lvl="1" eaLnBrk="1" hangingPunct="1"/>
            <a:r>
              <a:rPr lang="en-US" altLang="zh-TW" sz="2400" dirty="0">
                <a:ea typeface="新細明體" pitchFamily="18" charset="-120"/>
              </a:rPr>
              <a:t>Assume the values are stored in variables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ea typeface="新細明體" pitchFamily="18" charset="-120"/>
              </a:rPr>
              <a:t>,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>
                <a:ea typeface="新細明體" pitchFamily="18" charset="-120"/>
              </a:rPr>
              <a:t>, and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Approach #1:</a:t>
            </a:r>
          </a:p>
          <a:p>
            <a:pPr lvl="1" eaLnBrk="1" hangingPunct="1"/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For each of the six possible arrangements, output the result accordingly: </a:t>
            </a: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(1)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(2)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(3)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 </a:t>
            </a: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(4)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(5)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(6)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172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A38AE94-3EE3-4D08-BE7D-DB9C05868FC7}" type="slidenum">
              <a:rPr lang="zh-TW" altLang="en-US" b="0" smtClean="0"/>
              <a:pPr/>
              <a:t>14</a:t>
            </a:fld>
            <a:endParaRPr lang="en-US" altLang="zh-TW" b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65101"/>
            <a:ext cx="8839200" cy="498475"/>
          </a:xfrm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prstClr val="black"/>
                </a:solidFill>
                <a:ea typeface="新細明體" pitchFamily="18" charset="-120"/>
              </a:rPr>
              <a:t>Example 3: Solution #1a (Broken implementation)</a:t>
            </a:r>
            <a:endParaRPr lang="en-US" altLang="zh-TW" sz="1600" dirty="0">
              <a:ea typeface="新細明體" pitchFamily="18" charset="-120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985964" y="741363"/>
            <a:ext cx="8682037" cy="55070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y, z;				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store input values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&amp;x, &amp;y, &amp;z);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y &amp;&amp; y &lt;= z)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z &amp;&amp; z &lt;= y)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z, y);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x &amp;&amp; x &lt;= z)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x,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z &amp;&amp; z &lt;= x)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z, x);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(z &lt;= x &amp;&amp; x &lt;= y)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x, y);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(z &lt;= y &amp;&amp; y &lt;= x)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y, x);</a:t>
            </a:r>
          </a:p>
          <a:p>
            <a:pPr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550703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9" name="Rectangle 23"/>
          <p:cNvSpPr txBox="1">
            <a:spLocks noChangeArrowheads="1"/>
          </p:cNvSpPr>
          <p:nvPr/>
        </p:nvSpPr>
        <p:spPr bwMode="auto">
          <a:xfrm>
            <a:off x="7127859" y="1424973"/>
            <a:ext cx="5009128" cy="2924004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defRPr kumimoji="1" sz="2800" b="1" i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defRPr>
            </a:lvl1pPr>
          </a:lstStyle>
          <a:p>
            <a:r>
              <a:rPr lang="en-US" altLang="zh-TW" sz="2400" dirty="0">
                <a:solidFill>
                  <a:srgbClr val="C00000"/>
                </a:solidFill>
                <a:latin typeface="+mn-lt"/>
              </a:rPr>
              <a:t>Attention!</a:t>
            </a:r>
          </a:p>
          <a:p>
            <a:endParaRPr lang="en-US" altLang="zh-TW" sz="2400" b="0" dirty="0">
              <a:latin typeface="+mn-lt"/>
            </a:endParaRPr>
          </a:p>
          <a:p>
            <a:r>
              <a:rPr lang="en-US" altLang="zh-TW" sz="2400" u="sng" dirty="0">
                <a:latin typeface="+mn-lt"/>
              </a:rPr>
              <a:t>Multiple output</a:t>
            </a:r>
            <a:r>
              <a:rPr lang="en-US" altLang="zh-TW" sz="2400" b="0" dirty="0">
                <a:latin typeface="+mn-lt"/>
              </a:rPr>
              <a:t> when two or more input variables share the same value.</a:t>
            </a:r>
          </a:p>
          <a:p>
            <a:endParaRPr lang="en-US" altLang="zh-TW" sz="2000" b="0" dirty="0">
              <a:latin typeface="+mn-lt"/>
            </a:endParaRPr>
          </a:p>
          <a:p>
            <a:r>
              <a:rPr lang="en-US" altLang="zh-TW" sz="2400" b="0" dirty="0">
                <a:latin typeface="+mn-lt"/>
              </a:rPr>
              <a:t>e.g., when </a:t>
            </a:r>
            <a:r>
              <a:rPr lang="en-US" altLang="zh-TW" sz="2400" dirty="0"/>
              <a:t>x</a:t>
            </a:r>
            <a:r>
              <a:rPr lang="en-US" altLang="zh-TW" sz="2400" b="0" dirty="0">
                <a:latin typeface="+mn-lt"/>
              </a:rPr>
              <a:t>, </a:t>
            </a:r>
            <a:r>
              <a:rPr lang="en-US" altLang="zh-TW" sz="2400" dirty="0"/>
              <a:t>y</a:t>
            </a:r>
            <a:r>
              <a:rPr lang="en-US" altLang="zh-TW" sz="2400" b="0" dirty="0">
                <a:latin typeface="+mn-lt"/>
              </a:rPr>
              <a:t>, </a:t>
            </a:r>
            <a:r>
              <a:rPr lang="en-US" altLang="zh-TW" sz="2400" dirty="0"/>
              <a:t>z</a:t>
            </a:r>
            <a:r>
              <a:rPr lang="en-US" altLang="zh-TW" sz="2400" b="0" dirty="0">
                <a:latin typeface="+mn-lt"/>
              </a:rPr>
              <a:t> are all 1, the output “1 1 1" would appear six times.</a:t>
            </a:r>
          </a:p>
        </p:txBody>
      </p:sp>
    </p:spTree>
    <p:extLst>
      <p:ext uri="{BB962C8B-B14F-4D97-AF65-F5344CB8AC3E}">
        <p14:creationId xmlns:p14="http://schemas.microsoft.com/office/powerpoint/2010/main" val="14607059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E6D7E39-36E5-4326-A96A-99B52BB108A5}" type="slidenum">
              <a:rPr lang="zh-TW" altLang="en-US" b="0" smtClean="0"/>
              <a:pPr/>
              <a:t>15</a:t>
            </a:fld>
            <a:endParaRPr lang="en-US" altLang="zh-TW" b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963" y="165101"/>
            <a:ext cx="8229600" cy="498475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 pitchFamily="18" charset="-120"/>
              </a:rPr>
              <a:t>Example 3: Solution #1b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985964" y="741363"/>
            <a:ext cx="8682037" cy="545226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x, y, z;				</a:t>
            </a:r>
            <a:r>
              <a:rPr lang="en-US" altLang="zh-TW" sz="2000" b="0" dirty="0">
                <a:solidFill>
                  <a:srgbClr val="339933"/>
                </a:solidFill>
                <a:latin typeface="Consolas"/>
                <a:ea typeface="新細明體"/>
                <a:cs typeface="Consolas" panose="020B0609020204030204" pitchFamily="49" charset="0"/>
              </a:rPr>
              <a:t>// To store input values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&amp;x, &amp;y, &amp;z);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&lt;= y &amp;&amp; y &lt;= z)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(x &lt;= z &amp;&amp; z &lt;= y)</a:t>
            </a:r>
            <a:endParaRPr lang="en-US" altLang="zh-TW" sz="2000" b="0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z, y);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x &amp;&amp; x &lt;= z)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x, z);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&lt;= z &amp;&amp; z &lt;= x)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y, z, x);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 if</a:t>
            </a:r>
            <a:r>
              <a:rPr lang="en-US" altLang="zh-TW" sz="2000" b="0" dirty="0">
                <a:latin typeface="Consolas"/>
                <a:ea typeface="新細明體"/>
                <a:cs typeface="Consolas" panose="020B0609020204030204" pitchFamily="49" charset="0"/>
              </a:rPr>
              <a:t> (z &lt;= x &amp;&amp; x &lt;= y)</a:t>
            </a:r>
            <a:endParaRPr lang="en-US" dirty="0">
              <a:latin typeface="Consolas"/>
              <a:ea typeface="新細明體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x, y);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z, y, x);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545226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D0A1A33-3E83-AFAD-CA58-2E2806F19C18}"/>
              </a:ext>
            </a:extLst>
          </p:cNvPr>
          <p:cNvSpPr/>
          <p:nvPr/>
        </p:nvSpPr>
        <p:spPr>
          <a:xfrm>
            <a:off x="1985963" y="5159470"/>
            <a:ext cx="5176837" cy="891705"/>
          </a:xfrm>
          <a:prstGeom prst="round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F977F8-5C85-EF82-7673-ADB3D516E4C8}"/>
              </a:ext>
            </a:extLst>
          </p:cNvPr>
          <p:cNvSpPr txBox="1"/>
          <p:nvPr/>
        </p:nvSpPr>
        <p:spPr>
          <a:xfrm>
            <a:off x="7288305" y="5374489"/>
            <a:ext cx="3763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No logical expression in else</a:t>
            </a:r>
            <a:endParaRPr lang="LID4096" sz="2400" b="1" dirty="0">
              <a:solidFill>
                <a:srgbClr val="C00000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73E3409-BECF-B6D6-87B7-D90B16015D44}"/>
              </a:ext>
            </a:extLst>
          </p:cNvPr>
          <p:cNvSpPr/>
          <p:nvPr/>
        </p:nvSpPr>
        <p:spPr>
          <a:xfrm>
            <a:off x="1893038" y="2443776"/>
            <a:ext cx="863544" cy="3163057"/>
          </a:xfrm>
          <a:prstGeom prst="roundRect">
            <a:avLst/>
          </a:prstGeom>
          <a:noFill/>
          <a:ln w="571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3E2E503-96DA-E4E4-6345-808ED4CFEE56}"/>
              </a:ext>
            </a:extLst>
          </p:cNvPr>
          <p:cNvSpPr/>
          <p:nvPr/>
        </p:nvSpPr>
        <p:spPr>
          <a:xfrm>
            <a:off x="7288305" y="2645849"/>
            <a:ext cx="3327962" cy="112326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Add </a:t>
            </a:r>
            <a:r>
              <a:rPr lang="en-US" sz="2800" b="1" u="sng" dirty="0"/>
              <a:t>else</a:t>
            </a:r>
            <a:r>
              <a:rPr lang="en-US" sz="2800" dirty="0"/>
              <a:t> to avoid </a:t>
            </a:r>
            <a:r>
              <a:rPr lang="en-US" altLang="zh-TW" sz="2800" dirty="0"/>
              <a:t>multiple output</a:t>
            </a:r>
            <a:r>
              <a:rPr lang="en-US" sz="2800" dirty="0"/>
              <a:t> 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8986730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16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6" y="1066800"/>
            <a:ext cx="8526463" cy="5181601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zh-TW" sz="2800" b="1" dirty="0">
                <a:ea typeface="新細明體" pitchFamily="18" charset="-120"/>
              </a:rPr>
              <a:t>Objective:</a:t>
            </a:r>
            <a:r>
              <a:rPr lang="en-US" altLang="zh-TW" sz="2800" dirty="0">
                <a:ea typeface="新細明體" pitchFamily="18" charset="-120"/>
              </a:rPr>
              <a:t> Write the code segment to</a:t>
            </a:r>
            <a:r>
              <a:rPr lang="en-US" altLang="zh-TW" sz="2800" u="sng" dirty="0">
                <a:solidFill>
                  <a:srgbClr val="C00000"/>
                </a:solidFill>
                <a:ea typeface="新細明體" pitchFamily="18" charset="-120"/>
              </a:rPr>
              <a:t> read three integers from a user</a:t>
            </a:r>
            <a:r>
              <a:rPr lang="en-US" altLang="zh-TW" sz="2800" dirty="0">
                <a:ea typeface="新細明體" pitchFamily="18" charset="-120"/>
              </a:rPr>
              <a:t> and output them in a non-descending order.</a:t>
            </a:r>
          </a:p>
          <a:p>
            <a:pPr lvl="1" eaLnBrk="1" hangingPunct="1"/>
            <a:r>
              <a:rPr lang="en-US" altLang="zh-TW" sz="2400" dirty="0">
                <a:ea typeface="新細明體" pitchFamily="18" charset="-120"/>
              </a:rPr>
              <a:t>Assume the values are stored in variables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ea typeface="新細明體" pitchFamily="18" charset="-120"/>
              </a:rPr>
              <a:t>,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>
                <a:ea typeface="新細明體" pitchFamily="18" charset="-120"/>
              </a:rPr>
              <a:t>, and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Approach #1:</a:t>
            </a:r>
          </a:p>
          <a:p>
            <a:pPr lvl="1" eaLnBrk="1" hangingPunct="1"/>
            <a:r>
              <a:rPr lang="en-US" altLang="zh-TW" sz="2400" dirty="0">
                <a:ea typeface="新細明體" pitchFamily="18" charset="-120"/>
                <a:sym typeface="Wingdings" pitchFamily="2" charset="2"/>
              </a:rPr>
              <a:t>For each of the six possible arrangements, output the result accordingly: </a:t>
            </a: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(1)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(2)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(3)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 </a:t>
            </a: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(4)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(5)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lvl="2"/>
            <a:r>
              <a:rPr lang="en-US" altLang="zh-TW" sz="2200" dirty="0">
                <a:ea typeface="新細明體" pitchFamily="18" charset="-120"/>
                <a:sym typeface="Wingdings" pitchFamily="2" charset="2"/>
              </a:rPr>
              <a:t>(6)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sym typeface="Wingdings" pitchFamily="2" charset="2"/>
              </a:rPr>
              <a:t>z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200" dirty="0">
                <a:ea typeface="新細明體" pitchFamily="18" charset="-120"/>
              </a:rPr>
              <a:t> ≤ </a:t>
            </a:r>
            <a:r>
              <a:rPr lang="en-US" altLang="zh-TW" sz="22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endParaRPr lang="en-US" altLang="zh-TW" sz="2200" dirty="0">
              <a:ea typeface="新細明體" pitchFamily="18" charset="-120"/>
              <a:sym typeface="Wingdings" pitchFamily="2" charset="2"/>
            </a:endParaRP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597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17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6" y="1066800"/>
            <a:ext cx="8526463" cy="51816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b="1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Objective: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 Write the code segment to read three integers from a user and output them in a non-descending order.</a:t>
            </a:r>
          </a:p>
          <a:p>
            <a:pPr lvl="1" eaLnBrk="1" hangingPunct="1"/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Assume the values are stored in variables 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, 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ea typeface="新細明體" pitchFamily="18" charset="-120"/>
              </a:rPr>
              <a:t>, and </a:t>
            </a:r>
            <a:r>
              <a:rPr lang="en-US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</a:p>
          <a:p>
            <a:pPr eaLnBrk="1" hangingPunct="1"/>
            <a:endParaRPr lang="en-US" altLang="zh-TW" sz="1800" dirty="0">
              <a:ea typeface="新細明體" pitchFamily="18" charset="-120"/>
            </a:endParaRPr>
          </a:p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Approach #2:</a:t>
            </a:r>
          </a:p>
          <a:p>
            <a:pPr lvl="1" eaLnBrk="1" hangingPunct="1"/>
            <a:r>
              <a:rPr lang="en-US" altLang="zh-TW" b="1" u="sng" dirty="0">
                <a:solidFill>
                  <a:srgbClr val="C00000"/>
                </a:solidFill>
                <a:ea typeface="新細明體" pitchFamily="18" charset="-120"/>
              </a:rPr>
              <a:t>Sort</a:t>
            </a:r>
            <a:r>
              <a:rPr lang="en-US" altLang="zh-TW" dirty="0">
                <a:ea typeface="新細明體" pitchFamily="18" charset="-120"/>
              </a:rPr>
              <a:t> the values of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,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, and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 so that </a:t>
            </a:r>
          </a:p>
          <a:p>
            <a:pPr marL="457200" lvl="1" indent="0" algn="ctr" eaLnBrk="1" hangingPunct="1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89F756-60EE-BD86-0A7F-C9AF107F93CF}"/>
              </a:ext>
            </a:extLst>
          </p:cNvPr>
          <p:cNvSpPr txBox="1"/>
          <p:nvPr/>
        </p:nvSpPr>
        <p:spPr>
          <a:xfrm>
            <a:off x="8179901" y="5024165"/>
            <a:ext cx="381748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Monitor how your brain solve the problem 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348033212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18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612" y="1066800"/>
            <a:ext cx="11192435" cy="51816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Approach #2: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Sort the values of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,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, and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 so that </a:t>
            </a:r>
          </a:p>
          <a:p>
            <a:pPr marL="457200" lvl="1" indent="0" algn="ctr" eaLnBrk="1" hangingPunct="1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marL="457200" lvl="1" indent="0" algn="ctr" eaLnBrk="1" hangingPunct="1">
              <a:buNone/>
            </a:pPr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First, make sure x is the smallest one</a:t>
            </a:r>
          </a:p>
          <a:p>
            <a:pPr lvl="1"/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Next, make sure z is the largest one</a:t>
            </a:r>
          </a:p>
          <a:p>
            <a:pPr marL="457200" lvl="1" indent="0" eaLnBrk="1" hangingPunct="1">
              <a:buNone/>
            </a:pP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AC7340-114F-79E7-5053-DFBBAA709F6F}"/>
              </a:ext>
            </a:extLst>
          </p:cNvPr>
          <p:cNvSpPr txBox="1"/>
          <p:nvPr/>
        </p:nvSpPr>
        <p:spPr>
          <a:xfrm>
            <a:off x="8097770" y="238622"/>
            <a:ext cx="381748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Monitor how your brain solve the problem 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321642902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19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612" y="1066800"/>
            <a:ext cx="11192435" cy="51816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Approach #2: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Sort the values of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,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, and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 so that </a:t>
            </a:r>
          </a:p>
          <a:p>
            <a:pPr marL="457200" lvl="1" indent="0" algn="ctr" eaLnBrk="1" hangingPunct="1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marL="457200" lvl="1" indent="0" algn="ctr" eaLnBrk="1" hangingPunct="1">
              <a:buNone/>
            </a:pPr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First, make sure x is the smallest one</a:t>
            </a:r>
          </a:p>
          <a:p>
            <a:pPr lvl="2"/>
            <a:r>
              <a:rPr lang="en-US" altLang="zh-TW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should &lt;= y, otherwise exchange, x &lt;-&gt; y</a:t>
            </a:r>
          </a:p>
          <a:p>
            <a:pPr lvl="2"/>
            <a:r>
              <a:rPr lang="en-US" altLang="zh-TW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should &lt;= z, otherwise exchange, x &lt;-&gt; z</a:t>
            </a:r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r>
              <a:rPr lang="en-US" altLang="zh-TW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Next, make sure z is the largest one</a:t>
            </a:r>
          </a:p>
          <a:p>
            <a:pPr marL="457200" lvl="1" indent="0" eaLnBrk="1" hangingPunct="1">
              <a:buNone/>
            </a:pP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F98F7A5-7CC4-299B-0956-3C79BB092D28}"/>
              </a:ext>
            </a:extLst>
          </p:cNvPr>
          <p:cNvSpPr txBox="1"/>
          <p:nvPr/>
        </p:nvSpPr>
        <p:spPr>
          <a:xfrm>
            <a:off x="8097770" y="238622"/>
            <a:ext cx="381748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Monitor how your brain solve the problem </a:t>
            </a:r>
            <a:endParaRPr lang="LID4096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453DCE-1FED-1736-8F92-408C474F62AC}"/>
              </a:ext>
            </a:extLst>
          </p:cNvPr>
          <p:cNvSpPr txBox="1"/>
          <p:nvPr/>
        </p:nvSpPr>
        <p:spPr>
          <a:xfrm>
            <a:off x="8097770" y="1577396"/>
            <a:ext cx="381748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/>
              <a:t>Exchange</a:t>
            </a:r>
          </a:p>
          <a:p>
            <a:r>
              <a:rPr lang="en-US" altLang="zh-CN" sz="2800" dirty="0"/>
              <a:t>int </a:t>
            </a:r>
            <a:r>
              <a:rPr lang="en-US" altLang="zh-CN" sz="2800" dirty="0" err="1"/>
              <a:t>tmp</a:t>
            </a:r>
            <a:r>
              <a:rPr lang="en-US" altLang="zh-CN" sz="2800" dirty="0"/>
              <a:t>;</a:t>
            </a:r>
          </a:p>
          <a:p>
            <a:r>
              <a:rPr lang="en-US" sz="2800" dirty="0" err="1"/>
              <a:t>tmp</a:t>
            </a:r>
            <a:r>
              <a:rPr lang="en-US" sz="2800" dirty="0"/>
              <a:t>=</a:t>
            </a:r>
            <a:r>
              <a:rPr lang="en-US" sz="2800" dirty="0" err="1"/>
              <a:t>a;a</a:t>
            </a:r>
            <a:r>
              <a:rPr lang="en-US" sz="2800" dirty="0"/>
              <a:t>=</a:t>
            </a:r>
            <a:r>
              <a:rPr lang="en-US" sz="2800" dirty="0" err="1"/>
              <a:t>b;b</a:t>
            </a:r>
            <a:r>
              <a:rPr lang="en-US" sz="2800" dirty="0"/>
              <a:t>=</a:t>
            </a:r>
            <a:r>
              <a:rPr lang="en-US" sz="2800" dirty="0" err="1"/>
              <a:t>tmp</a:t>
            </a:r>
            <a:r>
              <a:rPr lang="en-US" sz="2800" dirty="0"/>
              <a:t>;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14385894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1D83C41-7877-4B8A-8BDC-24780E7BD308}" type="slidenum">
              <a:rPr lang="zh-TW" altLang="en-US" b="0" smtClean="0"/>
              <a:pPr/>
              <a:t>20</a:t>
            </a:fld>
            <a:endParaRPr lang="en-US" altLang="zh-TW" b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65100"/>
            <a:ext cx="86868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>
                <a:ea typeface="新細明體" pitchFamily="18" charset="-120"/>
              </a:rPr>
              <a:t>Example 3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612" y="1066800"/>
            <a:ext cx="11192435" cy="528955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TW" sz="2800" dirty="0">
                <a:ea typeface="新細明體" pitchFamily="18" charset="-120"/>
              </a:rPr>
              <a:t>Approach #2:</a:t>
            </a:r>
          </a:p>
          <a:p>
            <a:pPr lvl="1" eaLnBrk="1" hangingPunct="1"/>
            <a:r>
              <a:rPr lang="en-US" altLang="zh-TW" dirty="0">
                <a:ea typeface="新細明體" pitchFamily="18" charset="-120"/>
              </a:rPr>
              <a:t>Sort the values of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,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, and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 so that </a:t>
            </a:r>
          </a:p>
          <a:p>
            <a:pPr marL="457200" lvl="1" indent="0" algn="ctr" eaLnBrk="1" hangingPunct="1">
              <a:buNone/>
            </a:pP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dirty="0">
                <a:ea typeface="新細明體" pitchFamily="18" charset="-120"/>
              </a:rPr>
              <a:t> ≤ </a:t>
            </a:r>
            <a:r>
              <a:rPr lang="en-US" altLang="zh-TW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dirty="0">
                <a:ea typeface="新細明體" pitchFamily="18" charset="-120"/>
              </a:rPr>
              <a:t>.</a:t>
            </a:r>
          </a:p>
          <a:p>
            <a:pPr marL="457200" lvl="1" indent="0" algn="ctr" eaLnBrk="1" hangingPunct="1">
              <a:buNone/>
            </a:pPr>
            <a:endParaRPr lang="en-US" altLang="zh-TW" dirty="0">
              <a:ea typeface="新細明體" pitchFamily="18" charset="-120"/>
            </a:endParaRPr>
          </a:p>
          <a:p>
            <a:pPr lvl="1"/>
            <a:r>
              <a:rPr lang="en-US" altLang="zh-TW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First, make sure x is the smallest one</a:t>
            </a:r>
          </a:p>
          <a:p>
            <a:pPr lvl="2"/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x should &lt;= y, otherwise, x &lt;-&gt; y</a:t>
            </a:r>
          </a:p>
          <a:p>
            <a:pPr lvl="2"/>
            <a:r>
              <a:rPr lang="en-US" altLang="zh-TW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should &lt;= z, otherwise, x &lt;-&gt; z</a:t>
            </a:r>
            <a:endParaRPr lang="en-US" altLang="zh-TW" b="1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Next, make sure z is the largest one</a:t>
            </a:r>
          </a:p>
          <a:p>
            <a:pPr lvl="2"/>
            <a:r>
              <a:rPr lang="en-US" altLang="zh-TW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Z already &gt;= x</a:t>
            </a:r>
          </a:p>
          <a:p>
            <a:pPr lvl="2"/>
            <a:r>
              <a:rPr lang="en-US" altLang="zh-TW" b="1" dirty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Z should </a:t>
            </a:r>
            <a:r>
              <a:rPr lang="en-US" altLang="zh-TW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 y, otherwise, z &lt;-&gt; y</a:t>
            </a:r>
            <a:endParaRPr lang="en-US" altLang="zh-TW" b="1" dirty="0">
              <a:solidFill>
                <a:srgbClr val="C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marL="457200" lvl="1" indent="0" eaLnBrk="1" hangingPunct="1">
              <a:buNone/>
            </a:pP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63DC15E-191A-1E9A-7A57-617F8B4FAD05}"/>
              </a:ext>
            </a:extLst>
          </p:cNvPr>
          <p:cNvSpPr txBox="1"/>
          <p:nvPr/>
        </p:nvSpPr>
        <p:spPr>
          <a:xfrm>
            <a:off x="8097770" y="238622"/>
            <a:ext cx="381748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Monitor how your brain solve the problem </a:t>
            </a:r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26188203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696E923A-809A-4E63-875F-31D354D618CD}" type="slidenum">
              <a:rPr lang="zh-TW" altLang="en-US" b="0" smtClean="0"/>
              <a:pPr/>
              <a:t>21</a:t>
            </a:fld>
            <a:endParaRPr lang="en-US" altLang="zh-TW" b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963" y="165101"/>
            <a:ext cx="8229600" cy="498475"/>
          </a:xfrm>
        </p:spPr>
        <p:txBody>
          <a:bodyPr>
            <a:noAutofit/>
          </a:bodyPr>
          <a:lstStyle/>
          <a:p>
            <a:r>
              <a:rPr lang="en-US" altLang="zh-TW" sz="4000">
                <a:solidFill>
                  <a:prstClr val="black"/>
                </a:solidFill>
                <a:ea typeface="新細明體" pitchFamily="18" charset="-120"/>
              </a:rPr>
              <a:t>Example 3: Solution #2</a:t>
            </a:r>
            <a:endParaRPr lang="en-US" altLang="zh-TW" sz="2000">
              <a:ea typeface="新細明體" pitchFamily="18" charset="-120"/>
            </a:endParaRP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985964" y="741363"/>
            <a:ext cx="8682037" cy="57594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x, y, z,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d%d%d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&amp;x, &amp;y, &amp;z);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solidFill>
                <a:srgbClr val="339933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First, </a:t>
            </a:r>
            <a:r>
              <a:rPr lang="en-US" altLang="zh-TW" sz="2000" b="0" u="sng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make sure that x holds the smallest value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y) {             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y is smaller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x; x = y; y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swap x and 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(x &gt; z) {             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z is even smaller</a:t>
            </a: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x; x = z; z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swap x and z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Next, make sure y &lt;= z, z is the largest one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(y &gt; z) {              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If z is smaller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y; y = z; z = </a:t>
            </a: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tmp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sz="2000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swap y and z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 %d %d\n"</a:t>
            </a:r>
            <a:r>
              <a:rPr lang="en-US" altLang="zh-TW" sz="2000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x, y, z);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1524001" y="741363"/>
            <a:ext cx="461963" cy="57594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B8B82-FD05-F600-EFEB-921F7AC37669}"/>
              </a:ext>
            </a:extLst>
          </p:cNvPr>
          <p:cNvSpPr txBox="1"/>
          <p:nvPr/>
        </p:nvSpPr>
        <p:spPr>
          <a:xfrm>
            <a:off x="6288024" y="860236"/>
            <a:ext cx="437997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eaLnBrk="1" hangingPunct="1"/>
            <a:r>
              <a:rPr lang="en-US" altLang="zh-TW" sz="2400" dirty="0">
                <a:ea typeface="新細明體" pitchFamily="18" charset="-120"/>
              </a:rPr>
              <a:t>Sort the values of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>
                <a:ea typeface="新細明體" pitchFamily="18" charset="-120"/>
              </a:rPr>
              <a:t>,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>
                <a:ea typeface="新細明體" pitchFamily="18" charset="-120"/>
              </a:rPr>
              <a:t>, and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>
                <a:ea typeface="新細明體" pitchFamily="18" charset="-120"/>
              </a:rPr>
              <a:t> so that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x</a:t>
            </a:r>
            <a:r>
              <a:rPr lang="en-US" altLang="zh-TW" sz="2400" dirty="0">
                <a:ea typeface="新細明體" pitchFamily="18" charset="-120"/>
              </a:rPr>
              <a:t> ≤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y</a:t>
            </a:r>
            <a:r>
              <a:rPr lang="en-US" altLang="zh-TW" sz="2400" dirty="0">
                <a:ea typeface="新細明體" pitchFamily="18" charset="-120"/>
              </a:rPr>
              <a:t> ≤ </a:t>
            </a:r>
            <a:r>
              <a:rPr lang="en-US" altLang="zh-TW" sz="2400" b="1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z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6324765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EA099-C5B0-5C0D-F6C7-08CA7F27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time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D4771C-C079-3A0E-FF81-97AC8994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24" y="1226846"/>
            <a:ext cx="6274929" cy="51054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3000" dirty="0" err="1"/>
              <a:t>PreLabs</a:t>
            </a:r>
            <a:r>
              <a:rPr lang="en-US" sz="3000" dirty="0"/>
              <a:t> is not required, but recommend (could try them later)</a:t>
            </a:r>
            <a:endParaRPr lang="en-US" sz="3000" dirty="0">
              <a:ea typeface="Calibri"/>
              <a:cs typeface="Calibri"/>
            </a:endParaRPr>
          </a:p>
          <a:p>
            <a:pPr lvl="8"/>
            <a:endParaRPr lang="en-US" sz="1200" dirty="0"/>
          </a:p>
          <a:p>
            <a:r>
              <a:rPr lang="en-US" dirty="0"/>
              <a:t>Required Labs: </a:t>
            </a:r>
            <a:r>
              <a:rPr lang="en-US" b="1" dirty="0"/>
              <a:t>Lab3 Ex3 to Ex5</a:t>
            </a:r>
          </a:p>
          <a:p>
            <a:r>
              <a:rPr lang="en-US" dirty="0"/>
              <a:t>Last week Lab: </a:t>
            </a:r>
            <a:r>
              <a:rPr lang="en-US" altLang="zh-CN" b="1" dirty="0"/>
              <a:t>Lab2 Ex3 to Ex5</a:t>
            </a:r>
            <a:endParaRPr lang="en-US" b="1" dirty="0"/>
          </a:p>
          <a:p>
            <a:r>
              <a:rPr lang="en-US" b="1" dirty="0"/>
              <a:t>All Due by This Friday midnight</a:t>
            </a:r>
          </a:p>
          <a:p>
            <a:endParaRPr lang="en-US" sz="300" b="1" dirty="0"/>
          </a:p>
          <a:p>
            <a:r>
              <a:rPr lang="en-US" sz="2800" dirty="0"/>
              <a:t>Late penalty: 50% within 72h. </a:t>
            </a:r>
          </a:p>
          <a:p>
            <a:pPr marL="0" indent="0">
              <a:buNone/>
            </a:pPr>
            <a:r>
              <a:rPr lang="en-US" sz="2800" dirty="0"/>
              <a:t>                            After 72 hours, not accepted</a:t>
            </a:r>
          </a:p>
          <a:p>
            <a:endParaRPr lang="en-US" altLang="zh-CN" sz="1300" dirty="0"/>
          </a:p>
          <a:p>
            <a:r>
              <a:rPr lang="en-US" altLang="zh-CN" sz="2800" dirty="0"/>
              <a:t>Extra Consultation time: </a:t>
            </a:r>
            <a:r>
              <a:rPr lang="en-US" altLang="zh-CN" sz="2800" dirty="0">
                <a:solidFill>
                  <a:srgbClr val="111111"/>
                </a:solidFill>
                <a:latin typeface="Open Sans"/>
                <a:ea typeface="Open Sans"/>
                <a:cs typeface="Open Sans"/>
              </a:rPr>
              <a:t>11:00-14:00 </a:t>
            </a:r>
            <a:r>
              <a:rPr lang="en-US" altLang="zh-CN" sz="2800" dirty="0"/>
              <a:t>every Friday.</a:t>
            </a:r>
          </a:p>
          <a:p>
            <a:pPr marL="0" indent="0">
              <a:buNone/>
            </a:pPr>
            <a:r>
              <a:rPr lang="en-US" altLang="zh-CN" sz="2800" dirty="0"/>
              <a:t>     Blackboard -&gt; ENGG1110A -&gt; Lab Info</a:t>
            </a:r>
            <a:endParaRPr lang="LID4096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93533-5FDB-027C-DB32-09C8B1DD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887D0-9B25-AAC5-83A5-843745379CA4}"/>
              </a:ext>
            </a:extLst>
          </p:cNvPr>
          <p:cNvSpPr txBox="1"/>
          <p:nvPr/>
        </p:nvSpPr>
        <p:spPr>
          <a:xfrm>
            <a:off x="6497053" y="1548166"/>
            <a:ext cx="5601161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dirty="0"/>
              <a:t>Common Mistakes in 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Incorrect file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int/int -&gt; int, you can never get a real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Forgot to get the address in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, &amp;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Write other characters in the format of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. We can only write the format %d %</a:t>
            </a:r>
            <a:r>
              <a:rPr lang="en-US" altLang="zh-CN" sz="2800" dirty="0" err="1"/>
              <a:t>lf</a:t>
            </a:r>
            <a:r>
              <a:rPr lang="en-US" altLang="zh-CN" sz="2800" dirty="0"/>
              <a:t> in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No condition in else</a:t>
            </a:r>
          </a:p>
        </p:txBody>
      </p:sp>
    </p:spTree>
    <p:extLst>
      <p:ext uri="{BB962C8B-B14F-4D97-AF65-F5344CB8AC3E}">
        <p14:creationId xmlns:p14="http://schemas.microsoft.com/office/powerpoint/2010/main" val="254948713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2336</Words>
  <Application>Microsoft Office PowerPoint</Application>
  <PresentationFormat>Widescreen</PresentationFormat>
  <Paragraphs>436</Paragraphs>
  <Slides>22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 Unicode MS</vt:lpstr>
      <vt:lpstr>新細明體</vt:lpstr>
      <vt:lpstr>Arial</vt:lpstr>
      <vt:lpstr>Calibri</vt:lpstr>
      <vt:lpstr>Cambria Math</vt:lpstr>
      <vt:lpstr>Consolas</vt:lpstr>
      <vt:lpstr>Open Sans</vt:lpstr>
      <vt:lpstr>Times New Roman</vt:lpstr>
      <vt:lpstr>Wingdings</vt:lpstr>
      <vt:lpstr>Office Theme</vt:lpstr>
      <vt:lpstr>Examples using if-else</vt:lpstr>
      <vt:lpstr>Outline</vt:lpstr>
      <vt:lpstr>Example 1</vt:lpstr>
      <vt:lpstr>Example 1: Solution</vt:lpstr>
      <vt:lpstr>PowerPoint Presentation</vt:lpstr>
      <vt:lpstr>Example 2: the number of real number solutions</vt:lpstr>
      <vt:lpstr>Example 2: Solution #1</vt:lpstr>
      <vt:lpstr>Example 2: Solution #1</vt:lpstr>
      <vt:lpstr>Example 2: Solution #2</vt:lpstr>
      <vt:lpstr>Notes about Example 2</vt:lpstr>
      <vt:lpstr>Example 2: Solution #3</vt:lpstr>
      <vt:lpstr>Example 3</vt:lpstr>
      <vt:lpstr>Example 3</vt:lpstr>
      <vt:lpstr>Example 3: Solution #1a (Broken implementation)</vt:lpstr>
      <vt:lpstr>Example 3: Solution #1b</vt:lpstr>
      <vt:lpstr>Example 3</vt:lpstr>
      <vt:lpstr>Example 3</vt:lpstr>
      <vt:lpstr>Example 3</vt:lpstr>
      <vt:lpstr>Example 3</vt:lpstr>
      <vt:lpstr>Example 3</vt:lpstr>
      <vt:lpstr>Example 3: Solution #2</vt:lpstr>
      <vt:lpstr>Lab time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using if-else</dc:title>
  <dc:subject/>
  <cp:keywords/>
  <dc:description/>
  <cp:lastModifiedBy>Yuli Jiang (CSD)</cp:lastModifiedBy>
  <cp:revision>7</cp:revision>
  <dcterms:created xsi:type="dcterms:W3CDTF">2011-07-19T12:51:33Z</dcterms:created>
  <dcterms:modified xsi:type="dcterms:W3CDTF">2025-09-18T05:32:26Z</dcterms:modified>
  <cp:category/>
</cp:coreProperties>
</file>
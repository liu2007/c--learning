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59" r:id="rId2"/>
    <p:sldId id="376" r:id="rId3"/>
    <p:sldId id="352" r:id="rId4"/>
    <p:sldId id="387" r:id="rId5"/>
    <p:sldId id="388" r:id="rId6"/>
    <p:sldId id="355" r:id="rId7"/>
    <p:sldId id="354" r:id="rId8"/>
    <p:sldId id="353" r:id="rId9"/>
    <p:sldId id="395" r:id="rId10"/>
    <p:sldId id="335" r:id="rId11"/>
    <p:sldId id="329" r:id="rId12"/>
    <p:sldId id="385" r:id="rId13"/>
    <p:sldId id="393" r:id="rId14"/>
    <p:sldId id="323" r:id="rId15"/>
    <p:sldId id="330" r:id="rId16"/>
    <p:sldId id="338" r:id="rId17"/>
    <p:sldId id="394" r:id="rId18"/>
    <p:sldId id="325" r:id="rId19"/>
    <p:sldId id="366" r:id="rId20"/>
    <p:sldId id="368" r:id="rId21"/>
    <p:sldId id="396" r:id="rId22"/>
    <p:sldId id="332" r:id="rId23"/>
    <p:sldId id="377" r:id="rId24"/>
    <p:sldId id="360" r:id="rId25"/>
    <p:sldId id="336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7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Chuck jee Chau (CSD)" initials="CjC(" lastIdx="2" clrIdx="1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BE600"/>
    <a:srgbClr val="CCCCFF"/>
    <a:srgbClr val="FF99FF"/>
    <a:srgbClr val="0000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67A2E-8B8D-4337-B273-96561B91DEE3}" v="16" dt="2025-10-20T02:47:15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95" autoAdjust="0"/>
    <p:restoredTop sz="92393" autoAdjust="0"/>
  </p:normalViewPr>
  <p:slideViewPr>
    <p:cSldViewPr>
      <p:cViewPr varScale="1">
        <p:scale>
          <a:sx n="94" d="100"/>
          <a:sy n="94" d="100"/>
        </p:scale>
        <p:origin x="200" y="4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437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13474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3A172DF7-79F9-486B-BADA-1BE4A83C3175}"/>
    <pc:docChg chg="undo redo custSel addSld delSld modSld">
      <pc:chgData name="Yim Pan Chui, Dr. (CSD)" userId="06f431c5-cc1a-4439-a61b-5f3af947c103" providerId="ADAL" clId="{3A172DF7-79F9-486B-BADA-1BE4A83C3175}" dt="2024-02-23T07:24:16.699" v="869" actId="14100"/>
      <pc:docMkLst>
        <pc:docMk/>
      </pc:docMkLst>
      <pc:sldChg chg="modSp mod">
        <pc:chgData name="Yim Pan Chui, Dr. (CSD)" userId="06f431c5-cc1a-4439-a61b-5f3af947c103" providerId="ADAL" clId="{3A172DF7-79F9-486B-BADA-1BE4A83C3175}" dt="2024-02-22T09:23:34.663" v="216" actId="13926"/>
        <pc:sldMkLst>
          <pc:docMk/>
          <pc:sldMk cId="1216653165" sldId="320"/>
        </pc:sldMkLst>
      </pc:sldChg>
      <pc:sldChg chg="addSp modSp mod modAnim">
        <pc:chgData name="Yim Pan Chui, Dr. (CSD)" userId="06f431c5-cc1a-4439-a61b-5f3af947c103" providerId="ADAL" clId="{3A172DF7-79F9-486B-BADA-1BE4A83C3175}" dt="2024-02-23T03:55:33.314" v="600" actId="1076"/>
        <pc:sldMkLst>
          <pc:docMk/>
          <pc:sldMk cId="1438276141" sldId="323"/>
        </pc:sldMkLst>
      </pc:sldChg>
      <pc:sldChg chg="modSp mod">
        <pc:chgData name="Yim Pan Chui, Dr. (CSD)" userId="06f431c5-cc1a-4439-a61b-5f3af947c103" providerId="ADAL" clId="{3A172DF7-79F9-486B-BADA-1BE4A83C3175}" dt="2024-02-23T03:11:33.300" v="401" actId="113"/>
        <pc:sldMkLst>
          <pc:docMk/>
          <pc:sldMk cId="1230929561" sldId="325"/>
        </pc:sldMkLst>
      </pc:sldChg>
      <pc:sldChg chg="modSp del mod">
        <pc:chgData name="Yim Pan Chui, Dr. (CSD)" userId="06f431c5-cc1a-4439-a61b-5f3af947c103" providerId="ADAL" clId="{3A172DF7-79F9-486B-BADA-1BE4A83C3175}" dt="2024-02-23T03:08:52.601" v="397" actId="47"/>
        <pc:sldMkLst>
          <pc:docMk/>
          <pc:sldMk cId="4008021819" sldId="326"/>
        </pc:sldMkLst>
      </pc:sldChg>
      <pc:sldChg chg="addSp modSp mod">
        <pc:chgData name="Yim Pan Chui, Dr. (CSD)" userId="06f431c5-cc1a-4439-a61b-5f3af947c103" providerId="ADAL" clId="{3A172DF7-79F9-486B-BADA-1BE4A83C3175}" dt="2024-02-23T07:11:51.285" v="824" actId="6549"/>
        <pc:sldMkLst>
          <pc:docMk/>
          <pc:sldMk cId="1667810930" sldId="329"/>
        </pc:sldMkLst>
      </pc:sldChg>
      <pc:sldChg chg="modSp mod">
        <pc:chgData name="Yim Pan Chui, Dr. (CSD)" userId="06f431c5-cc1a-4439-a61b-5f3af947c103" providerId="ADAL" clId="{3A172DF7-79F9-486B-BADA-1BE4A83C3175}" dt="2024-02-23T04:08:16.618" v="684" actId="6549"/>
        <pc:sldMkLst>
          <pc:docMk/>
          <pc:sldMk cId="2997350601" sldId="330"/>
        </pc:sldMkLst>
      </pc:sldChg>
      <pc:sldChg chg="modSp mod">
        <pc:chgData name="Yim Pan Chui, Dr. (CSD)" userId="06f431c5-cc1a-4439-a61b-5f3af947c103" providerId="ADAL" clId="{3A172DF7-79F9-486B-BADA-1BE4A83C3175}" dt="2024-02-23T07:24:16.699" v="869" actId="14100"/>
        <pc:sldMkLst>
          <pc:docMk/>
          <pc:sldMk cId="1782371758" sldId="332"/>
        </pc:sldMkLst>
      </pc:sldChg>
      <pc:sldChg chg="addSp modSp mod modAnim">
        <pc:chgData name="Yim Pan Chui, Dr. (CSD)" userId="06f431c5-cc1a-4439-a61b-5f3af947c103" providerId="ADAL" clId="{3A172DF7-79F9-486B-BADA-1BE4A83C3175}" dt="2024-02-22T09:34:05.906" v="229" actId="1076"/>
        <pc:sldMkLst>
          <pc:docMk/>
          <pc:sldMk cId="3053758298" sldId="337"/>
        </pc:sldMkLst>
      </pc:sldChg>
      <pc:sldChg chg="addSp modSp mod modAnim">
        <pc:chgData name="Yim Pan Chui, Dr. (CSD)" userId="06f431c5-cc1a-4439-a61b-5f3af947c103" providerId="ADAL" clId="{3A172DF7-79F9-486B-BADA-1BE4A83C3175}" dt="2024-02-23T07:16:14.867" v="836" actId="1036"/>
        <pc:sldMkLst>
          <pc:docMk/>
          <pc:sldMk cId="2511448755" sldId="338"/>
        </pc:sldMkLst>
      </pc:sldChg>
      <pc:sldChg chg="modSp mod">
        <pc:chgData name="Yim Pan Chui, Dr. (CSD)" userId="06f431c5-cc1a-4439-a61b-5f3af947c103" providerId="ADAL" clId="{3A172DF7-79F9-486B-BADA-1BE4A83C3175}" dt="2024-02-23T02:09:05.471" v="245" actId="13926"/>
        <pc:sldMkLst>
          <pc:docMk/>
          <pc:sldMk cId="603012574" sldId="340"/>
        </pc:sldMkLst>
      </pc:sldChg>
      <pc:sldChg chg="addSp delSp modSp mod">
        <pc:chgData name="Yim Pan Chui, Dr. (CSD)" userId="06f431c5-cc1a-4439-a61b-5f3af947c103" providerId="ADAL" clId="{3A172DF7-79F9-486B-BADA-1BE4A83C3175}" dt="2024-02-23T04:52:32.441" v="778" actId="478"/>
        <pc:sldMkLst>
          <pc:docMk/>
          <pc:sldMk cId="613261591" sldId="344"/>
        </pc:sldMkLst>
      </pc:sldChg>
      <pc:sldChg chg="addSp delSp modSp mod delAnim modAnim">
        <pc:chgData name="Yim Pan Chui, Dr. (CSD)" userId="06f431c5-cc1a-4439-a61b-5f3af947c103" providerId="ADAL" clId="{3A172DF7-79F9-486B-BADA-1BE4A83C3175}" dt="2024-02-23T02:11:34.488" v="265" actId="115"/>
        <pc:sldMkLst>
          <pc:docMk/>
          <pc:sldMk cId="1273528718" sldId="345"/>
        </pc:sldMkLst>
      </pc:sldChg>
      <pc:sldChg chg="modSp mod">
        <pc:chgData name="Yim Pan Chui, Dr. (CSD)" userId="06f431c5-cc1a-4439-a61b-5f3af947c103" providerId="ADAL" clId="{3A172DF7-79F9-486B-BADA-1BE4A83C3175}" dt="2024-02-23T02:12:14.626" v="271" actId="207"/>
        <pc:sldMkLst>
          <pc:docMk/>
          <pc:sldMk cId="1092699906" sldId="347"/>
        </pc:sldMkLst>
      </pc:sldChg>
      <pc:sldChg chg="addSp delSp modSp mod modAnim">
        <pc:chgData name="Yim Pan Chui, Dr. (CSD)" userId="06f431c5-cc1a-4439-a61b-5f3af947c103" providerId="ADAL" clId="{3A172DF7-79F9-486B-BADA-1BE4A83C3175}" dt="2024-02-23T06:24:56.182" v="794" actId="14100"/>
        <pc:sldMkLst>
          <pc:docMk/>
          <pc:sldMk cId="2019434099" sldId="348"/>
        </pc:sldMkLst>
      </pc:sldChg>
      <pc:sldChg chg="addSp delSp modSp mod modAnim">
        <pc:chgData name="Yim Pan Chui, Dr. (CSD)" userId="06f431c5-cc1a-4439-a61b-5f3af947c103" providerId="ADAL" clId="{3A172DF7-79F9-486B-BADA-1BE4A83C3175}" dt="2024-02-23T06:24:59.900" v="795" actId="1035"/>
        <pc:sldMkLst>
          <pc:docMk/>
          <pc:sldMk cId="2415219606" sldId="349"/>
        </pc:sldMkLst>
      </pc:sldChg>
      <pc:sldChg chg="addSp modSp mod modAnim">
        <pc:chgData name="Yim Pan Chui, Dr. (CSD)" userId="06f431c5-cc1a-4439-a61b-5f3af947c103" providerId="ADAL" clId="{3A172DF7-79F9-486B-BADA-1BE4A83C3175}" dt="2024-02-23T02:19:58.679" v="277" actId="207"/>
        <pc:sldMkLst>
          <pc:docMk/>
          <pc:sldMk cId="3406095453" sldId="350"/>
        </pc:sldMkLst>
      </pc:sldChg>
      <pc:sldChg chg="addSp modSp mod modAnim">
        <pc:chgData name="Yim Pan Chui, Dr. (CSD)" userId="06f431c5-cc1a-4439-a61b-5f3af947c103" providerId="ADAL" clId="{3A172DF7-79F9-486B-BADA-1BE4A83C3175}" dt="2024-02-23T04:29:15.391" v="741" actId="13926"/>
        <pc:sldMkLst>
          <pc:docMk/>
          <pc:sldMk cId="965270603" sldId="353"/>
        </pc:sldMkLst>
      </pc:sldChg>
      <pc:sldChg chg="addSp modSp mod modAnim">
        <pc:chgData name="Yim Pan Chui, Dr. (CSD)" userId="06f431c5-cc1a-4439-a61b-5f3af947c103" providerId="ADAL" clId="{3A172DF7-79F9-486B-BADA-1BE4A83C3175}" dt="2024-02-23T03:01:16.438" v="381" actId="14100"/>
        <pc:sldMkLst>
          <pc:docMk/>
          <pc:sldMk cId="3295559441" sldId="354"/>
        </pc:sldMkLst>
      </pc:sldChg>
      <pc:sldChg chg="addSp delSp modSp mod delAnim modAnim">
        <pc:chgData name="Yim Pan Chui, Dr. (CSD)" userId="06f431c5-cc1a-4439-a61b-5f3af947c103" providerId="ADAL" clId="{3A172DF7-79F9-486B-BADA-1BE4A83C3175}" dt="2024-02-23T03:00:28.020" v="369" actId="14100"/>
        <pc:sldMkLst>
          <pc:docMk/>
          <pc:sldMk cId="591816102" sldId="355"/>
        </pc:sldMkLst>
      </pc:sldChg>
      <pc:sldChg chg="modSp mod">
        <pc:chgData name="Yim Pan Chui, Dr. (CSD)" userId="06f431c5-cc1a-4439-a61b-5f3af947c103" providerId="ADAL" clId="{3A172DF7-79F9-486B-BADA-1BE4A83C3175}" dt="2024-02-23T02:09:21.706" v="246" actId="13926"/>
        <pc:sldMkLst>
          <pc:docMk/>
          <pc:sldMk cId="3114149895" sldId="362"/>
        </pc:sldMkLst>
      </pc:sldChg>
      <pc:sldChg chg="modSp mod">
        <pc:chgData name="Yim Pan Chui, Dr. (CSD)" userId="06f431c5-cc1a-4439-a61b-5f3af947c103" providerId="ADAL" clId="{3A172DF7-79F9-486B-BADA-1BE4A83C3175}" dt="2024-02-23T06:27:17.432" v="797" actId="1076"/>
        <pc:sldMkLst>
          <pc:docMk/>
          <pc:sldMk cId="2472512755" sldId="363"/>
        </pc:sldMkLst>
      </pc:sldChg>
      <pc:sldChg chg="modSp mod">
        <pc:chgData name="Yim Pan Chui, Dr. (CSD)" userId="06f431c5-cc1a-4439-a61b-5f3af947c103" providerId="ADAL" clId="{3A172DF7-79F9-486B-BADA-1BE4A83C3175}" dt="2024-02-23T04:06:28.890" v="662" actId="1076"/>
        <pc:sldMkLst>
          <pc:docMk/>
          <pc:sldMk cId="3794683290" sldId="366"/>
        </pc:sldMkLst>
      </pc:sldChg>
      <pc:sldChg chg="add modNotesTx">
        <pc:chgData name="Yim Pan Chui, Dr. (CSD)" userId="06f431c5-cc1a-4439-a61b-5f3af947c103" providerId="ADAL" clId="{3A172DF7-79F9-486B-BADA-1BE4A83C3175}" dt="2024-02-23T03:08:45.125" v="396" actId="6549"/>
        <pc:sldMkLst>
          <pc:docMk/>
          <pc:sldMk cId="1734480517" sldId="368"/>
        </pc:sldMkLst>
      </pc:sldChg>
    </pc:docChg>
  </pc:docChgLst>
  <pc:docChgLst>
    <pc:chgData name="Yuli Jiang (CSD)" userId="7c291cd4-aa97-4867-8d2d-ebf5c1c3b419" providerId="ADAL" clId="{DA398AD5-14C3-40D9-A5B6-20F4901CD28E}"/>
    <pc:docChg chg="undo redo custSel addSld delSld modSld sldOrd modMainMaster modNotesMaster">
      <pc:chgData name="Yuli Jiang (CSD)" userId="7c291cd4-aa97-4867-8d2d-ebf5c1c3b419" providerId="ADAL" clId="{DA398AD5-14C3-40D9-A5B6-20F4901CD28E}" dt="2024-03-10T17:09:43.316" v="2163" actId="729"/>
      <pc:docMkLst>
        <pc:docMk/>
      </pc:docMkLst>
      <pc:sldChg chg="mod modShow">
        <pc:chgData name="Yuli Jiang (CSD)" userId="7c291cd4-aa97-4867-8d2d-ebf5c1c3b419" providerId="ADAL" clId="{DA398AD5-14C3-40D9-A5B6-20F4901CD28E}" dt="2024-02-25T17:14:48.267" v="1233" actId="729"/>
        <pc:sldMkLst>
          <pc:docMk/>
          <pc:sldMk cId="2389990707" sldId="268"/>
        </pc:sldMkLst>
      </pc:sldChg>
      <pc:sldChg chg="modSp add mod ord">
        <pc:chgData name="Yuli Jiang (CSD)" userId="7c291cd4-aa97-4867-8d2d-ebf5c1c3b419" providerId="ADAL" clId="{DA398AD5-14C3-40D9-A5B6-20F4901CD28E}" dt="2024-02-25T17:13:26.678" v="1215" actId="113"/>
        <pc:sldMkLst>
          <pc:docMk/>
          <pc:sldMk cId="2831768147" sldId="309"/>
        </pc:sldMkLst>
      </pc:sldChg>
      <pc:sldChg chg="addSp delSp modSp modAnim modNotes">
        <pc:chgData name="Yuli Jiang (CSD)" userId="7c291cd4-aa97-4867-8d2d-ebf5c1c3b419" providerId="ADAL" clId="{DA398AD5-14C3-40D9-A5B6-20F4901CD28E}" dt="2024-02-25T17:20:50.959" v="1384"/>
        <pc:sldMkLst>
          <pc:docMk/>
          <pc:sldMk cId="1800300312" sldId="314"/>
        </pc:sldMkLst>
      </pc:sldChg>
      <pc:sldChg chg="modSp mod ord modAnim modNotes">
        <pc:chgData name="Yuli Jiang (CSD)" userId="7c291cd4-aa97-4867-8d2d-ebf5c1c3b419" providerId="ADAL" clId="{DA398AD5-14C3-40D9-A5B6-20F4901CD28E}" dt="2024-02-25T17:46:59.841" v="1744" actId="20577"/>
        <pc:sldMkLst>
          <pc:docMk/>
          <pc:sldMk cId="914536711" sldId="317"/>
        </pc:sldMkLst>
      </pc:sldChg>
      <pc:sldChg chg="addSp modSp mod modNotes">
        <pc:chgData name="Yuli Jiang (CSD)" userId="7c291cd4-aa97-4867-8d2d-ebf5c1c3b419" providerId="ADAL" clId="{DA398AD5-14C3-40D9-A5B6-20F4901CD28E}" dt="2024-02-25T17:46:48.411" v="1739" actId="20577"/>
        <pc:sldMkLst>
          <pc:docMk/>
          <pc:sldMk cId="2226101510" sldId="319"/>
        </pc:sldMkLst>
      </pc:sldChg>
      <pc:sldChg chg="modSp mod modNotes">
        <pc:chgData name="Yuli Jiang (CSD)" userId="7c291cd4-aa97-4867-8d2d-ebf5c1c3b419" providerId="ADAL" clId="{DA398AD5-14C3-40D9-A5B6-20F4901CD28E}" dt="2024-02-25T17:47:22.450" v="1748" actId="14100"/>
        <pc:sldMkLst>
          <pc:docMk/>
          <pc:sldMk cId="1216653165" sldId="320"/>
        </pc:sldMkLst>
      </pc:sldChg>
      <pc:sldChg chg="addSp modSp mod ord modShow modNotes">
        <pc:chgData name="Yuli Jiang (CSD)" userId="7c291cd4-aa97-4867-8d2d-ebf5c1c3b419" providerId="ADAL" clId="{DA398AD5-14C3-40D9-A5B6-20F4901CD28E}" dt="2024-02-25T18:03:18.976" v="1835"/>
        <pc:sldMkLst>
          <pc:docMk/>
          <pc:sldMk cId="1830487195" sldId="321"/>
        </pc:sldMkLst>
      </pc:sldChg>
      <pc:sldChg chg="modSp mod ord modShow modNotes">
        <pc:chgData name="Yuli Jiang (CSD)" userId="7c291cd4-aa97-4867-8d2d-ebf5c1c3b419" providerId="ADAL" clId="{DA398AD5-14C3-40D9-A5B6-20F4901CD28E}" dt="2024-02-25T18:03:18.976" v="1835"/>
        <pc:sldMkLst>
          <pc:docMk/>
          <pc:sldMk cId="1929478062" sldId="322"/>
        </pc:sldMkLst>
      </pc:sldChg>
      <pc:sldChg chg="modSp mod modShow modNotes">
        <pc:chgData name="Yuli Jiang (CSD)" userId="7c291cd4-aa97-4867-8d2d-ebf5c1c3b419" providerId="ADAL" clId="{DA398AD5-14C3-40D9-A5B6-20F4901CD28E}" dt="2024-02-25T17:54:07.561" v="1823" actId="729"/>
        <pc:sldMkLst>
          <pc:docMk/>
          <pc:sldMk cId="1438276141" sldId="323"/>
        </pc:sldMkLst>
      </pc:sldChg>
      <pc:sldChg chg="modSp mod modNotes">
        <pc:chgData name="Yuli Jiang (CSD)" userId="7c291cd4-aa97-4867-8d2d-ebf5c1c3b419" providerId="ADAL" clId="{DA398AD5-14C3-40D9-A5B6-20F4901CD28E}" dt="2024-02-25T17:49:39.790" v="1815" actId="20577"/>
        <pc:sldMkLst>
          <pc:docMk/>
          <pc:sldMk cId="1230929561" sldId="325"/>
        </pc:sldMkLst>
      </pc:sldChg>
      <pc:sldChg chg="modSp mod modNotes">
        <pc:chgData name="Yuli Jiang (CSD)" userId="7c291cd4-aa97-4867-8d2d-ebf5c1c3b419" providerId="ADAL" clId="{DA398AD5-14C3-40D9-A5B6-20F4901CD28E}" dt="2024-02-25T17:52:28.554" v="1822" actId="14100"/>
        <pc:sldMkLst>
          <pc:docMk/>
          <pc:sldMk cId="1667810930" sldId="329"/>
        </pc:sldMkLst>
      </pc:sldChg>
      <pc:sldChg chg="modSp mod modShow modNotes">
        <pc:chgData name="Yuli Jiang (CSD)" userId="7c291cd4-aa97-4867-8d2d-ebf5c1c3b419" providerId="ADAL" clId="{DA398AD5-14C3-40D9-A5B6-20F4901CD28E}" dt="2024-03-10T16:54:48.958" v="1842" actId="729"/>
        <pc:sldMkLst>
          <pc:docMk/>
          <pc:sldMk cId="2997350601" sldId="330"/>
        </pc:sldMkLst>
      </pc:sldChg>
      <pc:sldChg chg="modSp mod modNotes">
        <pc:chgData name="Yuli Jiang (CSD)" userId="7c291cd4-aa97-4867-8d2d-ebf5c1c3b419" providerId="ADAL" clId="{DA398AD5-14C3-40D9-A5B6-20F4901CD28E}" dt="2024-02-25T17:49:48.526" v="1818" actId="20577"/>
        <pc:sldMkLst>
          <pc:docMk/>
          <pc:sldMk cId="1782371758" sldId="332"/>
        </pc:sldMkLst>
      </pc:sldChg>
      <pc:sldChg chg="modSp">
        <pc:chgData name="Yuli Jiang (CSD)" userId="7c291cd4-aa97-4867-8d2d-ebf5c1c3b419" providerId="ADAL" clId="{DA398AD5-14C3-40D9-A5B6-20F4901CD28E}" dt="2024-02-25T16:04:00.616" v="0"/>
        <pc:sldMkLst>
          <pc:docMk/>
          <pc:sldMk cId="1971017547" sldId="334"/>
        </pc:sldMkLst>
      </pc:sldChg>
      <pc:sldChg chg="addSp modSp add del mod modNotes modNotesTx">
        <pc:chgData name="Yuli Jiang (CSD)" userId="7c291cd4-aa97-4867-8d2d-ebf5c1c3b419" providerId="ADAL" clId="{DA398AD5-14C3-40D9-A5B6-20F4901CD28E}" dt="2024-03-10T17:06:31.842" v="2157" actId="2696"/>
        <pc:sldMkLst>
          <pc:docMk/>
          <pc:sldMk cId="3933665154" sldId="335"/>
        </pc:sldMkLst>
      </pc:sldChg>
      <pc:sldChg chg="mod modShow">
        <pc:chgData name="Yuli Jiang (CSD)" userId="7c291cd4-aa97-4867-8d2d-ebf5c1c3b419" providerId="ADAL" clId="{DA398AD5-14C3-40D9-A5B6-20F4901CD28E}" dt="2024-03-10T17:09:43.316" v="2163" actId="729"/>
        <pc:sldMkLst>
          <pc:docMk/>
          <pc:sldMk cId="1841267462" sldId="336"/>
        </pc:sldMkLst>
      </pc:sldChg>
      <pc:sldChg chg="modSp mod ord modAnim modNotes">
        <pc:chgData name="Yuli Jiang (CSD)" userId="7c291cd4-aa97-4867-8d2d-ebf5c1c3b419" providerId="ADAL" clId="{DA398AD5-14C3-40D9-A5B6-20F4901CD28E}" dt="2024-02-25T17:39:03.113" v="1525"/>
        <pc:sldMkLst>
          <pc:docMk/>
          <pc:sldMk cId="3053758298" sldId="337"/>
        </pc:sldMkLst>
      </pc:sldChg>
      <pc:sldChg chg="modSp mod modNotes">
        <pc:chgData name="Yuli Jiang (CSD)" userId="7c291cd4-aa97-4867-8d2d-ebf5c1c3b419" providerId="ADAL" clId="{DA398AD5-14C3-40D9-A5B6-20F4901CD28E}" dt="2024-03-10T16:55:14.053" v="1843" actId="108"/>
        <pc:sldMkLst>
          <pc:docMk/>
          <pc:sldMk cId="2511448755" sldId="338"/>
        </pc:sldMkLst>
      </pc:sldChg>
      <pc:sldChg chg="modSp modNotes">
        <pc:chgData name="Yuli Jiang (CSD)" userId="7c291cd4-aa97-4867-8d2d-ebf5c1c3b419" providerId="ADAL" clId="{DA398AD5-14C3-40D9-A5B6-20F4901CD28E}" dt="2024-02-25T16:04:00.616" v="0"/>
        <pc:sldMkLst>
          <pc:docMk/>
          <pc:sldMk cId="603012574" sldId="340"/>
        </pc:sldMkLst>
      </pc:sldChg>
      <pc:sldChg chg="modSp del modNotes">
        <pc:chgData name="Yuli Jiang (CSD)" userId="7c291cd4-aa97-4867-8d2d-ebf5c1c3b419" providerId="ADAL" clId="{DA398AD5-14C3-40D9-A5B6-20F4901CD28E}" dt="2024-02-25T17:11:50.026" v="1162" actId="47"/>
        <pc:sldMkLst>
          <pc:docMk/>
          <pc:sldMk cId="3065214440" sldId="341"/>
        </pc:sldMkLst>
      </pc:sldChg>
      <pc:sldChg chg="modSp mod modShow modNotes">
        <pc:chgData name="Yuli Jiang (CSD)" userId="7c291cd4-aa97-4867-8d2d-ebf5c1c3b419" providerId="ADAL" clId="{DA398AD5-14C3-40D9-A5B6-20F4901CD28E}" dt="2024-02-25T16:59:26.988" v="901" actId="729"/>
        <pc:sldMkLst>
          <pc:docMk/>
          <pc:sldMk cId="285388258" sldId="342"/>
        </pc:sldMkLst>
      </pc:sldChg>
      <pc:sldChg chg="modSp mod ord modShow modNotes">
        <pc:chgData name="Yuli Jiang (CSD)" userId="7c291cd4-aa97-4867-8d2d-ebf5c1c3b419" providerId="ADAL" clId="{DA398AD5-14C3-40D9-A5B6-20F4901CD28E}" dt="2024-02-25T18:03:18.976" v="1835"/>
        <pc:sldMkLst>
          <pc:docMk/>
          <pc:sldMk cId="613261591" sldId="344"/>
        </pc:sldMkLst>
      </pc:sldChg>
      <pc:sldChg chg="modSp mod modNotes">
        <pc:chgData name="Yuli Jiang (CSD)" userId="7c291cd4-aa97-4867-8d2d-ebf5c1c3b419" providerId="ADAL" clId="{DA398AD5-14C3-40D9-A5B6-20F4901CD28E}" dt="2024-02-25T17:22:25.028" v="1437" actId="14100"/>
        <pc:sldMkLst>
          <pc:docMk/>
          <pc:sldMk cId="1273528718" sldId="345"/>
        </pc:sldMkLst>
      </pc:sldChg>
      <pc:sldChg chg="modSp mod ord modShow">
        <pc:chgData name="Yuli Jiang (CSD)" userId="7c291cd4-aa97-4867-8d2d-ebf5c1c3b419" providerId="ADAL" clId="{DA398AD5-14C3-40D9-A5B6-20F4901CD28E}" dt="2024-02-25T18:03:18.976" v="1835"/>
        <pc:sldMkLst>
          <pc:docMk/>
          <pc:sldMk cId="1011948799" sldId="346"/>
        </pc:sldMkLst>
      </pc:sldChg>
      <pc:sldChg chg="modSp mod modNotes">
        <pc:chgData name="Yuli Jiang (CSD)" userId="7c291cd4-aa97-4867-8d2d-ebf5c1c3b419" providerId="ADAL" clId="{DA398AD5-14C3-40D9-A5B6-20F4901CD28E}" dt="2024-02-25T17:22:05.460" v="1433" actId="14100"/>
        <pc:sldMkLst>
          <pc:docMk/>
          <pc:sldMk cId="1092699906" sldId="347"/>
        </pc:sldMkLst>
      </pc:sldChg>
      <pc:sldChg chg="modSp mod modNotes">
        <pc:chgData name="Yuli Jiang (CSD)" userId="7c291cd4-aa97-4867-8d2d-ebf5c1c3b419" providerId="ADAL" clId="{DA398AD5-14C3-40D9-A5B6-20F4901CD28E}" dt="2024-02-25T17:22:53.719" v="1440" actId="403"/>
        <pc:sldMkLst>
          <pc:docMk/>
          <pc:sldMk cId="2019434099" sldId="348"/>
        </pc:sldMkLst>
      </pc:sldChg>
      <pc:sldChg chg="modSp mod modNotes">
        <pc:chgData name="Yuli Jiang (CSD)" userId="7c291cd4-aa97-4867-8d2d-ebf5c1c3b419" providerId="ADAL" clId="{DA398AD5-14C3-40D9-A5B6-20F4901CD28E}" dt="2024-02-25T17:23:04.414" v="1443" actId="403"/>
        <pc:sldMkLst>
          <pc:docMk/>
          <pc:sldMk cId="2415219606" sldId="349"/>
        </pc:sldMkLst>
      </pc:sldChg>
      <pc:sldChg chg="modSp mod modNotes">
        <pc:chgData name="Yuli Jiang (CSD)" userId="7c291cd4-aa97-4867-8d2d-ebf5c1c3b419" providerId="ADAL" clId="{DA398AD5-14C3-40D9-A5B6-20F4901CD28E}" dt="2024-02-25T17:23:22.920" v="1446" actId="403"/>
        <pc:sldMkLst>
          <pc:docMk/>
          <pc:sldMk cId="3406095453" sldId="350"/>
        </pc:sldMkLst>
      </pc:sldChg>
      <pc:sldChg chg="modSp mod ord modNotes">
        <pc:chgData name="Yuli Jiang (CSD)" userId="7c291cd4-aa97-4867-8d2d-ebf5c1c3b419" providerId="ADAL" clId="{DA398AD5-14C3-40D9-A5B6-20F4901CD28E}" dt="2024-02-25T18:19:53.225" v="1841" actId="14100"/>
        <pc:sldMkLst>
          <pc:docMk/>
          <pc:sldMk cId="1034927969" sldId="351"/>
        </pc:sldMkLst>
      </pc:sldChg>
      <pc:sldChg chg="modNotes">
        <pc:chgData name="Yuli Jiang (CSD)" userId="7c291cd4-aa97-4867-8d2d-ebf5c1c3b419" providerId="ADAL" clId="{DA398AD5-14C3-40D9-A5B6-20F4901CD28E}" dt="2024-02-25T16:04:00.616" v="0"/>
        <pc:sldMkLst>
          <pc:docMk/>
          <pc:sldMk cId="3135408265" sldId="352"/>
        </pc:sldMkLst>
      </pc:sldChg>
      <pc:sldChg chg="modSp modNotes">
        <pc:chgData name="Yuli Jiang (CSD)" userId="7c291cd4-aa97-4867-8d2d-ebf5c1c3b419" providerId="ADAL" clId="{DA398AD5-14C3-40D9-A5B6-20F4901CD28E}" dt="2024-02-25T16:04:00.616" v="0"/>
        <pc:sldMkLst>
          <pc:docMk/>
          <pc:sldMk cId="965270603" sldId="353"/>
        </pc:sldMkLst>
      </pc:sldChg>
      <pc:sldChg chg="modSp mod modNotes">
        <pc:chgData name="Yuli Jiang (CSD)" userId="7c291cd4-aa97-4867-8d2d-ebf5c1c3b419" providerId="ADAL" clId="{DA398AD5-14C3-40D9-A5B6-20F4901CD28E}" dt="2024-02-25T17:49:18.212" v="1809" actId="20577"/>
        <pc:sldMkLst>
          <pc:docMk/>
          <pc:sldMk cId="3295559441" sldId="354"/>
        </pc:sldMkLst>
      </pc:sldChg>
      <pc:sldChg chg="modSp mod modNotes">
        <pc:chgData name="Yuli Jiang (CSD)" userId="7c291cd4-aa97-4867-8d2d-ebf5c1c3b419" providerId="ADAL" clId="{DA398AD5-14C3-40D9-A5B6-20F4901CD28E}" dt="2024-02-25T17:49:09.850" v="1808" actId="20577"/>
        <pc:sldMkLst>
          <pc:docMk/>
          <pc:sldMk cId="591816102" sldId="355"/>
        </pc:sldMkLst>
      </pc:sldChg>
      <pc:sldChg chg="addSp modSp mod ord modNotes">
        <pc:chgData name="Yuli Jiang (CSD)" userId="7c291cd4-aa97-4867-8d2d-ebf5c1c3b419" providerId="ADAL" clId="{DA398AD5-14C3-40D9-A5B6-20F4901CD28E}" dt="2024-02-25T17:46:29.498" v="1737" actId="1076"/>
        <pc:sldMkLst>
          <pc:docMk/>
          <pc:sldMk cId="3679510911" sldId="356"/>
        </pc:sldMkLst>
      </pc:sldChg>
      <pc:sldChg chg="modSp mod ord modNotes">
        <pc:chgData name="Yuli Jiang (CSD)" userId="7c291cd4-aa97-4867-8d2d-ebf5c1c3b419" providerId="ADAL" clId="{DA398AD5-14C3-40D9-A5B6-20F4901CD28E}" dt="2024-02-25T17:45:27.484" v="1702" actId="403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DA398AD5-14C3-40D9-A5B6-20F4901CD28E}" dt="2024-02-25T17:47:51.254" v="1749" actId="20577"/>
        <pc:sldMkLst>
          <pc:docMk/>
          <pc:sldMk cId="3065016898" sldId="359"/>
        </pc:sldMkLst>
      </pc:sldChg>
      <pc:sldChg chg="mod modShow">
        <pc:chgData name="Yuli Jiang (CSD)" userId="7c291cd4-aa97-4867-8d2d-ebf5c1c3b419" providerId="ADAL" clId="{DA398AD5-14C3-40D9-A5B6-20F4901CD28E}" dt="2024-03-10T17:09:39.813" v="2162" actId="729"/>
        <pc:sldMkLst>
          <pc:docMk/>
          <pc:sldMk cId="681097634" sldId="360"/>
        </pc:sldMkLst>
      </pc:sldChg>
      <pc:sldChg chg="modSp mod modShow modNotes">
        <pc:chgData name="Yuli Jiang (CSD)" userId="7c291cd4-aa97-4867-8d2d-ebf5c1c3b419" providerId="ADAL" clId="{DA398AD5-14C3-40D9-A5B6-20F4901CD28E}" dt="2024-02-25T16:59:31.234" v="902" actId="729"/>
        <pc:sldMkLst>
          <pc:docMk/>
          <pc:sldMk cId="3114149895" sldId="362"/>
        </pc:sldMkLst>
      </pc:sldChg>
      <pc:sldChg chg="modSp modNotes">
        <pc:chgData name="Yuli Jiang (CSD)" userId="7c291cd4-aa97-4867-8d2d-ebf5c1c3b419" providerId="ADAL" clId="{DA398AD5-14C3-40D9-A5B6-20F4901CD28E}" dt="2024-02-25T16:04:00.616" v="0"/>
        <pc:sldMkLst>
          <pc:docMk/>
          <pc:sldMk cId="2472512755" sldId="363"/>
        </pc:sldMkLst>
      </pc:sldChg>
      <pc:sldChg chg="modSp mod ord modNotes">
        <pc:chgData name="Yuli Jiang (CSD)" userId="7c291cd4-aa97-4867-8d2d-ebf5c1c3b419" providerId="ADAL" clId="{DA398AD5-14C3-40D9-A5B6-20F4901CD28E}" dt="2024-02-25T18:19:46.712" v="1838" actId="14100"/>
        <pc:sldMkLst>
          <pc:docMk/>
          <pc:sldMk cId="2847907901" sldId="365"/>
        </pc:sldMkLst>
      </pc:sldChg>
      <pc:sldChg chg="modSp mod modNotes">
        <pc:chgData name="Yuli Jiang (CSD)" userId="7c291cd4-aa97-4867-8d2d-ebf5c1c3b419" providerId="ADAL" clId="{DA398AD5-14C3-40D9-A5B6-20F4901CD28E}" dt="2024-02-25T17:49:42.445" v="1816" actId="20577"/>
        <pc:sldMkLst>
          <pc:docMk/>
          <pc:sldMk cId="3794683290" sldId="366"/>
        </pc:sldMkLst>
      </pc:sldChg>
      <pc:sldChg chg="modNotes">
        <pc:chgData name="Yuli Jiang (CSD)" userId="7c291cd4-aa97-4867-8d2d-ebf5c1c3b419" providerId="ADAL" clId="{DA398AD5-14C3-40D9-A5B6-20F4901CD28E}" dt="2024-02-25T16:04:00.616" v="0"/>
        <pc:sldMkLst>
          <pc:docMk/>
          <pc:sldMk cId="2961939164" sldId="367"/>
        </pc:sldMkLst>
      </pc:sldChg>
      <pc:sldChg chg="modSp mod modNotes">
        <pc:chgData name="Yuli Jiang (CSD)" userId="7c291cd4-aa97-4867-8d2d-ebf5c1c3b419" providerId="ADAL" clId="{DA398AD5-14C3-40D9-A5B6-20F4901CD28E}" dt="2024-02-25T17:49:45.574" v="1817" actId="20577"/>
        <pc:sldMkLst>
          <pc:docMk/>
          <pc:sldMk cId="1734480517" sldId="368"/>
        </pc:sldMkLst>
      </pc:sldChg>
      <pc:sldChg chg="addSp delSp modSp new mod modShow">
        <pc:chgData name="Yuli Jiang (CSD)" userId="7c291cd4-aa97-4867-8d2d-ebf5c1c3b419" providerId="ADAL" clId="{DA398AD5-14C3-40D9-A5B6-20F4901CD28E}" dt="2024-02-25T16:55:54.655" v="868" actId="27636"/>
        <pc:sldMkLst>
          <pc:docMk/>
          <pc:sldMk cId="2958497505" sldId="369"/>
        </pc:sldMkLst>
      </pc:sldChg>
      <pc:sldChg chg="addSp delSp modSp add mod modNotesTx">
        <pc:chgData name="Yuli Jiang (CSD)" userId="7c291cd4-aa97-4867-8d2d-ebf5c1c3b419" providerId="ADAL" clId="{DA398AD5-14C3-40D9-A5B6-20F4901CD28E}" dt="2024-02-25T16:57:02.348" v="884"/>
        <pc:sldMkLst>
          <pc:docMk/>
          <pc:sldMk cId="1262312710" sldId="370"/>
        </pc:sldMkLst>
      </pc:sldChg>
      <pc:sldChg chg="addSp delSp modSp add mod">
        <pc:chgData name="Yuli Jiang (CSD)" userId="7c291cd4-aa97-4867-8d2d-ebf5c1c3b419" providerId="ADAL" clId="{DA398AD5-14C3-40D9-A5B6-20F4901CD28E}" dt="2024-02-25T16:57:43.230" v="900" actId="20577"/>
        <pc:sldMkLst>
          <pc:docMk/>
          <pc:sldMk cId="793160574" sldId="371"/>
        </pc:sldMkLst>
      </pc:sldChg>
      <pc:sldChg chg="addSp delSp modSp add mod modTransition">
        <pc:chgData name="Yuli Jiang (CSD)" userId="7c291cd4-aa97-4867-8d2d-ebf5c1c3b419" providerId="ADAL" clId="{DA398AD5-14C3-40D9-A5B6-20F4901CD28E}" dt="2024-02-25T18:00:25.637" v="1833" actId="1076"/>
        <pc:sldMkLst>
          <pc:docMk/>
          <pc:sldMk cId="3185096488" sldId="372"/>
        </pc:sldMkLst>
      </pc:sldChg>
      <pc:sldChg chg="addSp modSp add mod modAnim">
        <pc:chgData name="Yuli Jiang (CSD)" userId="7c291cd4-aa97-4867-8d2d-ebf5c1c3b419" providerId="ADAL" clId="{DA398AD5-14C3-40D9-A5B6-20F4901CD28E}" dt="2024-02-25T17:11:42.574" v="1161" actId="1076"/>
        <pc:sldMkLst>
          <pc:docMk/>
          <pc:sldMk cId="1700680792" sldId="373"/>
        </pc:sldMkLst>
      </pc:sldChg>
      <pc:sldChg chg="delSp modSp add mod delAnim modAnim">
        <pc:chgData name="Yuli Jiang (CSD)" userId="7c291cd4-aa97-4867-8d2d-ebf5c1c3b419" providerId="ADAL" clId="{DA398AD5-14C3-40D9-A5B6-20F4901CD28E}" dt="2024-02-25T17:17:55.046" v="1351" actId="20577"/>
        <pc:sldMkLst>
          <pc:docMk/>
          <pc:sldMk cId="2022550526" sldId="374"/>
        </pc:sldMkLst>
      </pc:sldChg>
      <pc:sldChg chg="addSp delSp modSp add mod modAnim">
        <pc:chgData name="Yuli Jiang (CSD)" userId="7c291cd4-aa97-4867-8d2d-ebf5c1c3b419" providerId="ADAL" clId="{DA398AD5-14C3-40D9-A5B6-20F4901CD28E}" dt="2024-02-25T17:38:38.011" v="1524" actId="1076"/>
        <pc:sldMkLst>
          <pc:docMk/>
          <pc:sldMk cId="4104861438" sldId="375"/>
        </pc:sldMkLst>
      </pc:sldChg>
      <pc:sldChg chg="modSp add mod">
        <pc:chgData name="Yuli Jiang (CSD)" userId="7c291cd4-aa97-4867-8d2d-ebf5c1c3b419" providerId="ADAL" clId="{DA398AD5-14C3-40D9-A5B6-20F4901CD28E}" dt="2024-02-25T17:49:05.169" v="1807" actId="20577"/>
        <pc:sldMkLst>
          <pc:docMk/>
          <pc:sldMk cId="178273453" sldId="376"/>
        </pc:sldMkLst>
      </pc:sldChg>
      <pc:sldChg chg="modSp add mod">
        <pc:chgData name="Yuli Jiang (CSD)" userId="7c291cd4-aa97-4867-8d2d-ebf5c1c3b419" providerId="ADAL" clId="{DA398AD5-14C3-40D9-A5B6-20F4901CD28E}" dt="2024-03-10T17:08:37.782" v="2161" actId="27636"/>
        <pc:sldMkLst>
          <pc:docMk/>
          <pc:sldMk cId="3835877072" sldId="377"/>
        </pc:sldMkLst>
      </pc:sldChg>
      <pc:sldMasterChg chg="modSp modSldLayout">
        <pc:chgData name="Yuli Jiang (CSD)" userId="7c291cd4-aa97-4867-8d2d-ebf5c1c3b419" providerId="ADAL" clId="{DA398AD5-14C3-40D9-A5B6-20F4901CD28E}" dt="2024-02-25T16:04:00.616" v="0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DA398AD5-14C3-40D9-A5B6-20F4901CD28E}" dt="2024-02-25T16:04:00.616" v="0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DA398AD5-14C3-40D9-A5B6-20F4901CD28E}" dt="2024-02-25T16:04:00.61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DA398AD5-14C3-40D9-A5B6-20F4901CD28E}" dt="2024-02-25T16:04:00.616" v="0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William Hui (IEG)" userId="S::kyhui@cuhk.edu.hk::07728535-8fdc-4325-b24f-20cc4d58a3a3" providerId="AD" clId="Web-{4F728AA8-4FBC-7E87-49F9-84D4130A1BFF}"/>
    <pc:docChg chg="addSld modSld sldOrd">
      <pc:chgData name="William Hui (IEG)" userId="S::kyhui@cuhk.edu.hk::07728535-8fdc-4325-b24f-20cc4d58a3a3" providerId="AD" clId="Web-{4F728AA8-4FBC-7E87-49F9-84D4130A1BFF}" dt="2019-09-21T11:54:46.561" v="1888" actId="20577"/>
      <pc:docMkLst>
        <pc:docMk/>
      </pc:docMkLst>
      <pc:sldChg chg="modSp">
        <pc:chgData name="William Hui (IEG)" userId="S::kyhui@cuhk.edu.hk::07728535-8fdc-4325-b24f-20cc4d58a3a3" providerId="AD" clId="Web-{4F728AA8-4FBC-7E87-49F9-84D4130A1BFF}" dt="2019-09-21T11:04:45.336" v="248" actId="20577"/>
        <pc:sldMkLst>
          <pc:docMk/>
          <pc:sldMk cId="1800300312" sldId="314"/>
        </pc:sldMkLst>
      </pc:sldChg>
      <pc:sldChg chg="modSp">
        <pc:chgData name="William Hui (IEG)" userId="S::kyhui@cuhk.edu.hk::07728535-8fdc-4325-b24f-20cc4d58a3a3" providerId="AD" clId="Web-{4F728AA8-4FBC-7E87-49F9-84D4130A1BFF}" dt="2019-09-21T11:13:26.889" v="523" actId="20577"/>
        <pc:sldMkLst>
          <pc:docMk/>
          <pc:sldMk cId="914536711" sldId="317"/>
        </pc:sldMkLst>
      </pc:sldChg>
      <pc:sldChg chg="modSp">
        <pc:chgData name="William Hui (IEG)" userId="S::kyhui@cuhk.edu.hk::07728535-8fdc-4325-b24f-20cc4d58a3a3" providerId="AD" clId="Web-{4F728AA8-4FBC-7E87-49F9-84D4130A1BFF}" dt="2019-09-21T11:06:02.728" v="304" actId="20577"/>
        <pc:sldMkLst>
          <pc:docMk/>
          <pc:sldMk cId="2226101510" sldId="319"/>
        </pc:sldMkLst>
      </pc:sldChg>
      <pc:sldChg chg="modSp">
        <pc:chgData name="William Hui (IEG)" userId="S::kyhui@cuhk.edu.hk::07728535-8fdc-4325-b24f-20cc4d58a3a3" providerId="AD" clId="Web-{4F728AA8-4FBC-7E87-49F9-84D4130A1BFF}" dt="2019-09-21T11:06:08.025" v="309" actId="20577"/>
        <pc:sldMkLst>
          <pc:docMk/>
          <pc:sldMk cId="1216653165" sldId="320"/>
        </pc:sldMkLst>
      </pc:sldChg>
      <pc:sldChg chg="modSp">
        <pc:chgData name="William Hui (IEG)" userId="S::kyhui@cuhk.edu.hk::07728535-8fdc-4325-b24f-20cc4d58a3a3" providerId="AD" clId="Web-{4F728AA8-4FBC-7E87-49F9-84D4130A1BFF}" dt="2019-09-21T11:06:20.994" v="313" actId="20577"/>
        <pc:sldMkLst>
          <pc:docMk/>
          <pc:sldMk cId="1830487195" sldId="321"/>
        </pc:sldMkLst>
      </pc:sldChg>
      <pc:sldChg chg="addSp modSp">
        <pc:chgData name="William Hui (IEG)" userId="S::kyhui@cuhk.edu.hk::07728535-8fdc-4325-b24f-20cc4d58a3a3" providerId="AD" clId="Web-{4F728AA8-4FBC-7E87-49F9-84D4130A1BFF}" dt="2019-09-21T11:51:43.696" v="1559" actId="20577"/>
        <pc:sldMkLst>
          <pc:docMk/>
          <pc:sldMk cId="1929478062" sldId="322"/>
        </pc:sldMkLst>
      </pc:sldChg>
      <pc:sldChg chg="modSp ord">
        <pc:chgData name="William Hui (IEG)" userId="S::kyhui@cuhk.edu.hk::07728535-8fdc-4325-b24f-20cc4d58a3a3" providerId="AD" clId="Web-{4F728AA8-4FBC-7E87-49F9-84D4130A1BFF}" dt="2019-09-21T11:13:43.733" v="535" actId="20577"/>
        <pc:sldMkLst>
          <pc:docMk/>
          <pc:sldMk cId="3053758298" sldId="337"/>
        </pc:sldMkLst>
      </pc:sldChg>
      <pc:sldChg chg="addSp modSp add replId">
        <pc:chgData name="William Hui (IEG)" userId="S::kyhui@cuhk.edu.hk::07728535-8fdc-4325-b24f-20cc4d58a3a3" providerId="AD" clId="Web-{4F728AA8-4FBC-7E87-49F9-84D4130A1BFF}" dt="2019-09-21T11:54:46.452" v="1886" actId="20577"/>
        <pc:sldMkLst>
          <pc:docMk/>
          <pc:sldMk cId="613261591" sldId="344"/>
        </pc:sldMkLst>
      </pc:sldChg>
      <pc:sldChg chg="modSp new ord">
        <pc:chgData name="William Hui (IEG)" userId="S::kyhui@cuhk.edu.hk::07728535-8fdc-4325-b24f-20cc4d58a3a3" providerId="AD" clId="Web-{4F728AA8-4FBC-7E87-49F9-84D4130A1BFF}" dt="2019-09-21T11:36:04.412" v="766" actId="20577"/>
        <pc:sldMkLst>
          <pc:docMk/>
          <pc:sldMk cId="1273528718" sldId="345"/>
        </pc:sldMkLst>
      </pc:sldChg>
      <pc:sldChg chg="modSp add replId">
        <pc:chgData name="William Hui (IEG)" userId="S::kyhui@cuhk.edu.hk::07728535-8fdc-4325-b24f-20cc4d58a3a3" providerId="AD" clId="Web-{4F728AA8-4FBC-7E87-49F9-84D4130A1BFF}" dt="2019-09-21T11:53:57.888" v="1754" actId="1076"/>
        <pc:sldMkLst>
          <pc:docMk/>
          <pc:sldMk cId="1011948799" sldId="346"/>
        </pc:sldMkLst>
      </pc:sldChg>
      <pc:sldChg chg="modSp add replId">
        <pc:chgData name="William Hui (IEG)" userId="S::kyhui@cuhk.edu.hk::07728535-8fdc-4325-b24f-20cc4d58a3a3" providerId="AD" clId="Web-{4F728AA8-4FBC-7E87-49F9-84D4130A1BFF}" dt="2019-09-21T11:37:23.088" v="885" actId="20577"/>
        <pc:sldMkLst>
          <pc:docMk/>
          <pc:sldMk cId="1092699906" sldId="347"/>
        </pc:sldMkLst>
      </pc:sldChg>
      <pc:sldChg chg="addSp delSp modSp add ord replId delAnim">
        <pc:chgData name="William Hui (IEG)" userId="S::kyhui@cuhk.edu.hk::07728535-8fdc-4325-b24f-20cc4d58a3a3" providerId="AD" clId="Web-{4F728AA8-4FBC-7E87-49F9-84D4130A1BFF}" dt="2019-09-21T11:46:35.730" v="1086" actId="1076"/>
        <pc:sldMkLst>
          <pc:docMk/>
          <pc:sldMk cId="2019434099" sldId="348"/>
        </pc:sldMkLst>
      </pc:sldChg>
      <pc:sldChg chg="addSp delSp modSp add replId">
        <pc:chgData name="William Hui (IEG)" userId="S::kyhui@cuhk.edu.hk::07728535-8fdc-4325-b24f-20cc4d58a3a3" providerId="AD" clId="Web-{4F728AA8-4FBC-7E87-49F9-84D4130A1BFF}" dt="2019-09-21T11:50:38.429" v="1448" actId="20577"/>
        <pc:sldMkLst>
          <pc:docMk/>
          <pc:sldMk cId="2415219606" sldId="349"/>
        </pc:sldMkLst>
      </pc:sldChg>
      <pc:sldChg chg="modSp add replId">
        <pc:chgData name="William Hui (IEG)" userId="S::kyhui@cuhk.edu.hk::07728535-8fdc-4325-b24f-20cc4d58a3a3" providerId="AD" clId="Web-{4F728AA8-4FBC-7E87-49F9-84D4130A1BFF}" dt="2019-09-21T11:50:45.351" v="1450" actId="14100"/>
        <pc:sldMkLst>
          <pc:docMk/>
          <pc:sldMk cId="3406095453" sldId="350"/>
        </pc:sldMkLst>
      </pc:sldChg>
    </pc:docChg>
  </pc:docChgLst>
  <pc:docChgLst>
    <pc:chgData name="Yuli Jiang (CSD)" userId="S::yulijiang@cuhk.edu.hk::7c291cd4-aa97-4867-8d2d-ebf5c1c3b419" providerId="AD" clId="Web-{45DA69AA-2E66-A4ED-B201-9CD246FDFEE5}"/>
    <pc:docChg chg="modSld">
      <pc:chgData name="Yuli Jiang (CSD)" userId="S::yulijiang@cuhk.edu.hk::7c291cd4-aa97-4867-8d2d-ebf5c1c3b419" providerId="AD" clId="Web-{45DA69AA-2E66-A4ED-B201-9CD246FDFEE5}" dt="2024-10-17T06:21:59.520" v="0" actId="20577"/>
      <pc:docMkLst>
        <pc:docMk/>
      </pc:docMkLst>
      <pc:sldChg chg="modSp">
        <pc:chgData name="Yuli Jiang (CSD)" userId="S::yulijiang@cuhk.edu.hk::7c291cd4-aa97-4867-8d2d-ebf5c1c3b419" providerId="AD" clId="Web-{45DA69AA-2E66-A4ED-B201-9CD246FDFEE5}" dt="2024-10-17T06:21:59.520" v="0" actId="20577"/>
        <pc:sldMkLst>
          <pc:docMk/>
          <pc:sldMk cId="3633642799" sldId="394"/>
        </pc:sldMkLst>
      </pc:sldChg>
    </pc:docChg>
  </pc:docChgLst>
  <pc:docChgLst>
    <pc:chgData name="William Hui (IEG)" userId="S::kyhui@cuhk.edu.hk::07728535-8fdc-4325-b24f-20cc4d58a3a3" providerId="AD" clId="Web-{CCDB3368-4BD5-EF40-AFE2-BBD42B2458A5}"/>
    <pc:docChg chg="addSld delSld modSld sldOrd">
      <pc:chgData name="William Hui (IEG)" userId="S::kyhui@cuhk.edu.hk::07728535-8fdc-4325-b24f-20cc4d58a3a3" providerId="AD" clId="Web-{CCDB3368-4BD5-EF40-AFE2-BBD42B2458A5}" dt="2019-09-20T14:53:45.095" v="496" actId="20577"/>
      <pc:docMkLst>
        <pc:docMk/>
      </pc:docMkLst>
      <pc:sldChg chg="modSp">
        <pc:chgData name="William Hui (IEG)" userId="S::kyhui@cuhk.edu.hk::07728535-8fdc-4325-b24f-20cc4d58a3a3" providerId="AD" clId="Web-{CCDB3368-4BD5-EF40-AFE2-BBD42B2458A5}" dt="2019-09-20T08:52:14.146" v="178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CCDB3368-4BD5-EF40-AFE2-BBD42B2458A5}" dt="2019-09-20T09:08:07.771" v="336" actId="20577"/>
        <pc:sldMkLst>
          <pc:docMk/>
          <pc:sldMk cId="1800300312" sldId="314"/>
        </pc:sldMkLst>
      </pc:sldChg>
      <pc:sldChg chg="modSp">
        <pc:chgData name="William Hui (IEG)" userId="S::kyhui@cuhk.edu.hk::07728535-8fdc-4325-b24f-20cc4d58a3a3" providerId="AD" clId="Web-{CCDB3368-4BD5-EF40-AFE2-BBD42B2458A5}" dt="2019-09-20T09:08:10.881" v="339" actId="20577"/>
        <pc:sldMkLst>
          <pc:docMk/>
          <pc:sldMk cId="914536711" sldId="317"/>
        </pc:sldMkLst>
      </pc:sldChg>
      <pc:sldChg chg="modSp">
        <pc:chgData name="William Hui (IEG)" userId="S::kyhui@cuhk.edu.hk::07728535-8fdc-4325-b24f-20cc4d58a3a3" providerId="AD" clId="Web-{CCDB3368-4BD5-EF40-AFE2-BBD42B2458A5}" dt="2019-09-20T09:08:14.975" v="342" actId="20577"/>
        <pc:sldMkLst>
          <pc:docMk/>
          <pc:sldMk cId="2226101510" sldId="319"/>
        </pc:sldMkLst>
      </pc:sldChg>
      <pc:sldChg chg="modSp">
        <pc:chgData name="William Hui (IEG)" userId="S::kyhui@cuhk.edu.hk::07728535-8fdc-4325-b24f-20cc4d58a3a3" providerId="AD" clId="Web-{CCDB3368-4BD5-EF40-AFE2-BBD42B2458A5}" dt="2019-09-20T09:08:17.396" v="345" actId="20577"/>
        <pc:sldMkLst>
          <pc:docMk/>
          <pc:sldMk cId="1216653165" sldId="320"/>
        </pc:sldMkLst>
      </pc:sldChg>
      <pc:sldChg chg="modSp">
        <pc:chgData name="William Hui (IEG)" userId="S::kyhui@cuhk.edu.hk::07728535-8fdc-4325-b24f-20cc4d58a3a3" providerId="AD" clId="Web-{CCDB3368-4BD5-EF40-AFE2-BBD42B2458A5}" dt="2019-09-20T09:08:20.193" v="347" actId="20577"/>
        <pc:sldMkLst>
          <pc:docMk/>
          <pc:sldMk cId="1830487195" sldId="321"/>
        </pc:sldMkLst>
      </pc:sldChg>
      <pc:sldChg chg="modSp">
        <pc:chgData name="William Hui (IEG)" userId="S::kyhui@cuhk.edu.hk::07728535-8fdc-4325-b24f-20cc4d58a3a3" providerId="AD" clId="Web-{CCDB3368-4BD5-EF40-AFE2-BBD42B2458A5}" dt="2019-09-20T09:08:22.771" v="350" actId="20577"/>
        <pc:sldMkLst>
          <pc:docMk/>
          <pc:sldMk cId="1929478062" sldId="322"/>
        </pc:sldMkLst>
      </pc:sldChg>
      <pc:sldChg chg="modSp">
        <pc:chgData name="William Hui (IEG)" userId="S::kyhui@cuhk.edu.hk::07728535-8fdc-4325-b24f-20cc4d58a3a3" providerId="AD" clId="Web-{CCDB3368-4BD5-EF40-AFE2-BBD42B2458A5}" dt="2019-09-20T09:08:34.193" v="360" actId="20577"/>
        <pc:sldMkLst>
          <pc:docMk/>
          <pc:sldMk cId="1438276141" sldId="323"/>
        </pc:sldMkLst>
      </pc:sldChg>
      <pc:sldChg chg="modSp">
        <pc:chgData name="William Hui (IEG)" userId="S::kyhui@cuhk.edu.hk::07728535-8fdc-4325-b24f-20cc4d58a3a3" providerId="AD" clId="Web-{CCDB3368-4BD5-EF40-AFE2-BBD42B2458A5}" dt="2019-09-20T09:08:43.553" v="369" actId="20577"/>
        <pc:sldMkLst>
          <pc:docMk/>
          <pc:sldMk cId="1230929561" sldId="325"/>
        </pc:sldMkLst>
      </pc:sldChg>
      <pc:sldChg chg="modSp">
        <pc:chgData name="William Hui (IEG)" userId="S::kyhui@cuhk.edu.hk::07728535-8fdc-4325-b24f-20cc4d58a3a3" providerId="AD" clId="Web-{CCDB3368-4BD5-EF40-AFE2-BBD42B2458A5}" dt="2019-09-20T09:08:44.209" v="371" actId="20577"/>
        <pc:sldMkLst>
          <pc:docMk/>
          <pc:sldMk cId="4008021819" sldId="326"/>
        </pc:sldMkLst>
      </pc:sldChg>
      <pc:sldChg chg="modSp">
        <pc:chgData name="William Hui (IEG)" userId="S::kyhui@cuhk.edu.hk::07728535-8fdc-4325-b24f-20cc4d58a3a3" providerId="AD" clId="Web-{CCDB3368-4BD5-EF40-AFE2-BBD42B2458A5}" dt="2019-09-20T09:08:31.131" v="358" actId="20577"/>
        <pc:sldMkLst>
          <pc:docMk/>
          <pc:sldMk cId="1667810930" sldId="329"/>
        </pc:sldMkLst>
      </pc:sldChg>
      <pc:sldChg chg="modSp">
        <pc:chgData name="William Hui (IEG)" userId="S::kyhui@cuhk.edu.hk::07728535-8fdc-4325-b24f-20cc4d58a3a3" providerId="AD" clId="Web-{CCDB3368-4BD5-EF40-AFE2-BBD42B2458A5}" dt="2019-09-20T09:08:38.459" v="363" actId="20577"/>
        <pc:sldMkLst>
          <pc:docMk/>
          <pc:sldMk cId="2997350601" sldId="330"/>
        </pc:sldMkLst>
      </pc:sldChg>
      <pc:sldChg chg="modSp">
        <pc:chgData name="William Hui (IEG)" userId="S::kyhui@cuhk.edu.hk::07728535-8fdc-4325-b24f-20cc4d58a3a3" providerId="AD" clId="Web-{CCDB3368-4BD5-EF40-AFE2-BBD42B2458A5}" dt="2019-09-20T09:09:02.396" v="374" actId="20577"/>
        <pc:sldMkLst>
          <pc:docMk/>
          <pc:sldMk cId="4034358189" sldId="331"/>
        </pc:sldMkLst>
      </pc:sldChg>
      <pc:sldChg chg="modSp">
        <pc:chgData name="William Hui (IEG)" userId="S::kyhui@cuhk.edu.hk::07728535-8fdc-4325-b24f-20cc4d58a3a3" providerId="AD" clId="Web-{CCDB3368-4BD5-EF40-AFE2-BBD42B2458A5}" dt="2019-09-20T09:09:05.100" v="376" actId="20577"/>
        <pc:sldMkLst>
          <pc:docMk/>
          <pc:sldMk cId="1782371758" sldId="332"/>
        </pc:sldMkLst>
      </pc:sldChg>
      <pc:sldChg chg="modSp">
        <pc:chgData name="William Hui (IEG)" userId="S::kyhui@cuhk.edu.hk::07728535-8fdc-4325-b24f-20cc4d58a3a3" providerId="AD" clId="Web-{CCDB3368-4BD5-EF40-AFE2-BBD42B2458A5}" dt="2019-09-20T08:50:49.458" v="0" actId="20577"/>
        <pc:sldMkLst>
          <pc:docMk/>
          <pc:sldMk cId="1971017547" sldId="334"/>
        </pc:sldMkLst>
      </pc:sldChg>
      <pc:sldChg chg="modSp">
        <pc:chgData name="William Hui (IEG)" userId="S::kyhui@cuhk.edu.hk::07728535-8fdc-4325-b24f-20cc4d58a3a3" providerId="AD" clId="Web-{CCDB3368-4BD5-EF40-AFE2-BBD42B2458A5}" dt="2019-09-20T09:08:25.240" v="352" actId="20577"/>
        <pc:sldMkLst>
          <pc:docMk/>
          <pc:sldMk cId="3933665154" sldId="335"/>
        </pc:sldMkLst>
      </pc:sldChg>
      <pc:sldChg chg="addSp delSp modSp add">
        <pc:chgData name="William Hui (IEG)" userId="S::kyhui@cuhk.edu.hk::07728535-8fdc-4325-b24f-20cc4d58a3a3" providerId="AD" clId="Web-{CCDB3368-4BD5-EF40-AFE2-BBD42B2458A5}" dt="2019-09-20T09:08:28.334" v="355" actId="20577"/>
        <pc:sldMkLst>
          <pc:docMk/>
          <pc:sldMk cId="3053758298" sldId="337"/>
        </pc:sldMkLst>
      </pc:sldChg>
      <pc:sldChg chg="modSp add ord">
        <pc:chgData name="William Hui (IEG)" userId="S::kyhui@cuhk.edu.hk::07728535-8fdc-4325-b24f-20cc4d58a3a3" providerId="AD" clId="Web-{CCDB3368-4BD5-EF40-AFE2-BBD42B2458A5}" dt="2019-09-20T09:08:40.037" v="366" actId="20577"/>
        <pc:sldMkLst>
          <pc:docMk/>
          <pc:sldMk cId="2511448755" sldId="338"/>
        </pc:sldMkLst>
      </pc:sldChg>
      <pc:sldChg chg="modSp add">
        <pc:chgData name="William Hui (IEG)" userId="S::kyhui@cuhk.edu.hk::07728535-8fdc-4325-b24f-20cc4d58a3a3" providerId="AD" clId="Web-{CCDB3368-4BD5-EF40-AFE2-BBD42B2458A5}" dt="2019-09-20T09:59:40.357" v="452" actId="20577"/>
        <pc:sldMkLst>
          <pc:docMk/>
          <pc:sldMk cId="603012574" sldId="340"/>
        </pc:sldMkLst>
      </pc:sldChg>
      <pc:sldChg chg="modSp add">
        <pc:chgData name="William Hui (IEG)" userId="S::kyhui@cuhk.edu.hk::07728535-8fdc-4325-b24f-20cc4d58a3a3" providerId="AD" clId="Web-{CCDB3368-4BD5-EF40-AFE2-BBD42B2458A5}" dt="2019-09-20T09:59:35.341" v="450" actId="20577"/>
        <pc:sldMkLst>
          <pc:docMk/>
          <pc:sldMk cId="3065214440" sldId="341"/>
        </pc:sldMkLst>
      </pc:sldChg>
      <pc:sldChg chg="modSp add">
        <pc:chgData name="William Hui (IEG)" userId="S::kyhui@cuhk.edu.hk::07728535-8fdc-4325-b24f-20cc4d58a3a3" providerId="AD" clId="Web-{CCDB3368-4BD5-EF40-AFE2-BBD42B2458A5}" dt="2019-09-20T09:59:30.107" v="443" actId="20577"/>
        <pc:sldMkLst>
          <pc:docMk/>
          <pc:sldMk cId="285388258" sldId="342"/>
        </pc:sldMkLst>
      </pc:sldChg>
    </pc:docChg>
  </pc:docChgLst>
  <pc:docChgLst>
    <pc:chgData name="Yuli Jiang (CSD)" userId="7c291cd4-aa97-4867-8d2d-ebf5c1c3b419" providerId="ADAL" clId="{5487B9F7-E7A9-4661-8BB9-4971116AF9A2}"/>
    <pc:docChg chg="undo redo custSel addSld delSld modSld sldOrd">
      <pc:chgData name="Yuli Jiang (CSD)" userId="7c291cd4-aa97-4867-8d2d-ebf5c1c3b419" providerId="ADAL" clId="{5487B9F7-E7A9-4661-8BB9-4971116AF9A2}" dt="2024-10-16T09:46:06.644" v="1522" actId="164"/>
      <pc:docMkLst>
        <pc:docMk/>
      </pc:docMkLst>
      <pc:sldChg chg="addSp delSp modSp mod">
        <pc:chgData name="Yuli Jiang (CSD)" userId="7c291cd4-aa97-4867-8d2d-ebf5c1c3b419" providerId="ADAL" clId="{5487B9F7-E7A9-4661-8BB9-4971116AF9A2}" dt="2024-10-14T05:37:09.390" v="510" actId="478"/>
        <pc:sldMkLst>
          <pc:docMk/>
          <pc:sldMk cId="1929478062" sldId="322"/>
        </pc:sldMkLst>
      </pc:sldChg>
      <pc:sldChg chg="modSp mod">
        <pc:chgData name="Yuli Jiang (CSD)" userId="7c291cd4-aa97-4867-8d2d-ebf5c1c3b419" providerId="ADAL" clId="{5487B9F7-E7A9-4661-8BB9-4971116AF9A2}" dt="2024-10-16T08:59:21.855" v="563" actId="115"/>
        <pc:sldMkLst>
          <pc:docMk/>
          <pc:sldMk cId="3933665154" sldId="335"/>
        </pc:sldMkLst>
      </pc:sldChg>
      <pc:sldChg chg="addSp delSp modSp mod">
        <pc:chgData name="Yuli Jiang (CSD)" userId="7c291cd4-aa97-4867-8d2d-ebf5c1c3b419" providerId="ADAL" clId="{5487B9F7-E7A9-4661-8BB9-4971116AF9A2}" dt="2024-10-14T05:40:22.871" v="550" actId="1076"/>
        <pc:sldMkLst>
          <pc:docMk/>
          <pc:sldMk cId="613261591" sldId="344"/>
        </pc:sldMkLst>
      </pc:sldChg>
      <pc:sldChg chg="addSp delSp modSp mod">
        <pc:chgData name="Yuli Jiang (CSD)" userId="7c291cd4-aa97-4867-8d2d-ebf5c1c3b419" providerId="ADAL" clId="{5487B9F7-E7A9-4661-8BB9-4971116AF9A2}" dt="2024-10-14T05:39:01.447" v="537" actId="1076"/>
        <pc:sldMkLst>
          <pc:docMk/>
          <pc:sldMk cId="1011948799" sldId="346"/>
        </pc:sldMkLst>
      </pc:sldChg>
      <pc:sldChg chg="addSp delSp modSp mod modShow chgLayout">
        <pc:chgData name="Yuli Jiang (CSD)" userId="7c291cd4-aa97-4867-8d2d-ebf5c1c3b419" providerId="ADAL" clId="{5487B9F7-E7A9-4661-8BB9-4971116AF9A2}" dt="2024-10-14T05:22:24.096" v="188" actId="207"/>
        <pc:sldMkLst>
          <pc:docMk/>
          <pc:sldMk cId="1034927969" sldId="351"/>
        </pc:sldMkLst>
      </pc:sldChg>
      <pc:sldChg chg="addSp delSp modSp mod modAnim">
        <pc:chgData name="Yuli Jiang (CSD)" userId="7c291cd4-aa97-4867-8d2d-ebf5c1c3b419" providerId="ADAL" clId="{5487B9F7-E7A9-4661-8BB9-4971116AF9A2}" dt="2024-10-14T05:33:33.975" v="491" actId="404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5487B9F7-E7A9-4661-8BB9-4971116AF9A2}" dt="2024-10-14T05:13:17.340" v="5" actId="15"/>
        <pc:sldMkLst>
          <pc:docMk/>
          <pc:sldMk cId="3065016898" sldId="359"/>
        </pc:sldMkLst>
      </pc:sldChg>
      <pc:sldChg chg="addSp delSp modSp mod modShow">
        <pc:chgData name="Yuli Jiang (CSD)" userId="7c291cd4-aa97-4867-8d2d-ebf5c1c3b419" providerId="ADAL" clId="{5487B9F7-E7A9-4661-8BB9-4971116AF9A2}" dt="2024-10-16T09:20:01.872" v="916" actId="20577"/>
        <pc:sldMkLst>
          <pc:docMk/>
          <pc:sldMk cId="681097634" sldId="360"/>
        </pc:sldMkLst>
      </pc:sldChg>
      <pc:sldChg chg="mod ord modShow">
        <pc:chgData name="Yuli Jiang (CSD)" userId="7c291cd4-aa97-4867-8d2d-ebf5c1c3b419" providerId="ADAL" clId="{5487B9F7-E7A9-4661-8BB9-4971116AF9A2}" dt="2024-10-14T05:22:47.514" v="195" actId="729"/>
        <pc:sldMkLst>
          <pc:docMk/>
          <pc:sldMk cId="2847907901" sldId="365"/>
        </pc:sldMkLst>
      </pc:sldChg>
      <pc:sldChg chg="ord">
        <pc:chgData name="Yuli Jiang (CSD)" userId="7c291cd4-aa97-4867-8d2d-ebf5c1c3b419" providerId="ADAL" clId="{5487B9F7-E7A9-4661-8BB9-4971116AF9A2}" dt="2024-10-16T08:58:44.248" v="558"/>
        <pc:sldMkLst>
          <pc:docMk/>
          <pc:sldMk cId="2961939164" sldId="367"/>
        </pc:sldMkLst>
      </pc:sldChg>
      <pc:sldChg chg="addSp delSp modSp mod ord delAnim modAnim">
        <pc:chgData name="Yuli Jiang (CSD)" userId="7c291cd4-aa97-4867-8d2d-ebf5c1c3b419" providerId="ADAL" clId="{5487B9F7-E7A9-4661-8BB9-4971116AF9A2}" dt="2024-10-14T05:15:04.661" v="42" actId="478"/>
        <pc:sldMkLst>
          <pc:docMk/>
          <pc:sldMk cId="1262312710" sldId="370"/>
        </pc:sldMkLst>
      </pc:sldChg>
      <pc:sldChg chg="add del">
        <pc:chgData name="Yuli Jiang (CSD)" userId="7c291cd4-aa97-4867-8d2d-ebf5c1c3b419" providerId="ADAL" clId="{5487B9F7-E7A9-4661-8BB9-4971116AF9A2}" dt="2024-10-16T09:44:30.318" v="1512"/>
        <pc:sldMkLst>
          <pc:docMk/>
          <pc:sldMk cId="3185096488" sldId="372"/>
        </pc:sldMkLst>
      </pc:sldChg>
      <pc:sldChg chg="modSp mod">
        <pc:chgData name="Yuli Jiang (CSD)" userId="7c291cd4-aa97-4867-8d2d-ebf5c1c3b419" providerId="ADAL" clId="{5487B9F7-E7A9-4661-8BB9-4971116AF9A2}" dt="2024-10-16T09:17:01.614" v="855" actId="115"/>
        <pc:sldMkLst>
          <pc:docMk/>
          <pc:sldMk cId="3835877072" sldId="377"/>
        </pc:sldMkLst>
      </pc:sldChg>
      <pc:sldChg chg="addSp delSp modSp mod">
        <pc:chgData name="Yuli Jiang (CSD)" userId="7c291cd4-aa97-4867-8d2d-ebf5c1c3b419" providerId="ADAL" clId="{5487B9F7-E7A9-4661-8BB9-4971116AF9A2}" dt="2024-10-16T09:46:06.644" v="1522" actId="164"/>
        <pc:sldMkLst>
          <pc:docMk/>
          <pc:sldMk cId="754176637" sldId="380"/>
        </pc:sldMkLst>
      </pc:sldChg>
      <pc:sldChg chg="modSp mod">
        <pc:chgData name="Yuli Jiang (CSD)" userId="7c291cd4-aa97-4867-8d2d-ebf5c1c3b419" providerId="ADAL" clId="{5487B9F7-E7A9-4661-8BB9-4971116AF9A2}" dt="2024-10-14T05:20:46.275" v="154" actId="15"/>
        <pc:sldMkLst>
          <pc:docMk/>
          <pc:sldMk cId="2561341120" sldId="381"/>
        </pc:sldMkLst>
      </pc:sldChg>
      <pc:sldChg chg="addSp delSp modSp mod">
        <pc:chgData name="Yuli Jiang (CSD)" userId="7c291cd4-aa97-4867-8d2d-ebf5c1c3b419" providerId="ADAL" clId="{5487B9F7-E7A9-4661-8BB9-4971116AF9A2}" dt="2024-10-16T09:15:26.423" v="854" actId="115"/>
        <pc:sldMkLst>
          <pc:docMk/>
          <pc:sldMk cId="4147839173" sldId="385"/>
        </pc:sldMkLst>
      </pc:sldChg>
      <pc:sldChg chg="delSp add mod delAnim">
        <pc:chgData name="Yuli Jiang (CSD)" userId="7c291cd4-aa97-4867-8d2d-ebf5c1c3b419" providerId="ADAL" clId="{5487B9F7-E7A9-4661-8BB9-4971116AF9A2}" dt="2024-10-14T05:15:00.704" v="41" actId="478"/>
        <pc:sldMkLst>
          <pc:docMk/>
          <pc:sldMk cId="2646602583" sldId="389"/>
        </pc:sldMkLst>
      </pc:sldChg>
      <pc:sldChg chg="delSp modSp add mod">
        <pc:chgData name="Yuli Jiang (CSD)" userId="7c291cd4-aa97-4867-8d2d-ebf5c1c3b419" providerId="ADAL" clId="{5487B9F7-E7A9-4661-8BB9-4971116AF9A2}" dt="2024-10-14T05:19:23.799" v="145" actId="14100"/>
        <pc:sldMkLst>
          <pc:docMk/>
          <pc:sldMk cId="1668335403" sldId="390"/>
        </pc:sldMkLst>
      </pc:sldChg>
      <pc:sldChg chg="add mod modShow">
        <pc:chgData name="Yuli Jiang (CSD)" userId="7c291cd4-aa97-4867-8d2d-ebf5c1c3b419" providerId="ADAL" clId="{5487B9F7-E7A9-4661-8BB9-4971116AF9A2}" dt="2024-10-14T05:23:11.081" v="197" actId="729"/>
        <pc:sldMkLst>
          <pc:docMk/>
          <pc:sldMk cId="3911849202" sldId="391"/>
        </pc:sldMkLst>
      </pc:sldChg>
      <pc:sldChg chg="addSp delSp modSp add mod modAnim">
        <pc:chgData name="Yuli Jiang (CSD)" userId="7c291cd4-aa97-4867-8d2d-ebf5c1c3b419" providerId="ADAL" clId="{5487B9F7-E7A9-4661-8BB9-4971116AF9A2}" dt="2024-10-14T05:31:19.214" v="417" actId="1076"/>
        <pc:sldMkLst>
          <pc:docMk/>
          <pc:sldMk cId="2563551144" sldId="392"/>
        </pc:sldMkLst>
      </pc:sldChg>
      <pc:sldChg chg="addSp delSp modSp add mod modAnim">
        <pc:chgData name="Yuli Jiang (CSD)" userId="7c291cd4-aa97-4867-8d2d-ebf5c1c3b419" providerId="ADAL" clId="{5487B9F7-E7A9-4661-8BB9-4971116AF9A2}" dt="2024-10-16T09:12:04.695" v="733"/>
        <pc:sldMkLst>
          <pc:docMk/>
          <pc:sldMk cId="264361994" sldId="393"/>
        </pc:sldMkLst>
      </pc:sldChg>
      <pc:sldChg chg="add del">
        <pc:chgData name="Yuli Jiang (CSD)" userId="7c291cd4-aa97-4867-8d2d-ebf5c1c3b419" providerId="ADAL" clId="{5487B9F7-E7A9-4661-8BB9-4971116AF9A2}" dt="2024-10-16T09:06:46.563" v="566" actId="47"/>
        <pc:sldMkLst>
          <pc:docMk/>
          <pc:sldMk cId="1913810448" sldId="394"/>
        </pc:sldMkLst>
      </pc:sldChg>
      <pc:sldChg chg="addSp delSp modSp new mod">
        <pc:chgData name="Yuli Jiang (CSD)" userId="7c291cd4-aa97-4867-8d2d-ebf5c1c3b419" providerId="ADAL" clId="{5487B9F7-E7A9-4661-8BB9-4971116AF9A2}" dt="2024-10-16T09:42:53.904" v="1511" actId="20577"/>
        <pc:sldMkLst>
          <pc:docMk/>
          <pc:sldMk cId="3633642799" sldId="394"/>
        </pc:sldMkLst>
      </pc:sldChg>
      <pc:sldChg chg="add del">
        <pc:chgData name="Yuli Jiang (CSD)" userId="7c291cd4-aa97-4867-8d2d-ebf5c1c3b419" providerId="ADAL" clId="{5487B9F7-E7A9-4661-8BB9-4971116AF9A2}" dt="2024-10-16T09:06:48.622" v="568" actId="47"/>
        <pc:sldMkLst>
          <pc:docMk/>
          <pc:sldMk cId="1524067592" sldId="395"/>
        </pc:sldMkLst>
      </pc:sldChg>
      <pc:sldChg chg="add">
        <pc:chgData name="Yuli Jiang (CSD)" userId="7c291cd4-aa97-4867-8d2d-ebf5c1c3b419" providerId="ADAL" clId="{5487B9F7-E7A9-4661-8BB9-4971116AF9A2}" dt="2024-10-16T09:44:30.318" v="1512"/>
        <pc:sldMkLst>
          <pc:docMk/>
          <pc:sldMk cId="1931650823" sldId="395"/>
        </pc:sldMkLst>
      </pc:sldChg>
    </pc:docChg>
  </pc:docChgLst>
  <pc:docChgLst>
    <pc:chgData name="Chuck jee Chau (CSD)" userId="7aa7a09e-983f-4214-9e5a-071cbb678e81" providerId="ADAL" clId="{ADB226B6-BFBA-5344-AE2A-D70E0EAC1D3A}"/>
    <pc:docChg chg="undo custSel addSld delSld modSld">
      <pc:chgData name="Chuck jee Chau (CSD)" userId="7aa7a09e-983f-4214-9e5a-071cbb678e81" providerId="ADAL" clId="{ADB226B6-BFBA-5344-AE2A-D70E0EAC1D3A}" dt="2019-10-09T04:52:21.765" v="2372" actId="20577"/>
      <pc:docMkLst>
        <pc:docMk/>
      </pc:docMkLst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2389990707" sldId="268"/>
        </pc:sldMkLst>
      </pc:sldChg>
      <pc:sldChg chg="addSp modSp modAnim addCm modCm">
        <pc:chgData name="Chuck jee Chau (CSD)" userId="7aa7a09e-983f-4214-9e5a-071cbb678e81" providerId="ADAL" clId="{ADB226B6-BFBA-5344-AE2A-D70E0EAC1D3A}" dt="2019-10-09T04:29:48.587" v="1700" actId="20577"/>
        <pc:sldMkLst>
          <pc:docMk/>
          <pc:sldMk cId="1800300312" sldId="314"/>
        </pc:sldMkLst>
      </pc:sldChg>
      <pc:sldChg chg="modSp">
        <pc:chgData name="Chuck jee Chau (CSD)" userId="7aa7a09e-983f-4214-9e5a-071cbb678e81" providerId="ADAL" clId="{ADB226B6-BFBA-5344-AE2A-D70E0EAC1D3A}" dt="2019-10-08T09:05:53.297" v="420" actId="404"/>
        <pc:sldMkLst>
          <pc:docMk/>
          <pc:sldMk cId="914536711" sldId="317"/>
        </pc:sldMkLst>
      </pc:sldChg>
      <pc:sldChg chg="modSp">
        <pc:chgData name="Chuck jee Chau (CSD)" userId="7aa7a09e-983f-4214-9e5a-071cbb678e81" providerId="ADAL" clId="{ADB226B6-BFBA-5344-AE2A-D70E0EAC1D3A}" dt="2019-10-08T09:05:56.380" v="421" actId="404"/>
        <pc:sldMkLst>
          <pc:docMk/>
          <pc:sldMk cId="2226101510" sldId="319"/>
        </pc:sldMkLst>
      </pc:sldChg>
      <pc:sldChg chg="modSp">
        <pc:chgData name="Chuck jee Chau (CSD)" userId="7aa7a09e-983f-4214-9e5a-071cbb678e81" providerId="ADAL" clId="{ADB226B6-BFBA-5344-AE2A-D70E0EAC1D3A}" dt="2019-10-08T09:05:59.023" v="422" actId="404"/>
        <pc:sldMkLst>
          <pc:docMk/>
          <pc:sldMk cId="1216653165" sldId="320"/>
        </pc:sldMkLst>
      </pc:sldChg>
      <pc:sldChg chg="addSp delSp modSp">
        <pc:chgData name="Chuck jee Chau (CSD)" userId="7aa7a09e-983f-4214-9e5a-071cbb678e81" providerId="ADAL" clId="{ADB226B6-BFBA-5344-AE2A-D70E0EAC1D3A}" dt="2019-10-08T10:02:39.212" v="507" actId="114"/>
        <pc:sldMkLst>
          <pc:docMk/>
          <pc:sldMk cId="1830487195" sldId="321"/>
        </pc:sldMkLst>
      </pc:sldChg>
      <pc:sldChg chg="modSp">
        <pc:chgData name="Chuck jee Chau (CSD)" userId="7aa7a09e-983f-4214-9e5a-071cbb678e81" providerId="ADAL" clId="{ADB226B6-BFBA-5344-AE2A-D70E0EAC1D3A}" dt="2019-10-09T04:33:31.959" v="1714" actId="403"/>
        <pc:sldMkLst>
          <pc:docMk/>
          <pc:sldMk cId="1929478062" sldId="322"/>
        </pc:sldMkLst>
      </pc:sldChg>
      <pc:sldChg chg="modSp">
        <pc:chgData name="Chuck jee Chau (CSD)" userId="7aa7a09e-983f-4214-9e5a-071cbb678e81" providerId="ADAL" clId="{ADB226B6-BFBA-5344-AE2A-D70E0EAC1D3A}" dt="2019-10-08T10:17:24.015" v="696" actId="20577"/>
        <pc:sldMkLst>
          <pc:docMk/>
          <pc:sldMk cId="1438276141" sldId="323"/>
        </pc:sldMkLst>
      </pc:sldChg>
      <pc:sldChg chg="modSp">
        <pc:chgData name="Chuck jee Chau (CSD)" userId="7aa7a09e-983f-4214-9e5a-071cbb678e81" providerId="ADAL" clId="{ADB226B6-BFBA-5344-AE2A-D70E0EAC1D3A}" dt="2019-10-08T10:20:15.257" v="725" actId="20577"/>
        <pc:sldMkLst>
          <pc:docMk/>
          <pc:sldMk cId="1230929561" sldId="325"/>
        </pc:sldMkLst>
      </pc:sldChg>
      <pc:sldChg chg="modSp">
        <pc:chgData name="Chuck jee Chau (CSD)" userId="7aa7a09e-983f-4214-9e5a-071cbb678e81" providerId="ADAL" clId="{ADB226B6-BFBA-5344-AE2A-D70E0EAC1D3A}" dt="2019-10-08T10:20:17.486" v="726" actId="20577"/>
        <pc:sldMkLst>
          <pc:docMk/>
          <pc:sldMk cId="4008021819" sldId="326"/>
        </pc:sldMkLst>
      </pc:sldChg>
      <pc:sldChg chg="modSp">
        <pc:chgData name="Chuck jee Chau (CSD)" userId="7aa7a09e-983f-4214-9e5a-071cbb678e81" providerId="ADAL" clId="{ADB226B6-BFBA-5344-AE2A-D70E0EAC1D3A}" dt="2019-10-08T10:16:36.559" v="687" actId="20577"/>
        <pc:sldMkLst>
          <pc:docMk/>
          <pc:sldMk cId="1667810930" sldId="329"/>
        </pc:sldMkLst>
      </pc:sldChg>
      <pc:sldChg chg="modSp">
        <pc:chgData name="Chuck jee Chau (CSD)" userId="7aa7a09e-983f-4214-9e5a-071cbb678e81" providerId="ADAL" clId="{ADB226B6-BFBA-5344-AE2A-D70E0EAC1D3A}" dt="2019-10-08T10:18:09.781" v="721" actId="113"/>
        <pc:sldMkLst>
          <pc:docMk/>
          <pc:sldMk cId="2997350601" sldId="330"/>
        </pc:sldMkLst>
      </pc:sldChg>
      <pc:sldChg chg="modSp">
        <pc:chgData name="Chuck jee Chau (CSD)" userId="7aa7a09e-983f-4214-9e5a-071cbb678e81" providerId="ADAL" clId="{ADB226B6-BFBA-5344-AE2A-D70E0EAC1D3A}" dt="2019-10-08T10:20:19.890" v="727" actId="20577"/>
        <pc:sldMkLst>
          <pc:docMk/>
          <pc:sldMk cId="4034358189" sldId="331"/>
        </pc:sldMkLst>
      </pc:sldChg>
      <pc:sldChg chg="modSp">
        <pc:chgData name="Chuck jee Chau (CSD)" userId="7aa7a09e-983f-4214-9e5a-071cbb678e81" providerId="ADAL" clId="{ADB226B6-BFBA-5344-AE2A-D70E0EAC1D3A}" dt="2019-10-08T10:20:22.401" v="728" actId="20577"/>
        <pc:sldMkLst>
          <pc:docMk/>
          <pc:sldMk cId="1782371758" sldId="332"/>
        </pc:sldMkLst>
      </pc:sldChg>
      <pc:sldChg chg="modSp">
        <pc:chgData name="Chuck jee Chau (CSD)" userId="7aa7a09e-983f-4214-9e5a-071cbb678e81" providerId="ADAL" clId="{ADB226B6-BFBA-5344-AE2A-D70E0EAC1D3A}" dt="2019-10-08T08:03:31.937" v="180"/>
        <pc:sldMkLst>
          <pc:docMk/>
          <pc:sldMk cId="1971017547" sldId="334"/>
        </pc:sldMkLst>
      </pc:sldChg>
      <pc:sldChg chg="modSp">
        <pc:chgData name="Chuck jee Chau (CSD)" userId="7aa7a09e-983f-4214-9e5a-071cbb678e81" providerId="ADAL" clId="{ADB226B6-BFBA-5344-AE2A-D70E0EAC1D3A}" dt="2019-10-08T09:06:54.726" v="433" actId="404"/>
        <pc:sldMkLst>
          <pc:docMk/>
          <pc:sldMk cId="3933665154" sldId="335"/>
        </pc:sldMkLst>
      </pc:sldChg>
      <pc:sldChg chg="modSp">
        <pc:chgData name="Chuck jee Chau (CSD)" userId="7aa7a09e-983f-4214-9e5a-071cbb678e81" providerId="ADAL" clId="{ADB226B6-BFBA-5344-AE2A-D70E0EAC1D3A}" dt="2019-10-08T09:07:24.572" v="441" actId="404"/>
        <pc:sldMkLst>
          <pc:docMk/>
          <pc:sldMk cId="1841267462" sldId="336"/>
        </pc:sldMkLst>
      </pc:sldChg>
      <pc:sldChg chg="modSp modNotes">
        <pc:chgData name="Chuck jee Chau (CSD)" userId="7aa7a09e-983f-4214-9e5a-071cbb678e81" providerId="ADAL" clId="{ADB226B6-BFBA-5344-AE2A-D70E0EAC1D3A}" dt="2019-10-09T04:31:42.545" v="1708" actId="20577"/>
        <pc:sldMkLst>
          <pc:docMk/>
          <pc:sldMk cId="3053758298" sldId="337"/>
        </pc:sldMkLst>
      </pc:sldChg>
      <pc:sldChg chg="modSp">
        <pc:chgData name="Chuck jee Chau (CSD)" userId="7aa7a09e-983f-4214-9e5a-071cbb678e81" providerId="ADAL" clId="{ADB226B6-BFBA-5344-AE2A-D70E0EAC1D3A}" dt="2019-10-08T10:18:05.885" v="720" actId="207"/>
        <pc:sldMkLst>
          <pc:docMk/>
          <pc:sldMk cId="2511448755" sldId="338"/>
        </pc:sldMkLst>
      </pc:sldChg>
      <pc:sldChg chg="addSp delSp modSp">
        <pc:chgData name="Chuck jee Chau (CSD)" userId="7aa7a09e-983f-4214-9e5a-071cbb678e81" providerId="ADAL" clId="{ADB226B6-BFBA-5344-AE2A-D70E0EAC1D3A}" dt="2019-10-09T04:10:33.265" v="1096" actId="20577"/>
        <pc:sldMkLst>
          <pc:docMk/>
          <pc:sldMk cId="603012574" sldId="340"/>
        </pc:sldMkLst>
      </pc:sldChg>
      <pc:sldChg chg="addSp delSp modSp">
        <pc:chgData name="Chuck jee Chau (CSD)" userId="7aa7a09e-983f-4214-9e5a-071cbb678e81" providerId="ADAL" clId="{ADB226B6-BFBA-5344-AE2A-D70E0EAC1D3A}" dt="2019-10-09T04:15:01.818" v="1188" actId="114"/>
        <pc:sldMkLst>
          <pc:docMk/>
          <pc:sldMk cId="3065214440" sldId="341"/>
        </pc:sldMkLst>
      </pc:sldChg>
      <pc:sldChg chg="addSp delSp modSp">
        <pc:chgData name="Chuck jee Chau (CSD)" userId="7aa7a09e-983f-4214-9e5a-071cbb678e81" providerId="ADAL" clId="{ADB226B6-BFBA-5344-AE2A-D70E0EAC1D3A}" dt="2019-10-09T04:10:51.078" v="1099" actId="113"/>
        <pc:sldMkLst>
          <pc:docMk/>
          <pc:sldMk cId="285388258" sldId="342"/>
        </pc:sldMkLst>
      </pc:sldChg>
      <pc:sldChg chg="addSp modSp">
        <pc:chgData name="Chuck jee Chau (CSD)" userId="7aa7a09e-983f-4214-9e5a-071cbb678e81" providerId="ADAL" clId="{ADB226B6-BFBA-5344-AE2A-D70E0EAC1D3A}" dt="2019-10-09T04:42:30.152" v="1973" actId="20577"/>
        <pc:sldMkLst>
          <pc:docMk/>
          <pc:sldMk cId="613261591" sldId="344"/>
        </pc:sldMkLst>
      </pc:sldChg>
      <pc:sldChg chg="addSp delSp modSp">
        <pc:chgData name="Chuck jee Chau (CSD)" userId="7aa7a09e-983f-4214-9e5a-071cbb678e81" providerId="ADAL" clId="{ADB226B6-BFBA-5344-AE2A-D70E0EAC1D3A}" dt="2019-10-08T10:16:56.707" v="691" actId="20577"/>
        <pc:sldMkLst>
          <pc:docMk/>
          <pc:sldMk cId="1273528718" sldId="345"/>
        </pc:sldMkLst>
      </pc:sldChg>
      <pc:sldChg chg="modSp addCm modCm">
        <pc:chgData name="Chuck jee Chau (CSD)" userId="7aa7a09e-983f-4214-9e5a-071cbb678e81" providerId="ADAL" clId="{ADB226B6-BFBA-5344-AE2A-D70E0EAC1D3A}" dt="2019-10-09T04:36:20.380" v="1810" actId="20577"/>
        <pc:sldMkLst>
          <pc:docMk/>
          <pc:sldMk cId="1011948799" sldId="346"/>
        </pc:sldMkLst>
      </pc:sldChg>
      <pc:sldChg chg="modSp">
        <pc:chgData name="Chuck jee Chau (CSD)" userId="7aa7a09e-983f-4214-9e5a-071cbb678e81" providerId="ADAL" clId="{ADB226B6-BFBA-5344-AE2A-D70E0EAC1D3A}" dt="2019-10-09T04:27:02.511" v="1574" actId="115"/>
        <pc:sldMkLst>
          <pc:docMk/>
          <pc:sldMk cId="1092699906" sldId="347"/>
        </pc:sldMkLst>
      </pc:sldChg>
      <pc:sldChg chg="addSp delSp modSp">
        <pc:chgData name="Chuck jee Chau (CSD)" userId="7aa7a09e-983f-4214-9e5a-071cbb678e81" providerId="ADAL" clId="{ADB226B6-BFBA-5344-AE2A-D70E0EAC1D3A}" dt="2019-10-09T04:27:23.107" v="1575" actId="207"/>
        <pc:sldMkLst>
          <pc:docMk/>
          <pc:sldMk cId="2019434099" sldId="348"/>
        </pc:sldMkLst>
      </pc:sldChg>
      <pc:sldChg chg="addSp delSp modSp">
        <pc:chgData name="Chuck jee Chau (CSD)" userId="7aa7a09e-983f-4214-9e5a-071cbb678e81" providerId="ADAL" clId="{ADB226B6-BFBA-5344-AE2A-D70E0EAC1D3A}" dt="2019-10-09T04:30:19.640" v="1703" actId="313"/>
        <pc:sldMkLst>
          <pc:docMk/>
          <pc:sldMk cId="2415219606" sldId="349"/>
        </pc:sldMkLst>
      </pc:sldChg>
      <pc:sldChg chg="addSp delSp modSp">
        <pc:chgData name="Chuck jee Chau (CSD)" userId="7aa7a09e-983f-4214-9e5a-071cbb678e81" providerId="ADAL" clId="{ADB226B6-BFBA-5344-AE2A-D70E0EAC1D3A}" dt="2019-10-09T04:30:26.469" v="1706" actId="313"/>
        <pc:sldMkLst>
          <pc:docMk/>
          <pc:sldMk cId="3406095453" sldId="350"/>
        </pc:sldMkLst>
      </pc:sldChg>
      <pc:sldChg chg="modSp">
        <pc:chgData name="Chuck jee Chau (CSD)" userId="7aa7a09e-983f-4214-9e5a-071cbb678e81" providerId="ADAL" clId="{ADB226B6-BFBA-5344-AE2A-D70E0EAC1D3A}" dt="2019-10-09T04:43:29.386" v="2016" actId="207"/>
        <pc:sldMkLst>
          <pc:docMk/>
          <pc:sldMk cId="1034927969" sldId="351"/>
        </pc:sldMkLst>
      </pc:sldChg>
      <pc:sldChg chg="modSp">
        <pc:chgData name="Chuck jee Chau (CSD)" userId="7aa7a09e-983f-4214-9e5a-071cbb678e81" providerId="ADAL" clId="{ADB226B6-BFBA-5344-AE2A-D70E0EAC1D3A}" dt="2019-10-09T04:48:14.409" v="2263" actId="20577"/>
        <pc:sldMkLst>
          <pc:docMk/>
          <pc:sldMk cId="3135408265" sldId="352"/>
        </pc:sldMkLst>
      </pc:sldChg>
      <pc:sldChg chg="delSp modSp modNotes">
        <pc:chgData name="Chuck jee Chau (CSD)" userId="7aa7a09e-983f-4214-9e5a-071cbb678e81" providerId="ADAL" clId="{ADB226B6-BFBA-5344-AE2A-D70E0EAC1D3A}" dt="2019-10-09T04:52:21.765" v="2372" actId="20577"/>
        <pc:sldMkLst>
          <pc:docMk/>
          <pc:sldMk cId="965270603" sldId="353"/>
        </pc:sldMkLst>
      </pc:sldChg>
      <pc:sldChg chg="addSp delSp modSp modNotes">
        <pc:chgData name="Chuck jee Chau (CSD)" userId="7aa7a09e-983f-4214-9e5a-071cbb678e81" providerId="ADAL" clId="{ADB226B6-BFBA-5344-AE2A-D70E0EAC1D3A}" dt="2019-10-09T04:51:31.994" v="2346" actId="108"/>
        <pc:sldMkLst>
          <pc:docMk/>
          <pc:sldMk cId="3295559441" sldId="354"/>
        </pc:sldMkLst>
      </pc:sldChg>
      <pc:sldChg chg="addSp delSp modSp addCm modCm">
        <pc:chgData name="Chuck jee Chau (CSD)" userId="7aa7a09e-983f-4214-9e5a-071cbb678e81" providerId="ADAL" clId="{ADB226B6-BFBA-5344-AE2A-D70E0EAC1D3A}" dt="2019-10-09T04:50:55.849" v="2319"/>
        <pc:sldMkLst>
          <pc:docMk/>
          <pc:sldMk cId="591816102" sldId="355"/>
        </pc:sldMkLst>
      </pc:sldChg>
      <pc:sldChg chg="addSp delSp modSp">
        <pc:chgData name="Chuck jee Chau (CSD)" userId="7aa7a09e-983f-4214-9e5a-071cbb678e81" providerId="ADAL" clId="{ADB226B6-BFBA-5344-AE2A-D70E0EAC1D3A}" dt="2019-10-08T08:03:31.937" v="180"/>
        <pc:sldMkLst>
          <pc:docMk/>
          <pc:sldMk cId="3679510911" sldId="356"/>
        </pc:sldMkLst>
      </pc:sldChg>
      <pc:sldChg chg="addSp delSp modSp">
        <pc:chgData name="Chuck jee Chau (CSD)" userId="7aa7a09e-983f-4214-9e5a-071cbb678e81" providerId="ADAL" clId="{ADB226B6-BFBA-5344-AE2A-D70E0EAC1D3A}" dt="2019-10-08T10:05:04.692" v="570" actId="20577"/>
        <pc:sldMkLst>
          <pc:docMk/>
          <pc:sldMk cId="1741911581" sldId="357"/>
        </pc:sldMkLst>
      </pc:sldChg>
      <pc:sldChg chg="modSp">
        <pc:chgData name="Chuck jee Chau (CSD)" userId="7aa7a09e-983f-4214-9e5a-071cbb678e81" providerId="ADAL" clId="{ADB226B6-BFBA-5344-AE2A-D70E0EAC1D3A}" dt="2019-10-08T09:07:21.468" v="440" actId="404"/>
        <pc:sldMkLst>
          <pc:docMk/>
          <pc:sldMk cId="2472890935" sldId="358"/>
        </pc:sldMkLst>
      </pc:sldChg>
      <pc:sldChg chg="modSp add">
        <pc:chgData name="Chuck jee Chau (CSD)" userId="7aa7a09e-983f-4214-9e5a-071cbb678e81" providerId="ADAL" clId="{ADB226B6-BFBA-5344-AE2A-D70E0EAC1D3A}" dt="2019-10-09T04:37:36.669" v="1893" actId="20577"/>
        <pc:sldMkLst>
          <pc:docMk/>
          <pc:sldMk cId="3065016898" sldId="359"/>
        </pc:sldMkLst>
      </pc:sldChg>
      <pc:sldChg chg="modSp add">
        <pc:chgData name="Chuck jee Chau (CSD)" userId="7aa7a09e-983f-4214-9e5a-071cbb678e81" providerId="ADAL" clId="{ADB226B6-BFBA-5344-AE2A-D70E0EAC1D3A}" dt="2019-10-08T10:21:01.363" v="802" actId="2711"/>
        <pc:sldMkLst>
          <pc:docMk/>
          <pc:sldMk cId="681097634" sldId="360"/>
        </pc:sldMkLst>
      </pc:sldChg>
      <pc:sldChg chg="add del">
        <pc:chgData name="Chuck jee Chau (CSD)" userId="7aa7a09e-983f-4214-9e5a-071cbb678e81" providerId="ADAL" clId="{ADB226B6-BFBA-5344-AE2A-D70E0EAC1D3A}" dt="2019-10-09T03:55:55.791" v="805" actId="2696"/>
        <pc:sldMkLst>
          <pc:docMk/>
          <pc:sldMk cId="1658150549" sldId="361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04:15.312" v="1009" actId="20577"/>
        <pc:sldMkLst>
          <pc:docMk/>
          <pc:sldMk cId="3114149895" sldId="362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24:40.890" v="1562"/>
        <pc:sldMkLst>
          <pc:docMk/>
          <pc:sldMk cId="2472512755" sldId="363"/>
        </pc:sldMkLst>
      </pc:sldChg>
      <pc:sldChg chg="add del">
        <pc:chgData name="Chuck jee Chau (CSD)" userId="7aa7a09e-983f-4214-9e5a-071cbb678e81" providerId="ADAL" clId="{ADB226B6-BFBA-5344-AE2A-D70E0EAC1D3A}" dt="2019-10-09T04:39:33.588" v="1900" actId="2696"/>
        <pc:sldMkLst>
          <pc:docMk/>
          <pc:sldMk cId="1865495489" sldId="364"/>
        </pc:sldMkLst>
      </pc:sldChg>
      <pc:sldChg chg="addSp delSp modSp add addCm modCm">
        <pc:chgData name="Chuck jee Chau (CSD)" userId="7aa7a09e-983f-4214-9e5a-071cbb678e81" providerId="ADAL" clId="{ADB226B6-BFBA-5344-AE2A-D70E0EAC1D3A}" dt="2019-10-09T04:48:05.762" v="2258"/>
        <pc:sldMkLst>
          <pc:docMk/>
          <pc:sldMk cId="2847907901" sldId="365"/>
        </pc:sldMkLst>
      </pc:sldChg>
    </pc:docChg>
  </pc:docChgLst>
  <pc:docChgLst>
    <pc:chgData name="Yuli Jiang (CSD)" userId="7c291cd4-aa97-4867-8d2d-ebf5c1c3b419" providerId="ADAL" clId="{8FBD0129-C0BB-4F8A-B9D2-D31C5DC212F7}"/>
    <pc:docChg chg="custSel addSld delSld modSld sldOrd">
      <pc:chgData name="Yuli Jiang (CSD)" userId="7c291cd4-aa97-4867-8d2d-ebf5c1c3b419" providerId="ADAL" clId="{8FBD0129-C0BB-4F8A-B9D2-D31C5DC212F7}" dt="2025-10-20T02:48:52.006" v="244" actId="20577"/>
      <pc:docMkLst>
        <pc:docMk/>
      </pc:docMkLst>
      <pc:sldChg chg="del">
        <pc:chgData name="Yuli Jiang (CSD)" userId="7c291cd4-aa97-4867-8d2d-ebf5c1c3b419" providerId="ADAL" clId="{8FBD0129-C0BB-4F8A-B9D2-D31C5DC212F7}" dt="2025-10-19T18:55:32.732" v="5" actId="47"/>
        <pc:sldMkLst>
          <pc:docMk/>
          <pc:sldMk cId="2389990707" sldId="268"/>
        </pc:sldMkLst>
      </pc:sldChg>
      <pc:sldChg chg="del">
        <pc:chgData name="Yuli Jiang (CSD)" userId="7c291cd4-aa97-4867-8d2d-ebf5c1c3b419" providerId="ADAL" clId="{8FBD0129-C0BB-4F8A-B9D2-D31C5DC212F7}" dt="2025-10-20T02:14:57.791" v="124" actId="47"/>
        <pc:sldMkLst>
          <pc:docMk/>
          <pc:sldMk cId="2831768147" sldId="309"/>
        </pc:sldMkLst>
      </pc:sldChg>
      <pc:sldChg chg="del">
        <pc:chgData name="Yuli Jiang (CSD)" userId="7c291cd4-aa97-4867-8d2d-ebf5c1c3b419" providerId="ADAL" clId="{8FBD0129-C0BB-4F8A-B9D2-D31C5DC212F7}" dt="2025-10-19T18:55:34.273" v="15" actId="47"/>
        <pc:sldMkLst>
          <pc:docMk/>
          <pc:sldMk cId="1800300312" sldId="314"/>
        </pc:sldMkLst>
      </pc:sldChg>
      <pc:sldChg chg="del">
        <pc:chgData name="Yuli Jiang (CSD)" userId="7c291cd4-aa97-4867-8d2d-ebf5c1c3b419" providerId="ADAL" clId="{8FBD0129-C0BB-4F8A-B9D2-D31C5DC212F7}" dt="2025-10-19T18:55:38.273" v="35" actId="47"/>
        <pc:sldMkLst>
          <pc:docMk/>
          <pc:sldMk cId="914536711" sldId="317"/>
        </pc:sldMkLst>
      </pc:sldChg>
      <pc:sldChg chg="del">
        <pc:chgData name="Yuli Jiang (CSD)" userId="7c291cd4-aa97-4867-8d2d-ebf5c1c3b419" providerId="ADAL" clId="{8FBD0129-C0BB-4F8A-B9D2-D31C5DC212F7}" dt="2025-10-19T18:55:39.264" v="37" actId="47"/>
        <pc:sldMkLst>
          <pc:docMk/>
          <pc:sldMk cId="2226101510" sldId="319"/>
        </pc:sldMkLst>
      </pc:sldChg>
      <pc:sldChg chg="del">
        <pc:chgData name="Yuli Jiang (CSD)" userId="7c291cd4-aa97-4867-8d2d-ebf5c1c3b419" providerId="ADAL" clId="{8FBD0129-C0BB-4F8A-B9D2-D31C5DC212F7}" dt="2025-10-19T18:55:40.013" v="38" actId="47"/>
        <pc:sldMkLst>
          <pc:docMk/>
          <pc:sldMk cId="1216653165" sldId="320"/>
        </pc:sldMkLst>
      </pc:sldChg>
      <pc:sldChg chg="del">
        <pc:chgData name="Yuli Jiang (CSD)" userId="7c291cd4-aa97-4867-8d2d-ebf5c1c3b419" providerId="ADAL" clId="{8FBD0129-C0BB-4F8A-B9D2-D31C5DC212F7}" dt="2025-10-19T18:55:35.863" v="24" actId="47"/>
        <pc:sldMkLst>
          <pc:docMk/>
          <pc:sldMk cId="1830487195" sldId="321"/>
        </pc:sldMkLst>
      </pc:sldChg>
      <pc:sldChg chg="del">
        <pc:chgData name="Yuli Jiang (CSD)" userId="7c291cd4-aa97-4867-8d2d-ebf5c1c3b419" providerId="ADAL" clId="{8FBD0129-C0BB-4F8A-B9D2-D31C5DC212F7}" dt="2025-10-19T18:55:36.038" v="25" actId="47"/>
        <pc:sldMkLst>
          <pc:docMk/>
          <pc:sldMk cId="1929478062" sldId="322"/>
        </pc:sldMkLst>
      </pc:sldChg>
      <pc:sldChg chg="modSp mod">
        <pc:chgData name="Yuli Jiang (CSD)" userId="7c291cd4-aa97-4867-8d2d-ebf5c1c3b419" providerId="ADAL" clId="{8FBD0129-C0BB-4F8A-B9D2-D31C5DC212F7}" dt="2025-10-19T18:57:44.188" v="59" actId="20577"/>
        <pc:sldMkLst>
          <pc:docMk/>
          <pc:sldMk cId="1438276141" sldId="323"/>
        </pc:sldMkLst>
        <pc:spChg chg="mod">
          <ac:chgData name="Yuli Jiang (CSD)" userId="7c291cd4-aa97-4867-8d2d-ebf5c1c3b419" providerId="ADAL" clId="{8FBD0129-C0BB-4F8A-B9D2-D31C5DC212F7}" dt="2025-10-19T18:57:44.188" v="59" actId="20577"/>
          <ac:spMkLst>
            <pc:docMk/>
            <pc:sldMk cId="1438276141" sldId="323"/>
            <ac:spMk id="2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20T02:23:58.157" v="150" actId="13926"/>
        <pc:sldMkLst>
          <pc:docMk/>
          <pc:sldMk cId="1230929561" sldId="325"/>
        </pc:sldMkLst>
        <pc:spChg chg="mod">
          <ac:chgData name="Yuli Jiang (CSD)" userId="7c291cd4-aa97-4867-8d2d-ebf5c1c3b419" providerId="ADAL" clId="{8FBD0129-C0BB-4F8A-B9D2-D31C5DC212F7}" dt="2025-10-19T18:57:57.856" v="62" actId="20577"/>
          <ac:spMkLst>
            <pc:docMk/>
            <pc:sldMk cId="1230929561" sldId="325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0T02:23:58.157" v="150" actId="13926"/>
          <ac:spMkLst>
            <pc:docMk/>
            <pc:sldMk cId="1230929561" sldId="325"/>
            <ac:spMk id="21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20T02:22:46.178" v="149" actId="14100"/>
        <pc:sldMkLst>
          <pc:docMk/>
          <pc:sldMk cId="1667810930" sldId="329"/>
        </pc:sldMkLst>
        <pc:spChg chg="mod">
          <ac:chgData name="Yuli Jiang (CSD)" userId="7c291cd4-aa97-4867-8d2d-ebf5c1c3b419" providerId="ADAL" clId="{8FBD0129-C0BB-4F8A-B9D2-D31C5DC212F7}" dt="2025-10-19T18:57:30.352" v="58" actId="20577"/>
          <ac:spMkLst>
            <pc:docMk/>
            <pc:sldMk cId="1667810930" sldId="329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0T02:22:10.960" v="145" actId="13926"/>
          <ac:spMkLst>
            <pc:docMk/>
            <pc:sldMk cId="1667810930" sldId="329"/>
            <ac:spMk id="3" creationId="{4CCA2B35-A3FA-0F5A-1AF7-06AFBBC1AE1F}"/>
          </ac:spMkLst>
        </pc:spChg>
        <pc:spChg chg="mod">
          <ac:chgData name="Yuli Jiang (CSD)" userId="7c291cd4-aa97-4867-8d2d-ebf5c1c3b419" providerId="ADAL" clId="{8FBD0129-C0BB-4F8A-B9D2-D31C5DC212F7}" dt="2025-10-20T02:22:14.084" v="146" actId="13926"/>
          <ac:spMkLst>
            <pc:docMk/>
            <pc:sldMk cId="1667810930" sldId="329"/>
            <ac:spMk id="21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0T02:22:46.178" v="149" actId="14100"/>
          <ac:spMkLst>
            <pc:docMk/>
            <pc:sldMk cId="1667810930" sldId="329"/>
            <ac:spMk id="99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19T18:57:48.219" v="60" actId="20577"/>
        <pc:sldMkLst>
          <pc:docMk/>
          <pc:sldMk cId="2997350601" sldId="330"/>
        </pc:sldMkLst>
        <pc:spChg chg="mod">
          <ac:chgData name="Yuli Jiang (CSD)" userId="7c291cd4-aa97-4867-8d2d-ebf5c1c3b419" providerId="ADAL" clId="{8FBD0129-C0BB-4F8A-B9D2-D31C5DC212F7}" dt="2025-10-19T18:57:48.219" v="60" actId="20577"/>
          <ac:spMkLst>
            <pc:docMk/>
            <pc:sldMk cId="2997350601" sldId="330"/>
            <ac:spMk id="2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19T18:58:04.745" v="65" actId="20577"/>
        <pc:sldMkLst>
          <pc:docMk/>
          <pc:sldMk cId="1782371758" sldId="332"/>
        </pc:sldMkLst>
        <pc:spChg chg="mod">
          <ac:chgData name="Yuli Jiang (CSD)" userId="7c291cd4-aa97-4867-8d2d-ebf5c1c3b419" providerId="ADAL" clId="{8FBD0129-C0BB-4F8A-B9D2-D31C5DC212F7}" dt="2025-10-19T18:58:04.745" v="65" actId="20577"/>
          <ac:spMkLst>
            <pc:docMk/>
            <pc:sldMk cId="1782371758" sldId="332"/>
            <ac:spMk id="2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19T18:55:28.798" v="4" actId="47"/>
        <pc:sldMkLst>
          <pc:docMk/>
          <pc:sldMk cId="1971017547" sldId="334"/>
        </pc:sldMkLst>
      </pc:sldChg>
      <pc:sldChg chg="modSp mod">
        <pc:chgData name="Yuli Jiang (CSD)" userId="7c291cd4-aa97-4867-8d2d-ebf5c1c3b419" providerId="ADAL" clId="{8FBD0129-C0BB-4F8A-B9D2-D31C5DC212F7}" dt="2025-10-19T18:57:27.126" v="57" actId="20577"/>
        <pc:sldMkLst>
          <pc:docMk/>
          <pc:sldMk cId="3933665154" sldId="335"/>
        </pc:sldMkLst>
        <pc:spChg chg="mod">
          <ac:chgData name="Yuli Jiang (CSD)" userId="7c291cd4-aa97-4867-8d2d-ebf5c1c3b419" providerId="ADAL" clId="{8FBD0129-C0BB-4F8A-B9D2-D31C5DC212F7}" dt="2025-10-19T18:57:27.126" v="57" actId="20577"/>
          <ac:spMkLst>
            <pc:docMk/>
            <pc:sldMk cId="3933665154" sldId="335"/>
            <ac:spMk id="2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19T18:55:37.047" v="31" actId="47"/>
        <pc:sldMkLst>
          <pc:docMk/>
          <pc:sldMk cId="3053758298" sldId="337"/>
        </pc:sldMkLst>
      </pc:sldChg>
      <pc:sldChg chg="modSp mod">
        <pc:chgData name="Yuli Jiang (CSD)" userId="7c291cd4-aa97-4867-8d2d-ebf5c1c3b419" providerId="ADAL" clId="{8FBD0129-C0BB-4F8A-B9D2-D31C5DC212F7}" dt="2025-10-19T18:57:51.205" v="61" actId="20577"/>
        <pc:sldMkLst>
          <pc:docMk/>
          <pc:sldMk cId="2511448755" sldId="338"/>
        </pc:sldMkLst>
        <pc:spChg chg="mod">
          <ac:chgData name="Yuli Jiang (CSD)" userId="7c291cd4-aa97-4867-8d2d-ebf5c1c3b419" providerId="ADAL" clId="{8FBD0129-C0BB-4F8A-B9D2-D31C5DC212F7}" dt="2025-10-19T18:57:51.205" v="61" actId="20577"/>
          <ac:spMkLst>
            <pc:docMk/>
            <pc:sldMk cId="2511448755" sldId="338"/>
            <ac:spMk id="2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19T18:55:33.672" v="11" actId="47"/>
        <pc:sldMkLst>
          <pc:docMk/>
          <pc:sldMk cId="603012574" sldId="340"/>
        </pc:sldMkLst>
      </pc:sldChg>
      <pc:sldChg chg="del">
        <pc:chgData name="Yuli Jiang (CSD)" userId="7c291cd4-aa97-4867-8d2d-ebf5c1c3b419" providerId="ADAL" clId="{8FBD0129-C0BB-4F8A-B9D2-D31C5DC212F7}" dt="2025-10-19T18:55:33.057" v="7" actId="47"/>
        <pc:sldMkLst>
          <pc:docMk/>
          <pc:sldMk cId="285388258" sldId="342"/>
        </pc:sldMkLst>
      </pc:sldChg>
      <pc:sldChg chg="del">
        <pc:chgData name="Yuli Jiang (CSD)" userId="7c291cd4-aa97-4867-8d2d-ebf5c1c3b419" providerId="ADAL" clId="{8FBD0129-C0BB-4F8A-B9D2-D31C5DC212F7}" dt="2025-10-19T18:55:36.357" v="27" actId="47"/>
        <pc:sldMkLst>
          <pc:docMk/>
          <pc:sldMk cId="613261591" sldId="344"/>
        </pc:sldMkLst>
      </pc:sldChg>
      <pc:sldChg chg="del">
        <pc:chgData name="Yuli Jiang (CSD)" userId="7c291cd4-aa97-4867-8d2d-ebf5c1c3b419" providerId="ADAL" clId="{8FBD0129-C0BB-4F8A-B9D2-D31C5DC212F7}" dt="2025-10-19T18:55:34.435" v="16" actId="47"/>
        <pc:sldMkLst>
          <pc:docMk/>
          <pc:sldMk cId="1273528718" sldId="345"/>
        </pc:sldMkLst>
      </pc:sldChg>
      <pc:sldChg chg="del">
        <pc:chgData name="Yuli Jiang (CSD)" userId="7c291cd4-aa97-4867-8d2d-ebf5c1c3b419" providerId="ADAL" clId="{8FBD0129-C0BB-4F8A-B9D2-D31C5DC212F7}" dt="2025-10-19T18:55:36.252" v="26" actId="47"/>
        <pc:sldMkLst>
          <pc:docMk/>
          <pc:sldMk cId="1011948799" sldId="346"/>
        </pc:sldMkLst>
      </pc:sldChg>
      <pc:sldChg chg="del">
        <pc:chgData name="Yuli Jiang (CSD)" userId="7c291cd4-aa97-4867-8d2d-ebf5c1c3b419" providerId="ADAL" clId="{8FBD0129-C0BB-4F8A-B9D2-D31C5DC212F7}" dt="2025-10-19T18:55:34.740" v="18" actId="47"/>
        <pc:sldMkLst>
          <pc:docMk/>
          <pc:sldMk cId="1092699906" sldId="347"/>
        </pc:sldMkLst>
      </pc:sldChg>
      <pc:sldChg chg="del">
        <pc:chgData name="Yuli Jiang (CSD)" userId="7c291cd4-aa97-4867-8d2d-ebf5c1c3b419" providerId="ADAL" clId="{8FBD0129-C0BB-4F8A-B9D2-D31C5DC212F7}" dt="2025-10-19T18:55:34.900" v="19" actId="47"/>
        <pc:sldMkLst>
          <pc:docMk/>
          <pc:sldMk cId="2019434099" sldId="348"/>
        </pc:sldMkLst>
      </pc:sldChg>
      <pc:sldChg chg="del">
        <pc:chgData name="Yuli Jiang (CSD)" userId="7c291cd4-aa97-4867-8d2d-ebf5c1c3b419" providerId="ADAL" clId="{8FBD0129-C0BB-4F8A-B9D2-D31C5DC212F7}" dt="2025-10-19T18:55:35.052" v="20" actId="47"/>
        <pc:sldMkLst>
          <pc:docMk/>
          <pc:sldMk cId="2415219606" sldId="349"/>
        </pc:sldMkLst>
      </pc:sldChg>
      <pc:sldChg chg="del">
        <pc:chgData name="Yuli Jiang (CSD)" userId="7c291cd4-aa97-4867-8d2d-ebf5c1c3b419" providerId="ADAL" clId="{8FBD0129-C0BB-4F8A-B9D2-D31C5DC212F7}" dt="2025-10-19T18:55:35.193" v="21" actId="47"/>
        <pc:sldMkLst>
          <pc:docMk/>
          <pc:sldMk cId="3406095453" sldId="350"/>
        </pc:sldMkLst>
      </pc:sldChg>
      <pc:sldChg chg="del">
        <pc:chgData name="Yuli Jiang (CSD)" userId="7c291cd4-aa97-4867-8d2d-ebf5c1c3b419" providerId="ADAL" clId="{8FBD0129-C0BB-4F8A-B9D2-D31C5DC212F7}" dt="2025-10-19T18:55:35.420" v="22" actId="47"/>
        <pc:sldMkLst>
          <pc:docMk/>
          <pc:sldMk cId="1034927969" sldId="351"/>
        </pc:sldMkLst>
      </pc:sldChg>
      <pc:sldChg chg="modSp mod">
        <pc:chgData name="Yuli Jiang (CSD)" userId="7c291cd4-aa97-4867-8d2d-ebf5c1c3b419" providerId="ADAL" clId="{8FBD0129-C0BB-4F8A-B9D2-D31C5DC212F7}" dt="2025-10-20T02:42:24.379" v="151" actId="13926"/>
        <pc:sldMkLst>
          <pc:docMk/>
          <pc:sldMk cId="3135408265" sldId="352"/>
        </pc:sldMkLst>
        <pc:spChg chg="mod">
          <ac:chgData name="Yuli Jiang (CSD)" userId="7c291cd4-aa97-4867-8d2d-ebf5c1c3b419" providerId="ADAL" clId="{8FBD0129-C0BB-4F8A-B9D2-D31C5DC212F7}" dt="2025-10-19T18:57:10.263" v="52" actId="20577"/>
          <ac:spMkLst>
            <pc:docMk/>
            <pc:sldMk cId="3135408265" sldId="352"/>
            <ac:spMk id="2" creationId="{67B7F4DD-AED8-4E12-8EA8-AF2269439A55}"/>
          </ac:spMkLst>
        </pc:spChg>
        <pc:spChg chg="mod">
          <ac:chgData name="Yuli Jiang (CSD)" userId="7c291cd4-aa97-4867-8d2d-ebf5c1c3b419" providerId="ADAL" clId="{8FBD0129-C0BB-4F8A-B9D2-D31C5DC212F7}" dt="2025-10-20T02:42:24.379" v="151" actId="13926"/>
          <ac:spMkLst>
            <pc:docMk/>
            <pc:sldMk cId="3135408265" sldId="352"/>
            <ac:spMk id="3" creationId="{2E282BE5-BD08-4837-B8CB-1715195633DF}"/>
          </ac:spMkLst>
        </pc:spChg>
      </pc:sldChg>
      <pc:sldChg chg="modSp mod">
        <pc:chgData name="Yuli Jiang (CSD)" userId="7c291cd4-aa97-4867-8d2d-ebf5c1c3b419" providerId="ADAL" clId="{8FBD0129-C0BB-4F8A-B9D2-D31C5DC212F7}" dt="2025-10-20T02:43:08.316" v="152" actId="13926"/>
        <pc:sldMkLst>
          <pc:docMk/>
          <pc:sldMk cId="3295559441" sldId="354"/>
        </pc:sldMkLst>
        <pc:spChg chg="mod">
          <ac:chgData name="Yuli Jiang (CSD)" userId="7c291cd4-aa97-4867-8d2d-ebf5c1c3b419" providerId="ADAL" clId="{8FBD0129-C0BB-4F8A-B9D2-D31C5DC212F7}" dt="2025-10-20T02:43:08.316" v="152" actId="13926"/>
          <ac:spMkLst>
            <pc:docMk/>
            <pc:sldMk cId="3295559441" sldId="354"/>
            <ac:spMk id="5" creationId="{AC6A8D60-BF0F-EFD4-0963-3CBDF8DC49EB}"/>
          </ac:spMkLst>
        </pc:spChg>
        <pc:spChg chg="mod">
          <ac:chgData name="Yuli Jiang (CSD)" userId="7c291cd4-aa97-4867-8d2d-ebf5c1c3b419" providerId="ADAL" clId="{8FBD0129-C0BB-4F8A-B9D2-D31C5DC212F7}" dt="2025-10-19T18:57:22.913" v="56" actId="20577"/>
          <ac:spMkLst>
            <pc:docMk/>
            <pc:sldMk cId="3295559441" sldId="354"/>
            <ac:spMk id="13" creationId="{00000000-0000-0000-0000-000000000000}"/>
          </ac:spMkLst>
        </pc:spChg>
      </pc:sldChg>
      <pc:sldChg chg="modSp mod ord modAnim">
        <pc:chgData name="Yuli Jiang (CSD)" userId="7c291cd4-aa97-4867-8d2d-ebf5c1c3b419" providerId="ADAL" clId="{8FBD0129-C0BB-4F8A-B9D2-D31C5DC212F7}" dt="2025-10-20T02:46:10.831" v="200"/>
        <pc:sldMkLst>
          <pc:docMk/>
          <pc:sldMk cId="591816102" sldId="355"/>
        </pc:sldMkLst>
        <pc:spChg chg="mod">
          <ac:chgData name="Yuli Jiang (CSD)" userId="7c291cd4-aa97-4867-8d2d-ebf5c1c3b419" providerId="ADAL" clId="{8FBD0129-C0BB-4F8A-B9D2-D31C5DC212F7}" dt="2025-10-19T18:57:20.204" v="55" actId="20577"/>
          <ac:spMkLst>
            <pc:docMk/>
            <pc:sldMk cId="591816102" sldId="355"/>
            <ac:spMk id="11" creationId="{5D1C10DA-7C78-4A4F-BB32-0E939D3FB645}"/>
          </ac:spMkLst>
        </pc:spChg>
      </pc:sldChg>
      <pc:sldChg chg="del">
        <pc:chgData name="Yuli Jiang (CSD)" userId="7c291cd4-aa97-4867-8d2d-ebf5c1c3b419" providerId="ADAL" clId="{8FBD0129-C0BB-4F8A-B9D2-D31C5DC212F7}" dt="2025-10-19T18:55:37.725" v="34" actId="47"/>
        <pc:sldMkLst>
          <pc:docMk/>
          <pc:sldMk cId="3679510911" sldId="356"/>
        </pc:sldMkLst>
      </pc:sldChg>
      <pc:sldChg chg="del">
        <pc:chgData name="Yuli Jiang (CSD)" userId="7c291cd4-aa97-4867-8d2d-ebf5c1c3b419" providerId="ADAL" clId="{8FBD0129-C0BB-4F8A-B9D2-D31C5DC212F7}" dt="2025-10-19T18:55:37.510" v="33" actId="47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8FBD0129-C0BB-4F8A-B9D2-D31C5DC212F7}" dt="2025-10-20T02:14:37.524" v="123" actId="27636"/>
        <pc:sldMkLst>
          <pc:docMk/>
          <pc:sldMk cId="3065016898" sldId="359"/>
        </pc:sldMkLst>
        <pc:spChg chg="mod">
          <ac:chgData name="Yuli Jiang (CSD)" userId="7c291cd4-aa97-4867-8d2d-ebf5c1c3b419" providerId="ADAL" clId="{8FBD0129-C0BB-4F8A-B9D2-D31C5DC212F7}" dt="2025-10-20T02:14:37.524" v="123" actId="27636"/>
          <ac:spMkLst>
            <pc:docMk/>
            <pc:sldMk cId="3065016898" sldId="359"/>
            <ac:spMk id="3" creationId="{9F0ACB8D-7BCB-F949-937F-E7E5774D240C}"/>
          </ac:spMkLst>
        </pc:spChg>
      </pc:sldChg>
      <pc:sldChg chg="modSp mod">
        <pc:chgData name="Yuli Jiang (CSD)" userId="7c291cd4-aa97-4867-8d2d-ebf5c1c3b419" providerId="ADAL" clId="{8FBD0129-C0BB-4F8A-B9D2-D31C5DC212F7}" dt="2025-10-19T18:58:43.519" v="96" actId="20577"/>
        <pc:sldMkLst>
          <pc:docMk/>
          <pc:sldMk cId="681097634" sldId="360"/>
        </pc:sldMkLst>
        <pc:spChg chg="mod">
          <ac:chgData name="Yuli Jiang (CSD)" userId="7c291cd4-aa97-4867-8d2d-ebf5c1c3b419" providerId="ADAL" clId="{8FBD0129-C0BB-4F8A-B9D2-D31C5DC212F7}" dt="2025-10-19T18:58:21.140" v="71" actId="20577"/>
          <ac:spMkLst>
            <pc:docMk/>
            <pc:sldMk cId="681097634" sldId="360"/>
            <ac:spMk id="2" creationId="{89AD610D-8F10-7347-879E-8C590721BC75}"/>
          </ac:spMkLst>
        </pc:spChg>
        <pc:spChg chg="mod">
          <ac:chgData name="Yuli Jiang (CSD)" userId="7c291cd4-aa97-4867-8d2d-ebf5c1c3b419" providerId="ADAL" clId="{8FBD0129-C0BB-4F8A-B9D2-D31C5DC212F7}" dt="2025-10-19T18:58:43.519" v="96" actId="20577"/>
          <ac:spMkLst>
            <pc:docMk/>
            <pc:sldMk cId="681097634" sldId="360"/>
            <ac:spMk id="8" creationId="{374E00A8-8ACB-405C-A68B-09122C466C1C}"/>
          </ac:spMkLst>
        </pc:spChg>
      </pc:sldChg>
      <pc:sldChg chg="del">
        <pc:chgData name="Yuli Jiang (CSD)" userId="7c291cd4-aa97-4867-8d2d-ebf5c1c3b419" providerId="ADAL" clId="{8FBD0129-C0BB-4F8A-B9D2-D31C5DC212F7}" dt="2025-10-19T18:55:33.968" v="13" actId="47"/>
        <pc:sldMkLst>
          <pc:docMk/>
          <pc:sldMk cId="2472512755" sldId="363"/>
        </pc:sldMkLst>
      </pc:sldChg>
      <pc:sldChg chg="del">
        <pc:chgData name="Yuli Jiang (CSD)" userId="7c291cd4-aa97-4867-8d2d-ebf5c1c3b419" providerId="ADAL" clId="{8FBD0129-C0BB-4F8A-B9D2-D31C5DC212F7}" dt="2025-10-19T18:55:36.733" v="29" actId="47"/>
        <pc:sldMkLst>
          <pc:docMk/>
          <pc:sldMk cId="2847907901" sldId="365"/>
        </pc:sldMkLst>
      </pc:sldChg>
      <pc:sldChg chg="modSp mod">
        <pc:chgData name="Yuli Jiang (CSD)" userId="7c291cd4-aa97-4867-8d2d-ebf5c1c3b419" providerId="ADAL" clId="{8FBD0129-C0BB-4F8A-B9D2-D31C5DC212F7}" dt="2025-10-19T18:58:00.128" v="63" actId="20577"/>
        <pc:sldMkLst>
          <pc:docMk/>
          <pc:sldMk cId="3794683290" sldId="366"/>
        </pc:sldMkLst>
        <pc:spChg chg="mod">
          <ac:chgData name="Yuli Jiang (CSD)" userId="7c291cd4-aa97-4867-8d2d-ebf5c1c3b419" providerId="ADAL" clId="{8FBD0129-C0BB-4F8A-B9D2-D31C5DC212F7}" dt="2025-10-19T18:58:00.128" v="63" actId="20577"/>
          <ac:spMkLst>
            <pc:docMk/>
            <pc:sldMk cId="3794683290" sldId="366"/>
            <ac:spMk id="2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19T18:55:40.344" v="39" actId="47"/>
        <pc:sldMkLst>
          <pc:docMk/>
          <pc:sldMk cId="2961939164" sldId="367"/>
        </pc:sldMkLst>
      </pc:sldChg>
      <pc:sldChg chg="modSp mod">
        <pc:chgData name="Yuli Jiang (CSD)" userId="7c291cd4-aa97-4867-8d2d-ebf5c1c3b419" providerId="ADAL" clId="{8FBD0129-C0BB-4F8A-B9D2-D31C5DC212F7}" dt="2025-10-20T02:47:07.682" v="203" actId="13926"/>
        <pc:sldMkLst>
          <pc:docMk/>
          <pc:sldMk cId="1734480517" sldId="368"/>
        </pc:sldMkLst>
        <pc:spChg chg="mod">
          <ac:chgData name="Yuli Jiang (CSD)" userId="7c291cd4-aa97-4867-8d2d-ebf5c1c3b419" providerId="ADAL" clId="{8FBD0129-C0BB-4F8A-B9D2-D31C5DC212F7}" dt="2025-10-19T18:58:02.524" v="64" actId="20577"/>
          <ac:spMkLst>
            <pc:docMk/>
            <pc:sldMk cId="1734480517" sldId="368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0T02:47:07.682" v="203" actId="13926"/>
          <ac:spMkLst>
            <pc:docMk/>
            <pc:sldMk cId="1734480517" sldId="368"/>
            <ac:spMk id="21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19T18:55:26.036" v="0" actId="47"/>
        <pc:sldMkLst>
          <pc:docMk/>
          <pc:sldMk cId="1262312710" sldId="370"/>
        </pc:sldMkLst>
      </pc:sldChg>
      <pc:sldChg chg="del">
        <pc:chgData name="Yuli Jiang (CSD)" userId="7c291cd4-aa97-4867-8d2d-ebf5c1c3b419" providerId="ADAL" clId="{8FBD0129-C0BB-4F8A-B9D2-D31C5DC212F7}" dt="2025-10-19T18:55:28.204" v="3" actId="47"/>
        <pc:sldMkLst>
          <pc:docMk/>
          <pc:sldMk cId="793160574" sldId="371"/>
        </pc:sldMkLst>
      </pc:sldChg>
      <pc:sldChg chg="del">
        <pc:chgData name="Yuli Jiang (CSD)" userId="7c291cd4-aa97-4867-8d2d-ebf5c1c3b419" providerId="ADAL" clId="{8FBD0129-C0BB-4F8A-B9D2-D31C5DC212F7}" dt="2025-10-19T18:55:27.291" v="1" actId="47"/>
        <pc:sldMkLst>
          <pc:docMk/>
          <pc:sldMk cId="3185096488" sldId="372"/>
        </pc:sldMkLst>
      </pc:sldChg>
      <pc:sldChg chg="del">
        <pc:chgData name="Yuli Jiang (CSD)" userId="7c291cd4-aa97-4867-8d2d-ebf5c1c3b419" providerId="ADAL" clId="{8FBD0129-C0BB-4F8A-B9D2-D31C5DC212F7}" dt="2025-10-19T18:55:33.602" v="10" actId="47"/>
        <pc:sldMkLst>
          <pc:docMk/>
          <pc:sldMk cId="1700680792" sldId="373"/>
        </pc:sldMkLst>
      </pc:sldChg>
      <pc:sldChg chg="del">
        <pc:chgData name="Yuli Jiang (CSD)" userId="7c291cd4-aa97-4867-8d2d-ebf5c1c3b419" providerId="ADAL" clId="{8FBD0129-C0BB-4F8A-B9D2-D31C5DC212F7}" dt="2025-10-19T18:55:36.926" v="30" actId="47"/>
        <pc:sldMkLst>
          <pc:docMk/>
          <pc:sldMk cId="4104861438" sldId="375"/>
        </pc:sldMkLst>
      </pc:sldChg>
      <pc:sldChg chg="modSp mod modShow">
        <pc:chgData name="Yuli Jiang (CSD)" userId="7c291cd4-aa97-4867-8d2d-ebf5c1c3b419" providerId="ADAL" clId="{8FBD0129-C0BB-4F8A-B9D2-D31C5DC212F7}" dt="2025-10-20T02:44:55.597" v="198" actId="27636"/>
        <pc:sldMkLst>
          <pc:docMk/>
          <pc:sldMk cId="178273453" sldId="376"/>
        </pc:sldMkLst>
        <pc:spChg chg="mod">
          <ac:chgData name="Yuli Jiang (CSD)" userId="7c291cd4-aa97-4867-8d2d-ebf5c1c3b419" providerId="ADAL" clId="{8FBD0129-C0BB-4F8A-B9D2-D31C5DC212F7}" dt="2025-10-20T02:44:29.022" v="182" actId="1076"/>
          <ac:spMkLst>
            <pc:docMk/>
            <pc:sldMk cId="178273453" sldId="376"/>
            <ac:spMk id="2" creationId="{F2629A3E-7B5F-715E-C2BF-D37C90FB7EF6}"/>
          </ac:spMkLst>
        </pc:spChg>
        <pc:spChg chg="mod">
          <ac:chgData name="Yuli Jiang (CSD)" userId="7c291cd4-aa97-4867-8d2d-ebf5c1c3b419" providerId="ADAL" clId="{8FBD0129-C0BB-4F8A-B9D2-D31C5DC212F7}" dt="2025-10-20T02:44:55.597" v="198" actId="27636"/>
          <ac:spMkLst>
            <pc:docMk/>
            <pc:sldMk cId="178273453" sldId="376"/>
            <ac:spMk id="3" creationId="{692F8992-7190-ECB4-D99E-7149995A5C74}"/>
          </ac:spMkLst>
        </pc:spChg>
      </pc:sldChg>
      <pc:sldChg chg="modSp mod">
        <pc:chgData name="Yuli Jiang (CSD)" userId="7c291cd4-aa97-4867-8d2d-ebf5c1c3b419" providerId="ADAL" clId="{8FBD0129-C0BB-4F8A-B9D2-D31C5DC212F7}" dt="2025-10-19T18:58:08.862" v="66" actId="20577"/>
        <pc:sldMkLst>
          <pc:docMk/>
          <pc:sldMk cId="3835877072" sldId="377"/>
        </pc:sldMkLst>
        <pc:spChg chg="mod">
          <ac:chgData name="Yuli Jiang (CSD)" userId="7c291cd4-aa97-4867-8d2d-ebf5c1c3b419" providerId="ADAL" clId="{8FBD0129-C0BB-4F8A-B9D2-D31C5DC212F7}" dt="2025-10-19T18:58:08.862" v="66" actId="20577"/>
          <ac:spMkLst>
            <pc:docMk/>
            <pc:sldMk cId="3835877072" sldId="377"/>
            <ac:spMk id="2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19T18:55:33.853" v="12" actId="47"/>
        <pc:sldMkLst>
          <pc:docMk/>
          <pc:sldMk cId="3386806578" sldId="379"/>
        </pc:sldMkLst>
      </pc:sldChg>
      <pc:sldChg chg="del">
        <pc:chgData name="Yuli Jiang (CSD)" userId="7c291cd4-aa97-4867-8d2d-ebf5c1c3b419" providerId="ADAL" clId="{8FBD0129-C0BB-4F8A-B9D2-D31C5DC212F7}" dt="2025-10-19T18:55:33.209" v="8" actId="47"/>
        <pc:sldMkLst>
          <pc:docMk/>
          <pc:sldMk cId="754176637" sldId="380"/>
        </pc:sldMkLst>
      </pc:sldChg>
      <pc:sldChg chg="del">
        <pc:chgData name="Yuli Jiang (CSD)" userId="7c291cd4-aa97-4867-8d2d-ebf5c1c3b419" providerId="ADAL" clId="{8FBD0129-C0BB-4F8A-B9D2-D31C5DC212F7}" dt="2025-10-19T18:55:34.135" v="14" actId="47"/>
        <pc:sldMkLst>
          <pc:docMk/>
          <pc:sldMk cId="2561341120" sldId="381"/>
        </pc:sldMkLst>
      </pc:sldChg>
      <pc:sldChg chg="del">
        <pc:chgData name="Yuli Jiang (CSD)" userId="7c291cd4-aa97-4867-8d2d-ebf5c1c3b419" providerId="ADAL" clId="{8FBD0129-C0BB-4F8A-B9D2-D31C5DC212F7}" dt="2025-10-19T18:55:34.579" v="17" actId="47"/>
        <pc:sldMkLst>
          <pc:docMk/>
          <pc:sldMk cId="2035351797" sldId="382"/>
        </pc:sldMkLst>
      </pc:sldChg>
      <pc:sldChg chg="del">
        <pc:chgData name="Yuli Jiang (CSD)" userId="7c291cd4-aa97-4867-8d2d-ebf5c1c3b419" providerId="ADAL" clId="{8FBD0129-C0BB-4F8A-B9D2-D31C5DC212F7}" dt="2025-10-19T18:55:36.589" v="28" actId="47"/>
        <pc:sldMkLst>
          <pc:docMk/>
          <pc:sldMk cId="2252807946" sldId="383"/>
        </pc:sldMkLst>
      </pc:sldChg>
      <pc:sldChg chg="del">
        <pc:chgData name="Yuli Jiang (CSD)" userId="7c291cd4-aa97-4867-8d2d-ebf5c1c3b419" providerId="ADAL" clId="{8FBD0129-C0BB-4F8A-B9D2-D31C5DC212F7}" dt="2025-10-19T18:55:38.796" v="36" actId="47"/>
        <pc:sldMkLst>
          <pc:docMk/>
          <pc:sldMk cId="1535508701" sldId="384"/>
        </pc:sldMkLst>
      </pc:sldChg>
      <pc:sldChg chg="modSp mod modAnim">
        <pc:chgData name="Yuli Jiang (CSD)" userId="7c291cd4-aa97-4867-8d2d-ebf5c1c3b419" providerId="ADAL" clId="{8FBD0129-C0BB-4F8A-B9D2-D31C5DC212F7}" dt="2025-10-20T02:16:19.382" v="128"/>
        <pc:sldMkLst>
          <pc:docMk/>
          <pc:sldMk cId="4034431611" sldId="387"/>
        </pc:sldMkLst>
        <pc:spChg chg="mod">
          <ac:chgData name="Yuli Jiang (CSD)" userId="7c291cd4-aa97-4867-8d2d-ebf5c1c3b419" providerId="ADAL" clId="{8FBD0129-C0BB-4F8A-B9D2-D31C5DC212F7}" dt="2025-10-19T18:57:12.976" v="53" actId="20577"/>
          <ac:spMkLst>
            <pc:docMk/>
            <pc:sldMk cId="4034431611" sldId="387"/>
            <ac:spMk id="11" creationId="{4B836367-9690-89F3-12E0-4B95C7C98BC9}"/>
          </ac:spMkLst>
        </pc:spChg>
      </pc:sldChg>
      <pc:sldChg chg="modSp mod ord modAnim">
        <pc:chgData name="Yuli Jiang (CSD)" userId="7c291cd4-aa97-4867-8d2d-ebf5c1c3b419" providerId="ADAL" clId="{8FBD0129-C0BB-4F8A-B9D2-D31C5DC212F7}" dt="2025-10-20T02:46:28.207" v="202"/>
        <pc:sldMkLst>
          <pc:docMk/>
          <pc:sldMk cId="3042661704" sldId="388"/>
        </pc:sldMkLst>
        <pc:spChg chg="mod">
          <ac:chgData name="Yuli Jiang (CSD)" userId="7c291cd4-aa97-4867-8d2d-ebf5c1c3b419" providerId="ADAL" clId="{8FBD0129-C0BB-4F8A-B9D2-D31C5DC212F7}" dt="2025-10-19T18:57:14.635" v="54" actId="20577"/>
          <ac:spMkLst>
            <pc:docMk/>
            <pc:sldMk cId="3042661704" sldId="388"/>
            <ac:spMk id="11" creationId="{0EC8C088-52CA-B3B0-8901-7378F83E26EE}"/>
          </ac:spMkLst>
        </pc:spChg>
      </pc:sldChg>
      <pc:sldChg chg="del">
        <pc:chgData name="Yuli Jiang (CSD)" userId="7c291cd4-aa97-4867-8d2d-ebf5c1c3b419" providerId="ADAL" clId="{8FBD0129-C0BB-4F8A-B9D2-D31C5DC212F7}" dt="2025-10-19T18:55:32.901" v="6" actId="47"/>
        <pc:sldMkLst>
          <pc:docMk/>
          <pc:sldMk cId="2646602583" sldId="389"/>
        </pc:sldMkLst>
      </pc:sldChg>
      <pc:sldChg chg="del">
        <pc:chgData name="Yuli Jiang (CSD)" userId="7c291cd4-aa97-4867-8d2d-ebf5c1c3b419" providerId="ADAL" clId="{8FBD0129-C0BB-4F8A-B9D2-D31C5DC212F7}" dt="2025-10-19T18:55:33.404" v="9" actId="47"/>
        <pc:sldMkLst>
          <pc:docMk/>
          <pc:sldMk cId="1668335403" sldId="390"/>
        </pc:sldMkLst>
      </pc:sldChg>
      <pc:sldChg chg="del">
        <pc:chgData name="Yuli Jiang (CSD)" userId="7c291cd4-aa97-4867-8d2d-ebf5c1c3b419" providerId="ADAL" clId="{8FBD0129-C0BB-4F8A-B9D2-D31C5DC212F7}" dt="2025-10-19T18:55:35.528" v="23" actId="47"/>
        <pc:sldMkLst>
          <pc:docMk/>
          <pc:sldMk cId="3911849202" sldId="391"/>
        </pc:sldMkLst>
      </pc:sldChg>
      <pc:sldChg chg="del">
        <pc:chgData name="Yuli Jiang (CSD)" userId="7c291cd4-aa97-4867-8d2d-ebf5c1c3b419" providerId="ADAL" clId="{8FBD0129-C0BB-4F8A-B9D2-D31C5DC212F7}" dt="2025-10-19T18:55:37.244" v="32" actId="47"/>
        <pc:sldMkLst>
          <pc:docMk/>
          <pc:sldMk cId="2563551144" sldId="392"/>
        </pc:sldMkLst>
      </pc:sldChg>
      <pc:sldChg chg="add">
        <pc:chgData name="Yuli Jiang (CSD)" userId="7c291cd4-aa97-4867-8d2d-ebf5c1c3b419" providerId="ADAL" clId="{8FBD0129-C0BB-4F8A-B9D2-D31C5DC212F7}" dt="2025-10-19T18:58:59.740" v="97"/>
        <pc:sldMkLst>
          <pc:docMk/>
          <pc:sldMk cId="1234997832" sldId="394"/>
        </pc:sldMkLst>
      </pc:sldChg>
      <pc:sldChg chg="del">
        <pc:chgData name="Yuli Jiang (CSD)" userId="7c291cd4-aa97-4867-8d2d-ebf5c1c3b419" providerId="ADAL" clId="{8FBD0129-C0BB-4F8A-B9D2-D31C5DC212F7}" dt="2025-10-19T18:55:49.161" v="40" actId="47"/>
        <pc:sldMkLst>
          <pc:docMk/>
          <pc:sldMk cId="3633642799" sldId="394"/>
        </pc:sldMkLst>
      </pc:sldChg>
      <pc:sldChg chg="modSp add mod modShow">
        <pc:chgData name="Yuli Jiang (CSD)" userId="7c291cd4-aa97-4867-8d2d-ebf5c1c3b419" providerId="ADAL" clId="{8FBD0129-C0BB-4F8A-B9D2-D31C5DC212F7}" dt="2025-10-20T02:21:33.987" v="142" actId="113"/>
        <pc:sldMkLst>
          <pc:docMk/>
          <pc:sldMk cId="1906095041" sldId="395"/>
        </pc:sldMkLst>
        <pc:spChg chg="mod">
          <ac:chgData name="Yuli Jiang (CSD)" userId="7c291cd4-aa97-4867-8d2d-ebf5c1c3b419" providerId="ADAL" clId="{8FBD0129-C0BB-4F8A-B9D2-D31C5DC212F7}" dt="2025-10-20T02:21:33.987" v="142" actId="113"/>
          <ac:spMkLst>
            <pc:docMk/>
            <pc:sldMk cId="1906095041" sldId="395"/>
            <ac:spMk id="3" creationId="{5F90FA2C-A489-B1ED-50C2-A103FD197A68}"/>
          </ac:spMkLst>
        </pc:spChg>
      </pc:sldChg>
      <pc:sldChg chg="del">
        <pc:chgData name="Yuli Jiang (CSD)" userId="7c291cd4-aa97-4867-8d2d-ebf5c1c3b419" providerId="ADAL" clId="{8FBD0129-C0BB-4F8A-B9D2-D31C5DC212F7}" dt="2025-10-19T18:55:27.599" v="2" actId="47"/>
        <pc:sldMkLst>
          <pc:docMk/>
          <pc:sldMk cId="1931650823" sldId="395"/>
        </pc:sldMkLst>
      </pc:sldChg>
      <pc:sldChg chg="add del">
        <pc:chgData name="Yuli Jiang (CSD)" userId="7c291cd4-aa97-4867-8d2d-ebf5c1c3b419" providerId="ADAL" clId="{8FBD0129-C0BB-4F8A-B9D2-D31C5DC212F7}" dt="2025-10-20T02:21:10.799" v="137"/>
        <pc:sldMkLst>
          <pc:docMk/>
          <pc:sldMk cId="3932585639" sldId="395"/>
        </pc:sldMkLst>
      </pc:sldChg>
      <pc:sldChg chg="delSp modSp add mod">
        <pc:chgData name="Yuli Jiang (CSD)" userId="7c291cd4-aa97-4867-8d2d-ebf5c1c3b419" providerId="ADAL" clId="{8FBD0129-C0BB-4F8A-B9D2-D31C5DC212F7}" dt="2025-10-20T02:48:52.006" v="244" actId="20577"/>
        <pc:sldMkLst>
          <pc:docMk/>
          <pc:sldMk cId="224322939" sldId="396"/>
        </pc:sldMkLst>
        <pc:spChg chg="mod">
          <ac:chgData name="Yuli Jiang (CSD)" userId="7c291cd4-aa97-4867-8d2d-ebf5c1c3b419" providerId="ADAL" clId="{8FBD0129-C0BB-4F8A-B9D2-D31C5DC212F7}" dt="2025-10-20T02:48:52.006" v="244" actId="20577"/>
          <ac:spMkLst>
            <pc:docMk/>
            <pc:sldMk cId="224322939" sldId="396"/>
            <ac:spMk id="6" creationId="{5DCB86AC-AD6A-244D-4648-F83FA642591A}"/>
          </ac:spMkLst>
        </pc:spChg>
        <pc:spChg chg="del">
          <ac:chgData name="Yuli Jiang (CSD)" userId="7c291cd4-aa97-4867-8d2d-ebf5c1c3b419" providerId="ADAL" clId="{8FBD0129-C0BB-4F8A-B9D2-D31C5DC212F7}" dt="2025-10-20T02:47:35.619" v="211" actId="478"/>
          <ac:spMkLst>
            <pc:docMk/>
            <pc:sldMk cId="224322939" sldId="396"/>
            <ac:spMk id="7" creationId="{024951AF-6EA1-8754-91CB-E93440E72C92}"/>
          </ac:spMkLst>
        </pc:spChg>
        <pc:spChg chg="mod">
          <ac:chgData name="Yuli Jiang (CSD)" userId="7c291cd4-aa97-4867-8d2d-ebf5c1c3b419" providerId="ADAL" clId="{8FBD0129-C0BB-4F8A-B9D2-D31C5DC212F7}" dt="2025-10-20T02:48:07.153" v="238" actId="403"/>
          <ac:spMkLst>
            <pc:docMk/>
            <pc:sldMk cId="224322939" sldId="396"/>
            <ac:spMk id="8" creationId="{F115D1B6-45F1-B8D9-AEAD-43D00B5E838C}"/>
          </ac:spMkLst>
        </pc:spChg>
        <pc:cxnChg chg="mod">
          <ac:chgData name="Yuli Jiang (CSD)" userId="7c291cd4-aa97-4867-8d2d-ebf5c1c3b419" providerId="ADAL" clId="{8FBD0129-C0BB-4F8A-B9D2-D31C5DC212F7}" dt="2025-10-20T02:47:41.772" v="213" actId="14100"/>
          <ac:cxnSpMkLst>
            <pc:docMk/>
            <pc:sldMk cId="224322939" sldId="396"/>
            <ac:cxnSpMk id="9" creationId="{AEABA063-2148-F30F-6C33-22A312DB615E}"/>
          </ac:cxnSpMkLst>
        </pc:cxnChg>
      </pc:sldChg>
    </pc:docChg>
  </pc:docChgLst>
  <pc:docChgLst>
    <pc:chgData name="Yuli Jiang (CSD)" userId="7c291cd4-aa97-4867-8d2d-ebf5c1c3b419" providerId="ADAL" clId="{51ABC270-AFA2-421F-8481-D90213C3441F}"/>
    <pc:docChg chg="undo custSel addSld delSld modSld sldOrd">
      <pc:chgData name="Yuli Jiang (CSD)" userId="7c291cd4-aa97-4867-8d2d-ebf5c1c3b419" providerId="ADAL" clId="{51ABC270-AFA2-421F-8481-D90213C3441F}" dt="2024-10-13T18:06:03.257" v="3242"/>
      <pc:docMkLst>
        <pc:docMk/>
      </pc:docMkLst>
      <pc:sldChg chg="addSp modSp mod modAnim">
        <pc:chgData name="Yuli Jiang (CSD)" userId="7c291cd4-aa97-4867-8d2d-ebf5c1c3b419" providerId="ADAL" clId="{51ABC270-AFA2-421F-8481-D90213C3441F}" dt="2024-10-13T16:48:57.558" v="1403" actId="170"/>
        <pc:sldMkLst>
          <pc:docMk/>
          <pc:sldMk cId="1800300312" sldId="314"/>
        </pc:sldMkLst>
      </pc:sldChg>
      <pc:sldChg chg="modSp mod">
        <pc:chgData name="Yuli Jiang (CSD)" userId="7c291cd4-aa97-4867-8d2d-ebf5c1c3b419" providerId="ADAL" clId="{51ABC270-AFA2-421F-8481-D90213C3441F}" dt="2024-10-13T17:25:52.494" v="2079" actId="27636"/>
        <pc:sldMkLst>
          <pc:docMk/>
          <pc:sldMk cId="914536711" sldId="317"/>
        </pc:sldMkLst>
      </pc:sldChg>
      <pc:sldChg chg="addSp modSp mod">
        <pc:chgData name="Yuli Jiang (CSD)" userId="7c291cd4-aa97-4867-8d2d-ebf5c1c3b419" providerId="ADAL" clId="{51ABC270-AFA2-421F-8481-D90213C3441F}" dt="2024-10-13T17:33:11.791" v="2264" actId="1076"/>
        <pc:sldMkLst>
          <pc:docMk/>
          <pc:sldMk cId="2226101510" sldId="319"/>
        </pc:sldMkLst>
      </pc:sldChg>
      <pc:sldChg chg="modSp mod">
        <pc:chgData name="Yuli Jiang (CSD)" userId="7c291cd4-aa97-4867-8d2d-ebf5c1c3b419" providerId="ADAL" clId="{51ABC270-AFA2-421F-8481-D90213C3441F}" dt="2024-10-13T17:26:54.941" v="2084" actId="403"/>
        <pc:sldMkLst>
          <pc:docMk/>
          <pc:sldMk cId="1216653165" sldId="320"/>
        </pc:sldMkLst>
      </pc:sldChg>
      <pc:sldChg chg="addSp modSp mod">
        <pc:chgData name="Yuli Jiang (CSD)" userId="7c291cd4-aa97-4867-8d2d-ebf5c1c3b419" providerId="ADAL" clId="{51ABC270-AFA2-421F-8481-D90213C3441F}" dt="2024-10-13T17:10:37.731" v="1694" actId="1076"/>
        <pc:sldMkLst>
          <pc:docMk/>
          <pc:sldMk cId="1830487195" sldId="321"/>
        </pc:sldMkLst>
      </pc:sldChg>
      <pc:sldChg chg="modSp mod">
        <pc:chgData name="Yuli Jiang (CSD)" userId="7c291cd4-aa97-4867-8d2d-ebf5c1c3b419" providerId="ADAL" clId="{51ABC270-AFA2-421F-8481-D90213C3441F}" dt="2024-10-13T17:11:15.274" v="1698" actId="1076"/>
        <pc:sldMkLst>
          <pc:docMk/>
          <pc:sldMk cId="1929478062" sldId="322"/>
        </pc:sldMkLst>
      </pc:sldChg>
      <pc:sldChg chg="addSp modSp mod">
        <pc:chgData name="Yuli Jiang (CSD)" userId="7c291cd4-aa97-4867-8d2d-ebf5c1c3b419" providerId="ADAL" clId="{51ABC270-AFA2-421F-8481-D90213C3441F}" dt="2024-10-13T17:39:26.851" v="2401" actId="1076"/>
        <pc:sldMkLst>
          <pc:docMk/>
          <pc:sldMk cId="1230929561" sldId="325"/>
        </pc:sldMkLst>
      </pc:sldChg>
      <pc:sldChg chg="addSp modSp mod">
        <pc:chgData name="Yuli Jiang (CSD)" userId="7c291cd4-aa97-4867-8d2d-ebf5c1c3b419" providerId="ADAL" clId="{51ABC270-AFA2-421F-8481-D90213C3441F}" dt="2024-10-13T17:39:54.652" v="2421" actId="1076"/>
        <pc:sldMkLst>
          <pc:docMk/>
          <pc:sldMk cId="1667810930" sldId="329"/>
        </pc:sldMkLst>
      </pc:sldChg>
      <pc:sldChg chg="modSp mod">
        <pc:chgData name="Yuli Jiang (CSD)" userId="7c291cd4-aa97-4867-8d2d-ebf5c1c3b419" providerId="ADAL" clId="{51ABC270-AFA2-421F-8481-D90213C3441F}" dt="2024-10-13T18:00:54.982" v="3234" actId="20577"/>
        <pc:sldMkLst>
          <pc:docMk/>
          <pc:sldMk cId="1971017547" sldId="334"/>
        </pc:sldMkLst>
      </pc:sldChg>
      <pc:sldChg chg="mod modShow">
        <pc:chgData name="Yuli Jiang (CSD)" userId="7c291cd4-aa97-4867-8d2d-ebf5c1c3b419" providerId="ADAL" clId="{51ABC270-AFA2-421F-8481-D90213C3441F}" dt="2024-10-13T17:36:48.018" v="2321" actId="729"/>
        <pc:sldMkLst>
          <pc:docMk/>
          <pc:sldMk cId="2511448755" sldId="338"/>
        </pc:sldMkLst>
      </pc:sldChg>
      <pc:sldChg chg="addSp delSp modSp mod">
        <pc:chgData name="Yuli Jiang (CSD)" userId="7c291cd4-aa97-4867-8d2d-ebf5c1c3b419" providerId="ADAL" clId="{51ABC270-AFA2-421F-8481-D90213C3441F}" dt="2024-10-13T16:45:25.480" v="1352" actId="478"/>
        <pc:sldMkLst>
          <pc:docMk/>
          <pc:sldMk cId="603012574" sldId="340"/>
        </pc:sldMkLst>
      </pc:sldChg>
      <pc:sldChg chg="delSp modSp mod modShow">
        <pc:chgData name="Yuli Jiang (CSD)" userId="7c291cd4-aa97-4867-8d2d-ebf5c1c3b419" providerId="ADAL" clId="{51ABC270-AFA2-421F-8481-D90213C3441F}" dt="2024-10-13T16:44:57.073" v="1351" actId="404"/>
        <pc:sldMkLst>
          <pc:docMk/>
          <pc:sldMk cId="285388258" sldId="342"/>
        </pc:sldMkLst>
      </pc:sldChg>
      <pc:sldChg chg="addSp modSp mod">
        <pc:chgData name="Yuli Jiang (CSD)" userId="7c291cd4-aa97-4867-8d2d-ebf5c1c3b419" providerId="ADAL" clId="{51ABC270-AFA2-421F-8481-D90213C3441F}" dt="2024-10-13T17:15:40.469" v="1822"/>
        <pc:sldMkLst>
          <pc:docMk/>
          <pc:sldMk cId="613261591" sldId="344"/>
        </pc:sldMkLst>
      </pc:sldChg>
      <pc:sldChg chg="modSp mod ord">
        <pc:chgData name="Yuli Jiang (CSD)" userId="7c291cd4-aa97-4867-8d2d-ebf5c1c3b419" providerId="ADAL" clId="{51ABC270-AFA2-421F-8481-D90213C3441F}" dt="2024-10-13T16:53:45.502" v="1455" actId="13926"/>
        <pc:sldMkLst>
          <pc:docMk/>
          <pc:sldMk cId="1273528718" sldId="345"/>
        </pc:sldMkLst>
      </pc:sldChg>
      <pc:sldChg chg="addSp modSp mod">
        <pc:chgData name="Yuli Jiang (CSD)" userId="7c291cd4-aa97-4867-8d2d-ebf5c1c3b419" providerId="ADAL" clId="{51ABC270-AFA2-421F-8481-D90213C3441F}" dt="2024-10-13T17:15:37.868" v="1821" actId="164"/>
        <pc:sldMkLst>
          <pc:docMk/>
          <pc:sldMk cId="1011948799" sldId="346"/>
        </pc:sldMkLst>
      </pc:sldChg>
      <pc:sldChg chg="modSp mod modAnim">
        <pc:chgData name="Yuli Jiang (CSD)" userId="7c291cd4-aa97-4867-8d2d-ebf5c1c3b419" providerId="ADAL" clId="{51ABC270-AFA2-421F-8481-D90213C3441F}" dt="2024-10-13T16:58:31.645" v="1495" actId="207"/>
        <pc:sldMkLst>
          <pc:docMk/>
          <pc:sldMk cId="1092699906" sldId="347"/>
        </pc:sldMkLst>
      </pc:sldChg>
      <pc:sldChg chg="addSp modSp mod modAnim">
        <pc:chgData name="Yuli Jiang (CSD)" userId="7c291cd4-aa97-4867-8d2d-ebf5c1c3b419" providerId="ADAL" clId="{51ABC270-AFA2-421F-8481-D90213C3441F}" dt="2024-10-13T17:08:30.749" v="1669"/>
        <pc:sldMkLst>
          <pc:docMk/>
          <pc:sldMk cId="2415219606" sldId="349"/>
        </pc:sldMkLst>
      </pc:sldChg>
      <pc:sldChg chg="modSp mod">
        <pc:chgData name="Yuli Jiang (CSD)" userId="7c291cd4-aa97-4867-8d2d-ebf5c1c3b419" providerId="ADAL" clId="{51ABC270-AFA2-421F-8481-D90213C3441F}" dt="2024-10-13T16:57:35.258" v="1485" actId="14100"/>
        <pc:sldMkLst>
          <pc:docMk/>
          <pc:sldMk cId="3406095453" sldId="350"/>
        </pc:sldMkLst>
      </pc:sldChg>
      <pc:sldChg chg="modSp mod ord modShow">
        <pc:chgData name="Yuli Jiang (CSD)" userId="7c291cd4-aa97-4867-8d2d-ebf5c1c3b419" providerId="ADAL" clId="{51ABC270-AFA2-421F-8481-D90213C3441F}" dt="2024-10-13T18:05:39.771" v="3241" actId="729"/>
        <pc:sldMkLst>
          <pc:docMk/>
          <pc:sldMk cId="1034927969" sldId="351"/>
        </pc:sldMkLst>
      </pc:sldChg>
      <pc:sldChg chg="modSp mod">
        <pc:chgData name="Yuli Jiang (CSD)" userId="7c291cd4-aa97-4867-8d2d-ebf5c1c3b419" providerId="ADAL" clId="{51ABC270-AFA2-421F-8481-D90213C3441F}" dt="2024-10-13T17:40:31.130" v="2424" actId="403"/>
        <pc:sldMkLst>
          <pc:docMk/>
          <pc:sldMk cId="3135408265" sldId="352"/>
        </pc:sldMkLst>
      </pc:sldChg>
      <pc:sldChg chg="addSp modSp mod">
        <pc:chgData name="Yuli Jiang (CSD)" userId="7c291cd4-aa97-4867-8d2d-ebf5c1c3b419" providerId="ADAL" clId="{51ABC270-AFA2-421F-8481-D90213C3441F}" dt="2024-10-13T17:59:23.545" v="3226" actId="14100"/>
        <pc:sldMkLst>
          <pc:docMk/>
          <pc:sldMk cId="965270603" sldId="353"/>
        </pc:sldMkLst>
      </pc:sldChg>
      <pc:sldChg chg="addSp modSp mod">
        <pc:chgData name="Yuli Jiang (CSD)" userId="7c291cd4-aa97-4867-8d2d-ebf5c1c3b419" providerId="ADAL" clId="{51ABC270-AFA2-421F-8481-D90213C3441F}" dt="2024-10-13T17:56:09.256" v="3124" actId="20577"/>
        <pc:sldMkLst>
          <pc:docMk/>
          <pc:sldMk cId="3295559441" sldId="354"/>
        </pc:sldMkLst>
      </pc:sldChg>
      <pc:sldChg chg="addSp delSp modSp mod">
        <pc:chgData name="Yuli Jiang (CSD)" userId="7c291cd4-aa97-4867-8d2d-ebf5c1c3b419" providerId="ADAL" clId="{51ABC270-AFA2-421F-8481-D90213C3441F}" dt="2024-10-13T17:55:27.778" v="3087" actId="1076"/>
        <pc:sldMkLst>
          <pc:docMk/>
          <pc:sldMk cId="591816102" sldId="355"/>
        </pc:sldMkLst>
      </pc:sldChg>
      <pc:sldChg chg="modSp mod">
        <pc:chgData name="Yuli Jiang (CSD)" userId="7c291cd4-aa97-4867-8d2d-ebf5c1c3b419" providerId="ADAL" clId="{51ABC270-AFA2-421F-8481-D90213C3441F}" dt="2024-10-13T17:24:29.769" v="2057" actId="403"/>
        <pc:sldMkLst>
          <pc:docMk/>
          <pc:sldMk cId="1741911581" sldId="357"/>
        </pc:sldMkLst>
      </pc:sldChg>
      <pc:sldChg chg="modSp mod">
        <pc:chgData name="Yuli Jiang (CSD)" userId="7c291cd4-aa97-4867-8d2d-ebf5c1c3b419" providerId="ADAL" clId="{51ABC270-AFA2-421F-8481-D90213C3441F}" dt="2024-10-13T16:24:22.034" v="640" actId="20577"/>
        <pc:sldMkLst>
          <pc:docMk/>
          <pc:sldMk cId="3065016898" sldId="359"/>
        </pc:sldMkLst>
      </pc:sldChg>
      <pc:sldChg chg="del">
        <pc:chgData name="Yuli Jiang (CSD)" userId="7c291cd4-aa97-4867-8d2d-ebf5c1c3b419" providerId="ADAL" clId="{51ABC270-AFA2-421F-8481-D90213C3441F}" dt="2024-10-13T16:43:27.972" v="1317" actId="47"/>
        <pc:sldMkLst>
          <pc:docMk/>
          <pc:sldMk cId="3114149895" sldId="362"/>
        </pc:sldMkLst>
      </pc:sldChg>
      <pc:sldChg chg="delSp modSp mod">
        <pc:chgData name="Yuli Jiang (CSD)" userId="7c291cd4-aa97-4867-8d2d-ebf5c1c3b419" providerId="ADAL" clId="{51ABC270-AFA2-421F-8481-D90213C3441F}" dt="2024-10-13T16:20:15.461" v="568" actId="13926"/>
        <pc:sldMkLst>
          <pc:docMk/>
          <pc:sldMk cId="2472512755" sldId="363"/>
        </pc:sldMkLst>
      </pc:sldChg>
      <pc:sldChg chg="modSp mod ord modShow">
        <pc:chgData name="Yuli Jiang (CSD)" userId="7c291cd4-aa97-4867-8d2d-ebf5c1c3b419" providerId="ADAL" clId="{51ABC270-AFA2-421F-8481-D90213C3441F}" dt="2024-10-13T18:05:39.771" v="3241" actId="729"/>
        <pc:sldMkLst>
          <pc:docMk/>
          <pc:sldMk cId="2847907901" sldId="365"/>
        </pc:sldMkLst>
      </pc:sldChg>
      <pc:sldChg chg="addSp modSp mod">
        <pc:chgData name="Yuli Jiang (CSD)" userId="7c291cd4-aa97-4867-8d2d-ebf5c1c3b419" providerId="ADAL" clId="{51ABC270-AFA2-421F-8481-D90213C3441F}" dt="2024-10-13T17:39:08.770" v="2399" actId="1076"/>
        <pc:sldMkLst>
          <pc:docMk/>
          <pc:sldMk cId="1734480517" sldId="368"/>
        </pc:sldMkLst>
      </pc:sldChg>
      <pc:sldChg chg="del">
        <pc:chgData name="Yuli Jiang (CSD)" userId="7c291cd4-aa97-4867-8d2d-ebf5c1c3b419" providerId="ADAL" clId="{51ABC270-AFA2-421F-8481-D90213C3441F}" dt="2024-10-13T15:43:55.060" v="27" actId="47"/>
        <pc:sldMkLst>
          <pc:docMk/>
          <pc:sldMk cId="2958497505" sldId="369"/>
        </pc:sldMkLst>
      </pc:sldChg>
      <pc:sldChg chg="addSp delSp modSp mod modAnim">
        <pc:chgData name="Yuli Jiang (CSD)" userId="7c291cd4-aa97-4867-8d2d-ebf5c1c3b419" providerId="ADAL" clId="{51ABC270-AFA2-421F-8481-D90213C3441F}" dt="2024-10-13T16:22:02.472" v="573" actId="20577"/>
        <pc:sldMkLst>
          <pc:docMk/>
          <pc:sldMk cId="1262312710" sldId="370"/>
        </pc:sldMkLst>
      </pc:sldChg>
      <pc:sldChg chg="addSp delSp modSp mod">
        <pc:chgData name="Yuli Jiang (CSD)" userId="7c291cd4-aa97-4867-8d2d-ebf5c1c3b419" providerId="ADAL" clId="{51ABC270-AFA2-421F-8481-D90213C3441F}" dt="2024-10-13T16:01:33.809" v="332"/>
        <pc:sldMkLst>
          <pc:docMk/>
          <pc:sldMk cId="793160574" sldId="371"/>
        </pc:sldMkLst>
      </pc:sldChg>
      <pc:sldChg chg="del">
        <pc:chgData name="Yuli Jiang (CSD)" userId="7c291cd4-aa97-4867-8d2d-ebf5c1c3b419" providerId="ADAL" clId="{51ABC270-AFA2-421F-8481-D90213C3441F}" dt="2024-10-13T15:33:36.917" v="0" actId="47"/>
        <pc:sldMkLst>
          <pc:docMk/>
          <pc:sldMk cId="3185096488" sldId="372"/>
        </pc:sldMkLst>
      </pc:sldChg>
      <pc:sldChg chg="modSp mod addAnim delAnim modAnim">
        <pc:chgData name="Yuli Jiang (CSD)" userId="7c291cd4-aa97-4867-8d2d-ebf5c1c3b419" providerId="ADAL" clId="{51ABC270-AFA2-421F-8481-D90213C3441F}" dt="2024-10-13T16:08:16.291" v="377" actId="1076"/>
        <pc:sldMkLst>
          <pc:docMk/>
          <pc:sldMk cId="1700680792" sldId="373"/>
        </pc:sldMkLst>
      </pc:sldChg>
      <pc:sldChg chg="modSp del mod">
        <pc:chgData name="Yuli Jiang (CSD)" userId="7c291cd4-aa97-4867-8d2d-ebf5c1c3b419" providerId="ADAL" clId="{51ABC270-AFA2-421F-8481-D90213C3441F}" dt="2024-10-13T16:52:22.169" v="1440" actId="47"/>
        <pc:sldMkLst>
          <pc:docMk/>
          <pc:sldMk cId="2022550526" sldId="374"/>
        </pc:sldMkLst>
      </pc:sldChg>
      <pc:sldChg chg="addSp modSp">
        <pc:chgData name="Yuli Jiang (CSD)" userId="7c291cd4-aa97-4867-8d2d-ebf5c1c3b419" providerId="ADAL" clId="{51ABC270-AFA2-421F-8481-D90213C3441F}" dt="2024-10-13T18:06:03.257" v="3242"/>
        <pc:sldMkLst>
          <pc:docMk/>
          <pc:sldMk cId="4104861438" sldId="375"/>
        </pc:sldMkLst>
      </pc:sldChg>
      <pc:sldChg chg="modSp mod">
        <pc:chgData name="Yuli Jiang (CSD)" userId="7c291cd4-aa97-4867-8d2d-ebf5c1c3b419" providerId="ADAL" clId="{51ABC270-AFA2-421F-8481-D90213C3441F}" dt="2024-10-13T17:40:23.178" v="2422" actId="113"/>
        <pc:sldMkLst>
          <pc:docMk/>
          <pc:sldMk cId="178273453" sldId="376"/>
        </pc:sldMkLst>
      </pc:sldChg>
      <pc:sldChg chg="new del">
        <pc:chgData name="Yuli Jiang (CSD)" userId="7c291cd4-aa97-4867-8d2d-ebf5c1c3b419" providerId="ADAL" clId="{51ABC270-AFA2-421F-8481-D90213C3441F}" dt="2024-10-13T16:11:58.331" v="413" actId="47"/>
        <pc:sldMkLst>
          <pc:docMk/>
          <pc:sldMk cId="1088668158" sldId="378"/>
        </pc:sldMkLst>
      </pc:sldChg>
      <pc:sldChg chg="addSp delSp modSp add mod delAnim">
        <pc:chgData name="Yuli Jiang (CSD)" userId="7c291cd4-aa97-4867-8d2d-ebf5c1c3b419" providerId="ADAL" clId="{51ABC270-AFA2-421F-8481-D90213C3441F}" dt="2024-10-13T16:20:01.877" v="566" actId="115"/>
        <pc:sldMkLst>
          <pc:docMk/>
          <pc:sldMk cId="3386806578" sldId="379"/>
        </pc:sldMkLst>
      </pc:sldChg>
      <pc:sldChg chg="addSp delSp modSp add mod ord">
        <pc:chgData name="Yuli Jiang (CSD)" userId="7c291cd4-aa97-4867-8d2d-ebf5c1c3b419" providerId="ADAL" clId="{51ABC270-AFA2-421F-8481-D90213C3441F}" dt="2024-10-13T16:43:23.997" v="1316" actId="20577"/>
        <pc:sldMkLst>
          <pc:docMk/>
          <pc:sldMk cId="754176637" sldId="380"/>
        </pc:sldMkLst>
      </pc:sldChg>
      <pc:sldChg chg="modSp add mod">
        <pc:chgData name="Yuli Jiang (CSD)" userId="7c291cd4-aa97-4867-8d2d-ebf5c1c3b419" providerId="ADAL" clId="{51ABC270-AFA2-421F-8481-D90213C3441F}" dt="2024-10-13T16:49:50.331" v="1409" actId="20577"/>
        <pc:sldMkLst>
          <pc:docMk/>
          <pc:sldMk cId="2561341120" sldId="381"/>
        </pc:sldMkLst>
      </pc:sldChg>
      <pc:sldChg chg="addSp delSp modSp add mod delAnim modAnim">
        <pc:chgData name="Yuli Jiang (CSD)" userId="7c291cd4-aa97-4867-8d2d-ebf5c1c3b419" providerId="ADAL" clId="{51ABC270-AFA2-421F-8481-D90213C3441F}" dt="2024-10-13T16:52:11.951" v="1439" actId="113"/>
        <pc:sldMkLst>
          <pc:docMk/>
          <pc:sldMk cId="2035351797" sldId="382"/>
        </pc:sldMkLst>
      </pc:sldChg>
      <pc:sldChg chg="addSp modSp add mod">
        <pc:chgData name="Yuli Jiang (CSD)" userId="7c291cd4-aa97-4867-8d2d-ebf5c1c3b419" providerId="ADAL" clId="{51ABC270-AFA2-421F-8481-D90213C3441F}" dt="2024-10-13T17:21:36.119" v="2025" actId="13926"/>
        <pc:sldMkLst>
          <pc:docMk/>
          <pc:sldMk cId="2252807946" sldId="383"/>
        </pc:sldMkLst>
      </pc:sldChg>
      <pc:sldChg chg="addSp delSp modSp new mod">
        <pc:chgData name="Yuli Jiang (CSD)" userId="7c291cd4-aa97-4867-8d2d-ebf5c1c3b419" providerId="ADAL" clId="{51ABC270-AFA2-421F-8481-D90213C3441F}" dt="2024-10-13T17:31:48.285" v="2248" actId="1076"/>
        <pc:sldMkLst>
          <pc:docMk/>
          <pc:sldMk cId="1535508701" sldId="384"/>
        </pc:sldMkLst>
      </pc:sldChg>
      <pc:sldChg chg="addSp delSp modSp new mod ord modAnim">
        <pc:chgData name="Yuli Jiang (CSD)" userId="7c291cd4-aa97-4867-8d2d-ebf5c1c3b419" providerId="ADAL" clId="{51ABC270-AFA2-421F-8481-D90213C3441F}" dt="2024-10-13T17:36:25.171" v="2320" actId="20577"/>
        <pc:sldMkLst>
          <pc:docMk/>
          <pc:sldMk cId="4147839173" sldId="385"/>
        </pc:sldMkLst>
      </pc:sldChg>
      <pc:sldChg chg="new del">
        <pc:chgData name="Yuli Jiang (CSD)" userId="7c291cd4-aa97-4867-8d2d-ebf5c1c3b419" providerId="ADAL" clId="{51ABC270-AFA2-421F-8481-D90213C3441F}" dt="2024-10-13T17:40:54.771" v="2427" actId="47"/>
        <pc:sldMkLst>
          <pc:docMk/>
          <pc:sldMk cId="2922546416" sldId="386"/>
        </pc:sldMkLst>
      </pc:sldChg>
      <pc:sldChg chg="addSp delSp modSp add mod delAnim">
        <pc:chgData name="Yuli Jiang (CSD)" userId="7c291cd4-aa97-4867-8d2d-ebf5c1c3b419" providerId="ADAL" clId="{51ABC270-AFA2-421F-8481-D90213C3441F}" dt="2024-10-13T17:44:31.092" v="2560" actId="20577"/>
        <pc:sldMkLst>
          <pc:docMk/>
          <pc:sldMk cId="4034431611" sldId="387"/>
        </pc:sldMkLst>
      </pc:sldChg>
      <pc:sldChg chg="modSp add mod modAnim">
        <pc:chgData name="Yuli Jiang (CSD)" userId="7c291cd4-aa97-4867-8d2d-ebf5c1c3b419" providerId="ADAL" clId="{51ABC270-AFA2-421F-8481-D90213C3441F}" dt="2024-10-13T17:48:48.533" v="2748" actId="20577"/>
        <pc:sldMkLst>
          <pc:docMk/>
          <pc:sldMk cId="3042661704" sldId="388"/>
        </pc:sldMkLst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">
      <pc:chgData name="William Hui (IEG)" userId="S::kyhui@cuhk.edu.hk::07728535-8fdc-4325-b24f-20cc4d58a3a3" providerId="AD" clId="Web-{783E9276-7FBB-642D-8921-EAC91788C987}" dt="2019-08-24T11:25:08.103" v="122" actId="20577"/>
      <pc:docMkLst>
        <pc:docMk/>
      </pc:docMkLst>
      <pc:sldChg chg="modSp">
        <pc:chgData name="William Hui (IEG)" userId="S::kyhui@cuhk.edu.hk::07728535-8fdc-4325-b24f-20cc4d58a3a3" providerId="AD" clId="Web-{783E9276-7FBB-642D-8921-EAC91788C987}" dt="2019-08-24T11:25:03.728" v="118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</pc:sldChg>
    </pc:docChg>
  </pc:docChgLst>
  <pc:docChgLst>
    <pc:chgData name="William Hui (IEG)" userId="S::kyhui@cuhk.edu.hk::07728535-8fdc-4325-b24f-20cc4d58a3a3" providerId="AD" clId="Web-{D418A6A0-382F-0D02-BDEC-943C2D78C899}"/>
    <pc:docChg chg="addSld delSld modSld sldOrd">
      <pc:chgData name="William Hui (IEG)" userId="S::kyhui@cuhk.edu.hk::07728535-8fdc-4325-b24f-20cc4d58a3a3" providerId="AD" clId="Web-{D418A6A0-382F-0D02-BDEC-943C2D78C899}" dt="2019-09-21T13:30:11.138" v="1182" actId="20577"/>
      <pc:docMkLst>
        <pc:docMk/>
      </pc:docMkLst>
      <pc:sldChg chg="modSp">
        <pc:chgData name="William Hui (IEG)" userId="S::kyhui@cuhk.edu.hk::07728535-8fdc-4325-b24f-20cc4d58a3a3" providerId="AD" clId="Web-{D418A6A0-382F-0D02-BDEC-943C2D78C899}" dt="2019-09-21T13:29:23.965" v="1098" actId="20577"/>
        <pc:sldMkLst>
          <pc:docMk/>
          <pc:sldMk cId="613261591" sldId="344"/>
        </pc:sldMkLst>
      </pc:sldChg>
      <pc:sldChg chg="addSp modSp add ord replId">
        <pc:chgData name="William Hui (IEG)" userId="S::kyhui@cuhk.edu.hk::07728535-8fdc-4325-b24f-20cc4d58a3a3" providerId="AD" clId="Web-{D418A6A0-382F-0D02-BDEC-943C2D78C899}" dt="2019-09-21T13:24:14.690" v="717" actId="20577"/>
        <pc:sldMkLst>
          <pc:docMk/>
          <pc:sldMk cId="1034927969" sldId="351"/>
        </pc:sldMkLst>
      </pc:sldChg>
      <pc:sldChg chg="modSp new">
        <pc:chgData name="William Hui (IEG)" userId="S::kyhui@cuhk.edu.hk::07728535-8fdc-4325-b24f-20cc4d58a3a3" providerId="AD" clId="Web-{D418A6A0-382F-0D02-BDEC-943C2D78C899}" dt="2019-09-21T13:24:17.768" v="720" actId="20577"/>
        <pc:sldMkLst>
          <pc:docMk/>
          <pc:sldMk cId="3135408265" sldId="352"/>
        </pc:sldMkLst>
      </pc:sldChg>
      <pc:sldChg chg="modSp add">
        <pc:chgData name="William Hui (IEG)" userId="S::kyhui@cuhk.edu.hk::07728535-8fdc-4325-b24f-20cc4d58a3a3" providerId="AD" clId="Web-{D418A6A0-382F-0D02-BDEC-943C2D78C899}" dt="2019-09-21T13:13:36.858" v="479" actId="14100"/>
        <pc:sldMkLst>
          <pc:docMk/>
          <pc:sldMk cId="965270603" sldId="353"/>
        </pc:sldMkLst>
      </pc:sldChg>
      <pc:sldChg chg="modSp add">
        <pc:chgData name="William Hui (IEG)" userId="S::kyhui@cuhk.edu.hk::07728535-8fdc-4325-b24f-20cc4d58a3a3" providerId="AD" clId="Web-{D418A6A0-382F-0D02-BDEC-943C2D78C899}" dt="2019-09-21T13:24:23.206" v="726" actId="20577"/>
        <pc:sldMkLst>
          <pc:docMk/>
          <pc:sldMk cId="3295559441" sldId="354"/>
        </pc:sldMkLst>
      </pc:sldChg>
      <pc:sldChg chg="addSp modSp add">
        <pc:chgData name="William Hui (IEG)" userId="S::kyhui@cuhk.edu.hk::07728535-8fdc-4325-b24f-20cc4d58a3a3" providerId="AD" clId="Web-{D418A6A0-382F-0D02-BDEC-943C2D78C899}" dt="2019-09-21T13:24:22.753" v="723" actId="20577"/>
        <pc:sldMkLst>
          <pc:docMk/>
          <pc:sldMk cId="591816102" sldId="355"/>
        </pc:sldMkLst>
      </pc:sldChg>
      <pc:sldChg chg="modSp add">
        <pc:chgData name="William Hui (IEG)" userId="S::kyhui@cuhk.edu.hk::07728535-8fdc-4325-b24f-20cc4d58a3a3" providerId="AD" clId="Web-{D418A6A0-382F-0D02-BDEC-943C2D78C899}" dt="2019-09-21T13:25:28.348" v="733" actId="20577"/>
        <pc:sldMkLst>
          <pc:docMk/>
          <pc:sldMk cId="3679510911" sldId="356"/>
        </pc:sldMkLst>
      </pc:sldChg>
      <pc:sldChg chg="modSp add">
        <pc:chgData name="William Hui (IEG)" userId="S::kyhui@cuhk.edu.hk::07728535-8fdc-4325-b24f-20cc4d58a3a3" providerId="AD" clId="Web-{D418A6A0-382F-0D02-BDEC-943C2D78C899}" dt="2019-09-21T13:25:10.629" v="731" actId="20577"/>
        <pc:sldMkLst>
          <pc:docMk/>
          <pc:sldMk cId="1741911581" sldId="357"/>
        </pc:sldMkLst>
      </pc:sldChg>
      <pc:sldChg chg="modSp new ord">
        <pc:chgData name="William Hui (IEG)" userId="S::kyhui@cuhk.edu.hk::07728535-8fdc-4325-b24f-20cc4d58a3a3" providerId="AD" clId="Web-{D418A6A0-382F-0D02-BDEC-943C2D78C899}" dt="2019-09-21T13:30:11.138" v="1181" actId="20577"/>
        <pc:sldMkLst>
          <pc:docMk/>
          <pc:sldMk cId="2472890935" sldId="358"/>
        </pc:sldMkLst>
      </pc:sldChg>
    </pc:docChg>
  </pc:docChgLst>
  <pc:docChgLst>
    <pc:chgData name="William Hui (IEG)" userId="S::kyhui@cuhk.edu.hk::07728535-8fdc-4325-b24f-20cc4d58a3a3" providerId="AD" clId="Web-{D1595F0A-D1F8-1698-F3C8-DE6AD52AED83}"/>
    <pc:docChg chg="delSld modSld">
      <pc:chgData name="William Hui (IEG)" userId="S::kyhui@cuhk.edu.hk::07728535-8fdc-4325-b24f-20cc4d58a3a3" providerId="AD" clId="Web-{D1595F0A-D1F8-1698-F3C8-DE6AD52AED83}" dt="2019-09-20T07:15:01.683" v="383" actId="20577"/>
      <pc:docMkLst>
        <pc:docMk/>
      </pc:docMkLst>
      <pc:sldChg chg="modSp">
        <pc:chgData name="William Hui (IEG)" userId="S::kyhui@cuhk.edu.hk::07728535-8fdc-4325-b24f-20cc4d58a3a3" providerId="AD" clId="Web-{D1595F0A-D1F8-1698-F3C8-DE6AD52AED83}" dt="2019-09-20T07:11:35.557" v="380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D1595F0A-D1F8-1698-F3C8-DE6AD52AED83}" dt="2019-09-20T06:53:41.539" v="0" actId="20577"/>
        <pc:sldMkLst>
          <pc:docMk/>
          <pc:sldMk cId="1971017547" sldId="334"/>
        </pc:sldMkLst>
      </pc:sldChg>
    </pc:docChg>
  </pc:docChgLst>
  <pc:docChgLst>
    <pc:chgData name="Yuli Jiang (CSD)" userId="7c291cd4-aa97-4867-8d2d-ebf5c1c3b419" providerId="ADAL" clId="{421F2DBC-CE5F-4EE8-A8C5-A8C897D9546C}"/>
    <pc:docChg chg="undo custSel modSld">
      <pc:chgData name="Yuli Jiang (CSD)" userId="7c291cd4-aa97-4867-8d2d-ebf5c1c3b419" providerId="ADAL" clId="{421F2DBC-CE5F-4EE8-A8C5-A8C897D9546C}" dt="2024-04-24T15:09:07.716" v="9"/>
      <pc:docMkLst>
        <pc:docMk/>
      </pc:docMkLst>
      <pc:sldChg chg="addSp modSp mod">
        <pc:chgData name="Yuli Jiang (CSD)" userId="7c291cd4-aa97-4867-8d2d-ebf5c1c3b419" providerId="ADAL" clId="{421F2DBC-CE5F-4EE8-A8C5-A8C897D9546C}" dt="2024-04-24T15:09:07.716" v="9"/>
        <pc:sldMkLst>
          <pc:docMk/>
          <pc:sldMk cId="591816102" sldId="355"/>
        </pc:sldMkLst>
      </pc:sldChg>
    </pc:docChg>
  </pc:docChgLst>
  <pc:docChgLst>
    <pc:chgData name="Chuck jee Chau (CSD)" userId="7aa7a09e-983f-4214-9e5a-071cbb678e81" providerId="ADAL" clId="{DBF23BF8-0118-864B-BF41-A3F5A498FE4D}"/>
    <pc:docChg chg="custSel">
      <pc:chgData name="Chuck jee Chau (CSD)" userId="7aa7a09e-983f-4214-9e5a-071cbb678e81" providerId="ADAL" clId="{DBF23BF8-0118-864B-BF41-A3F5A498FE4D}" dt="2019-10-11T02:20:20.495" v="8" actId="1592"/>
      <pc:docMkLst>
        <pc:docMk/>
      </pc:docMkLst>
      <pc:sldChg chg="delCm">
        <pc:chgData name="Chuck jee Chau (CSD)" userId="7aa7a09e-983f-4214-9e5a-071cbb678e81" providerId="ADAL" clId="{DBF23BF8-0118-864B-BF41-A3F5A498FE4D}" dt="2019-10-11T02:20:20.484" v="2" actId="1592"/>
        <pc:sldMkLst>
          <pc:docMk/>
          <pc:sldMk cId="1800300312" sldId="314"/>
        </pc:sldMkLst>
      </pc:sldChg>
      <pc:sldChg chg="delCm">
        <pc:chgData name="Chuck jee Chau (CSD)" userId="7aa7a09e-983f-4214-9e5a-071cbb678e81" providerId="ADAL" clId="{DBF23BF8-0118-864B-BF41-A3F5A498FE4D}" dt="2019-10-11T02:20:20.485" v="3" actId="1592"/>
        <pc:sldMkLst>
          <pc:docMk/>
          <pc:sldMk cId="1011948799" sldId="346"/>
        </pc:sldMkLst>
      </pc:sldChg>
      <pc:sldChg chg="delCm">
        <pc:chgData name="Chuck jee Chau (CSD)" userId="7aa7a09e-983f-4214-9e5a-071cbb678e81" providerId="ADAL" clId="{DBF23BF8-0118-864B-BF41-A3F5A498FE4D}" dt="2019-10-11T02:20:20.486" v="4" actId="1592"/>
        <pc:sldMkLst>
          <pc:docMk/>
          <pc:sldMk cId="1034927969" sldId="351"/>
        </pc:sldMkLst>
      </pc:sldChg>
      <pc:sldChg chg="delCm">
        <pc:chgData name="Chuck jee Chau (CSD)" userId="7aa7a09e-983f-4214-9e5a-071cbb678e81" providerId="ADAL" clId="{DBF23BF8-0118-864B-BF41-A3F5A498FE4D}" dt="2019-10-11T02:20:20.489" v="6" actId="1592"/>
        <pc:sldMkLst>
          <pc:docMk/>
          <pc:sldMk cId="3135408265" sldId="352"/>
        </pc:sldMkLst>
      </pc:sldChg>
      <pc:sldChg chg="delCm">
        <pc:chgData name="Chuck jee Chau (CSD)" userId="7aa7a09e-983f-4214-9e5a-071cbb678e81" providerId="ADAL" clId="{DBF23BF8-0118-864B-BF41-A3F5A498FE4D}" dt="2019-10-11T02:20:20.495" v="8" actId="1592"/>
        <pc:sldMkLst>
          <pc:docMk/>
          <pc:sldMk cId="591816102" sldId="355"/>
        </pc:sldMkLst>
      </pc:sldChg>
      <pc:sldChg chg="delCm">
        <pc:chgData name="Chuck jee Chau (CSD)" userId="7aa7a09e-983f-4214-9e5a-071cbb678e81" providerId="ADAL" clId="{DBF23BF8-0118-864B-BF41-A3F5A498FE4D}" dt="2019-10-11T02:20:20.480" v="0" actId="1592"/>
        <pc:sldMkLst>
          <pc:docMk/>
          <pc:sldMk cId="3114149895" sldId="362"/>
        </pc:sldMkLst>
      </pc:sldChg>
      <pc:sldChg chg="delCm">
        <pc:chgData name="Chuck jee Chau (CSD)" userId="7aa7a09e-983f-4214-9e5a-071cbb678e81" providerId="ADAL" clId="{DBF23BF8-0118-864B-BF41-A3F5A498FE4D}" dt="2019-10-11T02:20:20.482" v="1" actId="1592"/>
        <pc:sldMkLst>
          <pc:docMk/>
          <pc:sldMk cId="2472512755" sldId="363"/>
        </pc:sldMkLst>
      </pc:sldChg>
      <pc:sldChg chg="delCm">
        <pc:chgData name="Chuck jee Chau (CSD)" userId="7aa7a09e-983f-4214-9e5a-071cbb678e81" providerId="ADAL" clId="{DBF23BF8-0118-864B-BF41-A3F5A498FE4D}" dt="2019-10-11T02:20:20.488" v="5" actId="1592"/>
        <pc:sldMkLst>
          <pc:docMk/>
          <pc:sldMk cId="2847907901" sldId="3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ackboard.cuhk.edu.hk/webapps/blackboard/content/launchLink.jsp?course_id=_223097_1&amp;tool_id=_4030_1&amp;tool_type=TOOL&amp;mode=view&amp;mode=rese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Reading List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67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0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74DF-2C2D-DED2-60C0-A3163C7E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AED7D-F6FB-97E5-D900-F31A326BE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D1F1C-5EDE-CEDB-905B-AB1EEFD8B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ABA3E-1A0B-B779-0E35-8A4D9CD676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6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E70F8-7AC7-4B7C-DBB1-662FBD65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96F3D-2403-3348-DF7F-C20C1901B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C2A9B-624A-A16D-F790-5AA67E0B1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D1BC8-C554-57CE-A8AC-B2760EAEC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62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07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C69480F-9D59-4765-9278-39D1E29CCDCC}" type="slidenum">
              <a:rPr lang="zh-TW" altLang="en-US" b="0">
                <a:latin typeface="Arial" panose="020B0604020202020204" pitchFamily="34" charset="0"/>
              </a:rPr>
              <a:pPr/>
              <a:t>7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79858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768AA27-5BF1-4E62-BCAC-A54F667A499A}" type="slidenum">
              <a:rPr lang="zh-TW" altLang="en-US" b="0">
                <a:latin typeface="Arial" panose="020B0604020202020204" pitchFamily="34" charset="0"/>
              </a:rPr>
              <a:pPr/>
              <a:t>8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3034303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br>
              <a:rPr lang="en-US" altLang="zh-CN" b="0" i="0" dirty="0">
                <a:effectLst/>
                <a:latin typeface="Arial" panose="020B0604020202020204" pitchFamily="34" charset="0"/>
              </a:rPr>
            </a:br>
            <a:endParaRPr lang="en-US" altLang="zh-CN" b="0" i="0" dirty="0">
              <a:effectLst/>
              <a:latin typeface="Inter"/>
            </a:endParaRPr>
          </a:p>
          <a:p>
            <a:pPr algn="l" rtl="0"/>
            <a:r>
              <a:rPr lang="en-US" altLang="zh-CN" b="1" i="0" dirty="0">
                <a:solidFill>
                  <a:srgbClr val="FFFFFF"/>
                </a:solidFill>
                <a:effectLst/>
                <a:latin typeface="Inter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7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0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715B-7C08-1F54-AA35-2C6E38FB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9398D-984D-5457-FA4B-DDDB70BDC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A0DE-2BCC-83F7-8EF8-950C93A4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D1EE2-B528-D280-F70F-72E1ABF3B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27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64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05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61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CC3A-ABB1-CDC4-6EBE-5BB39EB8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90B82-E307-3759-5CFE-7A436C12C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A2F3D-1070-00F8-18F2-B726E5073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br>
              <a:rPr lang="en-US" altLang="zh-CN" b="0" i="0" dirty="0">
                <a:effectLst/>
                <a:latin typeface="Arial" panose="020B0604020202020204" pitchFamily="34" charset="0"/>
              </a:rPr>
            </a:br>
            <a:endParaRPr lang="en-US" altLang="zh-CN" b="0" i="0" dirty="0">
              <a:effectLst/>
              <a:latin typeface="Inter"/>
            </a:endParaRPr>
          </a:p>
          <a:p>
            <a:pPr algn="l" rtl="0"/>
            <a:r>
              <a:rPr lang="en-US" altLang="zh-CN" b="1" i="0" dirty="0">
                <a:solidFill>
                  <a:srgbClr val="FFFFFF"/>
                </a:solidFill>
                <a:effectLst/>
                <a:latin typeface="Inter"/>
              </a:rPr>
              <a:t>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6FC22-C535-206B-A9FD-204FA4D75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1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20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22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94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5EA6-6DA1-B52D-9131-EBD7B5D4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A38D8-95BD-98B3-B962-3B8AB41E8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E680A-D7E7-8FDC-505F-49F0A056B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96103-11B0-D95B-4D5F-1677B0FF5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96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3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br>
              <a:rPr lang="en-US" altLang="zh-CN" b="0" i="0" dirty="0">
                <a:effectLst/>
                <a:latin typeface="Arial" panose="020B0604020202020204" pitchFamily="34" charset="0"/>
              </a:rPr>
            </a:br>
            <a:endParaRPr lang="en-US" altLang="zh-CN" b="0" i="0" dirty="0">
              <a:effectLst/>
              <a:latin typeface="Inter"/>
            </a:endParaRPr>
          </a:p>
          <a:p>
            <a:pPr algn="l" rtl="0"/>
            <a:r>
              <a:rPr lang="en-US" altLang="zh-CN" b="1" i="0" dirty="0">
                <a:solidFill>
                  <a:srgbClr val="FFFFFF"/>
                </a:solidFill>
                <a:effectLst/>
                <a:latin typeface="Inter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5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3A5F-DFE1-3C46-B046-3B731DAF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ACB8D-7BCB-F949-937F-E7E5774D2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zh-CN" dirty="0"/>
              <a:t>Looping</a:t>
            </a:r>
          </a:p>
          <a:p>
            <a:pPr marL="914400" lvl="1" indent="-514350"/>
            <a:r>
              <a:rPr lang="en-GB" altLang="zh-CN" dirty="0"/>
              <a:t>Find relationships between variables</a:t>
            </a:r>
          </a:p>
          <a:p>
            <a:pPr marL="914400" lvl="1" indent="-514350"/>
            <a:r>
              <a:rPr lang="en-GB" altLang="zh-CN" dirty="0"/>
              <a:t>Loop for counts (count array) </a:t>
            </a:r>
          </a:p>
          <a:p>
            <a:pPr marL="914400" lvl="1" indent="-514350"/>
            <a:r>
              <a:rPr lang="en-GB" altLang="zh-CN" dirty="0"/>
              <a:t>Flag </a:t>
            </a:r>
          </a:p>
          <a:p>
            <a:pPr marL="0" indent="0">
              <a:buNone/>
            </a:pPr>
            <a:r>
              <a:rPr lang="en-GB" altLang="zh-CN" dirty="0"/>
              <a:t>Nested Loops – A loop inside another loop</a:t>
            </a:r>
            <a:endParaRPr lang="en-GB" altLang="zh-CN" sz="2000" dirty="0"/>
          </a:p>
          <a:p>
            <a:pPr marL="1257300" lvl="3" indent="0">
              <a:buNone/>
            </a:pPr>
            <a:r>
              <a:rPr lang="en-GB" sz="4000" dirty="0"/>
              <a:t>Today</a:t>
            </a:r>
          </a:p>
          <a:p>
            <a:pPr marL="0" indent="0">
              <a:buNone/>
            </a:pPr>
            <a:r>
              <a:rPr lang="en-GB" dirty="0"/>
              <a:t>A Challenging Example (Selection Sort)</a:t>
            </a:r>
          </a:p>
          <a:p>
            <a:pPr marL="0" indent="0">
              <a:buNone/>
            </a:pPr>
            <a:r>
              <a:rPr lang="en-GB" dirty="0"/>
              <a:t>Break and continue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8E60A-6140-CA4F-B57E-6663A335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1689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0C082B-B229-3C36-AB3A-46AA5FCB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9A3E-7B5F-715E-C2BF-D37C90FB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1568447"/>
            <a:ext cx="4800600" cy="1676400"/>
          </a:xfrm>
        </p:spPr>
        <p:txBody>
          <a:bodyPr>
            <a:normAutofit/>
          </a:bodyPr>
          <a:lstStyle/>
          <a:p>
            <a:r>
              <a:rPr lang="en-GB" sz="8000" dirty="0"/>
              <a:t>Looping 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8992-7190-ECB4-D99E-7149995A5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3429000"/>
            <a:ext cx="11910647" cy="2667000"/>
          </a:xfrm>
        </p:spPr>
        <p:txBody>
          <a:bodyPr>
            <a:normAutofit lnSpcReduction="10000"/>
          </a:bodyPr>
          <a:lstStyle/>
          <a:p>
            <a:pPr marL="400050" lvl="1" indent="0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4000" dirty="0"/>
              <a:t>Selection Sort</a:t>
            </a:r>
          </a:p>
          <a:p>
            <a:pPr marL="0" indent="0" algn="ctr">
              <a:buNone/>
            </a:pPr>
            <a:r>
              <a:rPr lang="en-GB" sz="4000" dirty="0"/>
              <a:t>break </a:t>
            </a:r>
          </a:p>
          <a:p>
            <a:pPr marL="0" indent="0" algn="ctr">
              <a:buNone/>
            </a:pPr>
            <a:r>
              <a:rPr lang="en-GB" sz="4000" dirty="0"/>
              <a:t>continue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B1F7-A599-06AD-0F06-2D3BA1E7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345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F4DD-AED8-4E12-8EA8-AF226943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"/>
              </a:rPr>
              <a:t>1. Challenging Example (Selection Sort)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82BE5-BD08-4837-B8CB-17151956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cs typeface="Calibri"/>
              </a:rPr>
              <a:t>Selection Sort </a:t>
            </a:r>
            <a:r>
              <a:rPr lang="en-US" sz="4000" dirty="0">
                <a:cs typeface="Calibri"/>
              </a:rPr>
              <a:t>is a </a:t>
            </a:r>
            <a:r>
              <a:rPr lang="en-US" sz="4000" dirty="0">
                <a:highlight>
                  <a:srgbClr val="FFFF00"/>
                </a:highlight>
                <a:cs typeface="Calibri"/>
              </a:rPr>
              <a:t>sorting</a:t>
            </a:r>
            <a:r>
              <a:rPr lang="en-US" sz="4000" dirty="0">
                <a:cs typeface="Calibri"/>
              </a:rPr>
              <a:t> method that involves a simple 2-layer nested loop</a:t>
            </a:r>
          </a:p>
          <a:p>
            <a:r>
              <a:rPr lang="en-US" sz="4000" dirty="0">
                <a:cs typeface="Calibri"/>
              </a:rPr>
              <a:t>Selection Sort is among the first </a:t>
            </a:r>
            <a:r>
              <a:rPr lang="en-US" sz="4000" u="sng" dirty="0">
                <a:highlight>
                  <a:srgbClr val="FFFF00"/>
                </a:highlight>
                <a:cs typeface="Calibri"/>
              </a:rPr>
              <a:t>algorithm</a:t>
            </a:r>
            <a:r>
              <a:rPr lang="en-US" sz="4000" dirty="0">
                <a:cs typeface="Calibri"/>
              </a:rPr>
              <a:t> you learn in this course</a:t>
            </a:r>
          </a:p>
          <a:p>
            <a:endParaRPr lang="en-US" sz="4000" dirty="0">
              <a:cs typeface="Calibri"/>
            </a:endParaRPr>
          </a:p>
          <a:p>
            <a:r>
              <a:rPr lang="en-US" sz="4000" dirty="0">
                <a:cs typeface="Calibri"/>
              </a:rPr>
              <a:t>An </a:t>
            </a:r>
            <a:r>
              <a:rPr lang="en-US" sz="4000" u="sng" dirty="0">
                <a:highlight>
                  <a:srgbClr val="FFFF00"/>
                </a:highlight>
                <a:cs typeface="Calibri"/>
              </a:rPr>
              <a:t>algorithm</a:t>
            </a:r>
            <a:r>
              <a:rPr lang="en-US" sz="4000" dirty="0">
                <a:cs typeface="Calibri"/>
              </a:rPr>
              <a:t> is a set of instructions that one can follow to solve a general set of problems</a:t>
            </a:r>
          </a:p>
          <a:p>
            <a:endParaRPr lang="en-US" sz="40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608B9-55CD-498C-9B6F-681B87D7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0826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49CFE-6520-F8E9-E573-E3011925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1" name="Text Box 101">
            <a:extLst>
              <a:ext uri="{FF2B5EF4-FFF2-40B4-BE49-F238E27FC236}">
                <a16:creationId xmlns:a16="http://schemas.microsoft.com/office/drawing/2014/main" id="{DEC21EDD-ADD3-9257-6502-4980BE324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292" y="1371600"/>
            <a:ext cx="74174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32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3200" dirty="0">
                <a:latin typeface="Consolas" panose="020B0609020204030204" pitchFamily="49" charset="0"/>
                <a:ea typeface="新細明體" pitchFamily="18" charset="-120"/>
              </a:rPr>
              <a:t> A[6] = { 4, 5, 7, 2, 9, 1 };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B836367-9690-89F3-12E0-4B95C7C9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"/>
              </a:rPr>
              <a:t>1. Challenging Example (Selection Sort)</a:t>
            </a:r>
            <a:endParaRPr lang="en-US" sz="36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22B2DED-ED10-3BF4-EE27-3DFEF0E83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2209800"/>
            <a:ext cx="11910647" cy="39623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How do we sort it?  Step by step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	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</a:rPr>
              <a:t> A[6] = {</a:t>
            </a:r>
            <a:r>
              <a:rPr lang="en-US" sz="4000" dirty="0">
                <a:cs typeface="Calibri"/>
              </a:rPr>
              <a:t>1,    2,    4,    5,   7,   9}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Translate into programming</a:t>
            </a:r>
          </a:p>
        </p:txBody>
      </p:sp>
    </p:spTree>
    <p:extLst>
      <p:ext uri="{BB962C8B-B14F-4D97-AF65-F5344CB8AC3E}">
        <p14:creationId xmlns:p14="http://schemas.microsoft.com/office/powerpoint/2010/main" val="4034431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8296F-ABD7-54F9-0927-76E8408B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1" name="Text Box 101">
            <a:extLst>
              <a:ext uri="{FF2B5EF4-FFF2-40B4-BE49-F238E27FC236}">
                <a16:creationId xmlns:a16="http://schemas.microsoft.com/office/drawing/2014/main" id="{75D94627-BF97-DB97-44D7-537A94218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292" y="1371600"/>
            <a:ext cx="74174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32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3200" dirty="0">
                <a:latin typeface="Consolas" panose="020B0609020204030204" pitchFamily="49" charset="0"/>
                <a:ea typeface="新細明體" pitchFamily="18" charset="-120"/>
              </a:rPr>
              <a:t> A[6] = { 4, 5, 7, 2, 9, 1 };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C8C088-52CA-B3B0-8901-7378F83E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"/>
              </a:rPr>
              <a:t>1. Challenging Example (Selection Sort)</a:t>
            </a:r>
            <a:endParaRPr lang="en-US" sz="36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B31C483-A554-695B-40DE-A4CA31BF7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956376"/>
            <a:ext cx="11910647" cy="42158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How do we sort it?  Step by step</a:t>
            </a:r>
          </a:p>
          <a:p>
            <a:pPr lvl="1"/>
            <a:r>
              <a:rPr lang="en-US" sz="3200" dirty="0">
                <a:cs typeface="Calibri"/>
              </a:rPr>
              <a:t>Find the smallest one, put it in the </a:t>
            </a:r>
            <a:r>
              <a:rPr lang="en-US" sz="3200" b="1" u="sng" dirty="0">
                <a:cs typeface="Calibri"/>
              </a:rPr>
              <a:t>first</a:t>
            </a:r>
            <a:r>
              <a:rPr lang="en-US" sz="3200" dirty="0">
                <a:cs typeface="Calibri"/>
              </a:rPr>
              <a:t> place</a:t>
            </a:r>
          </a:p>
          <a:p>
            <a:pPr lvl="1"/>
            <a:r>
              <a:rPr lang="en-US" sz="3200" dirty="0">
                <a:cs typeface="Calibri"/>
              </a:rPr>
              <a:t>Find the smallest in the </a:t>
            </a:r>
            <a:r>
              <a:rPr lang="en-US" sz="3200" b="1" u="sng" dirty="0">
                <a:cs typeface="Calibri"/>
              </a:rPr>
              <a:t>rest</a:t>
            </a:r>
            <a:r>
              <a:rPr lang="en-US" sz="3200" dirty="0">
                <a:cs typeface="Calibri"/>
              </a:rPr>
              <a:t> numbers, </a:t>
            </a:r>
            <a:r>
              <a:rPr lang="en-US" altLang="zh-CN" sz="3200" dirty="0">
                <a:cs typeface="Calibri"/>
              </a:rPr>
              <a:t>put it in the second place</a:t>
            </a:r>
          </a:p>
          <a:p>
            <a:pPr lvl="1"/>
            <a:r>
              <a:rPr lang="en-US" sz="3200" dirty="0">
                <a:cs typeface="Calibri"/>
              </a:rPr>
              <a:t>… …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	Repeat for all numbers</a:t>
            </a:r>
          </a:p>
          <a:p>
            <a:pPr marL="0" indent="0">
              <a:buNone/>
            </a:pP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</a:rPr>
              <a:t> A[6] = {</a:t>
            </a:r>
            <a:r>
              <a:rPr lang="en-US" sz="4000" dirty="0">
                <a:cs typeface="Calibri"/>
              </a:rPr>
              <a:t>1,    2,    4,    5,   7,   9}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Translate into programming</a:t>
            </a:r>
          </a:p>
        </p:txBody>
      </p:sp>
    </p:spTree>
    <p:extLst>
      <p:ext uri="{BB962C8B-B14F-4D97-AF65-F5344CB8AC3E}">
        <p14:creationId xmlns:p14="http://schemas.microsoft.com/office/powerpoint/2010/main" val="30426617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4C28C0C9-48EE-0E45-9A51-B55F485AB07A}"/>
              </a:ext>
            </a:extLst>
          </p:cNvPr>
          <p:cNvSpPr/>
          <p:nvPr/>
        </p:nvSpPr>
        <p:spPr>
          <a:xfrm>
            <a:off x="2143274" y="3145970"/>
            <a:ext cx="1020184" cy="2848124"/>
          </a:xfrm>
          <a:prstGeom prst="rtTriangl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37700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961254"/>
              </p:ext>
            </p:extLst>
          </p:nvPr>
        </p:nvGraphicFramePr>
        <p:xfrm>
          <a:off x="683568" y="1621971"/>
          <a:ext cx="8458200" cy="4453443"/>
        </p:xfrm>
        <a:graphic>
          <a:graphicData uri="http://schemas.openxmlformats.org/drawingml/2006/table">
            <a:tbl>
              <a:tblPr/>
              <a:tblGrid>
                <a:gridCol w="1383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5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9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Iteration #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Step 1: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Subarray to be processed: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</a:t>
                      </a:r>
                      <a:r>
                        <a:rPr kumimoji="1" lang="en-US" altLang="zh-TW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i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] … A[</a:t>
                      </a:r>
                      <a:r>
                        <a:rPr kumimoji="1" lang="en-US" altLang="zh-TW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N-1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Step 2: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Locate the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smallest #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in the </a:t>
                      </a:r>
                      <a:b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</a:b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sub-array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Step 3: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Swap the smallest # with A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[</a:t>
                      </a:r>
                      <a:r>
                        <a:rPr kumimoji="0" lang="en-US" altLang="zh-TW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i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0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4 5 7 2 9 1</a:t>
                      </a:r>
                      <a:endParaRPr kumimoji="1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4 5 7 2 9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5 7 2 9 4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1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5 7 2 9 4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5 7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7 5 9 4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7 5 9 4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</a:t>
                      </a:r>
                      <a:r>
                        <a:rPr kumimoji="1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7 5 9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5 9 7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3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3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5 9 7</a:t>
                      </a:r>
                      <a:endParaRPr kumimoji="1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= 4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9 7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9 </a:t>
                      </a:r>
                      <a:r>
                        <a:rPr kumimoji="1" lang="en-US" altLang="zh-TW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7</a:t>
                      </a: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1 2 4 5 7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9</a:t>
                      </a:r>
                      <a:endParaRPr kumimoji="1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41" name="Text Box 101"/>
          <p:cNvSpPr txBox="1">
            <a:spLocks noChangeArrowheads="1"/>
          </p:cNvSpPr>
          <p:nvPr/>
        </p:nvSpPr>
        <p:spPr bwMode="auto">
          <a:xfrm>
            <a:off x="1978968" y="1012371"/>
            <a:ext cx="56220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A[6] = { 4, 5, 7, 2, 9, 1 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C96DD5-C561-4584-982E-A7B77FD50B44}"/>
              </a:ext>
            </a:extLst>
          </p:cNvPr>
          <p:cNvSpPr txBox="1"/>
          <p:nvPr/>
        </p:nvSpPr>
        <p:spPr>
          <a:xfrm>
            <a:off x="1023943" y="2171322"/>
            <a:ext cx="9287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highlight>
                  <a:srgbClr val="FFFF00"/>
                </a:highlight>
              </a:rPr>
              <a:t>N=6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4521823-A01F-2D42-8921-02CE6BA4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D1C10DA-7C78-4A4F-BB32-0E939D3F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>
                <a:cs typeface="Calibri"/>
              </a:rPr>
              <a:t>1. Challenging Example (Selection Sort)</a:t>
            </a:r>
            <a:endParaRPr lang="en-US" sz="3600" dirty="0"/>
          </a:p>
        </p:txBody>
      </p:sp>
      <p:sp>
        <p:nvSpPr>
          <p:cNvPr id="5" name="Left-up Arrow 4">
            <a:extLst>
              <a:ext uri="{FF2B5EF4-FFF2-40B4-BE49-F238E27FC236}">
                <a16:creationId xmlns:a16="http://schemas.microsoft.com/office/drawing/2014/main" id="{9089A252-FB27-9B40-9CBC-95E224B2401A}"/>
              </a:ext>
            </a:extLst>
          </p:cNvPr>
          <p:cNvSpPr/>
          <p:nvPr/>
        </p:nvSpPr>
        <p:spPr>
          <a:xfrm rot="1366363">
            <a:off x="4907759" y="2938346"/>
            <a:ext cx="964100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-up Arrow 14">
            <a:extLst>
              <a:ext uri="{FF2B5EF4-FFF2-40B4-BE49-F238E27FC236}">
                <a16:creationId xmlns:a16="http://schemas.microsoft.com/office/drawing/2014/main" id="{E62834EA-6461-3941-9149-C79706CA0CC9}"/>
              </a:ext>
            </a:extLst>
          </p:cNvPr>
          <p:cNvSpPr/>
          <p:nvPr/>
        </p:nvSpPr>
        <p:spPr>
          <a:xfrm rot="1366363">
            <a:off x="5086885" y="3672927"/>
            <a:ext cx="451779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Left-up Arrow 15">
            <a:extLst>
              <a:ext uri="{FF2B5EF4-FFF2-40B4-BE49-F238E27FC236}">
                <a16:creationId xmlns:a16="http://schemas.microsoft.com/office/drawing/2014/main" id="{3593FC51-C441-7C46-B687-7BC03DE3E8E7}"/>
              </a:ext>
            </a:extLst>
          </p:cNvPr>
          <p:cNvSpPr/>
          <p:nvPr/>
        </p:nvSpPr>
        <p:spPr>
          <a:xfrm rot="1366363">
            <a:off x="5337645" y="4325719"/>
            <a:ext cx="622334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Left-up Arrow 16">
            <a:extLst>
              <a:ext uri="{FF2B5EF4-FFF2-40B4-BE49-F238E27FC236}">
                <a16:creationId xmlns:a16="http://schemas.microsoft.com/office/drawing/2014/main" id="{2EDB936B-19BD-2E45-BDCF-87C334F3EA29}"/>
              </a:ext>
            </a:extLst>
          </p:cNvPr>
          <p:cNvSpPr/>
          <p:nvPr/>
        </p:nvSpPr>
        <p:spPr>
          <a:xfrm rot="1366363">
            <a:off x="5700904" y="5705063"/>
            <a:ext cx="347067" cy="339049"/>
          </a:xfrm>
          <a:prstGeom prst="lef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5F3CE-A85D-D644-99CD-D527CAD2526E}"/>
              </a:ext>
            </a:extLst>
          </p:cNvPr>
          <p:cNvSpPr txBox="1"/>
          <p:nvPr/>
        </p:nvSpPr>
        <p:spPr>
          <a:xfrm rot="16200000">
            <a:off x="939340" y="4310576"/>
            <a:ext cx="191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chemeClr val="accent3">
                    <a:lumMod val="50000"/>
                  </a:schemeClr>
                </a:solidFill>
              </a:rPr>
              <a:t>This part is sorted!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3114" y="29613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35436" y="36577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3865" y="434187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02023" y="503142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10538" y="56727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endParaRPr lang="en-US" i="1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3BB544F-8E0D-AD69-CDC3-B817B6FBC178}"/>
              </a:ext>
            </a:extLst>
          </p:cNvPr>
          <p:cNvSpPr txBox="1"/>
          <p:nvPr/>
        </p:nvSpPr>
        <p:spPr>
          <a:xfrm>
            <a:off x="908981" y="5708365"/>
            <a:ext cx="9287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highlight>
                  <a:srgbClr val="FFFF00"/>
                </a:highlight>
              </a:rPr>
              <a:t>(N-2)</a:t>
            </a:r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99E41D0C-C32F-5227-2A7B-57FDB7B6890B}"/>
              </a:ext>
            </a:extLst>
          </p:cNvPr>
          <p:cNvSpPr/>
          <p:nvPr/>
        </p:nvSpPr>
        <p:spPr>
          <a:xfrm>
            <a:off x="4662274" y="1481628"/>
            <a:ext cx="2339013" cy="4699642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51827B3-4604-AA9F-2224-CD70220A2430}"/>
              </a:ext>
            </a:extLst>
          </p:cNvPr>
          <p:cNvSpPr/>
          <p:nvPr/>
        </p:nvSpPr>
        <p:spPr>
          <a:xfrm>
            <a:off x="384813" y="1467568"/>
            <a:ext cx="4230387" cy="4726403"/>
          </a:xfrm>
          <a:prstGeom prst="roundRect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19">
            <a:extLst>
              <a:ext uri="{FF2B5EF4-FFF2-40B4-BE49-F238E27FC236}">
                <a16:creationId xmlns:a16="http://schemas.microsoft.com/office/drawing/2014/main" id="{D1CBAF4D-8A7B-7C10-374A-8A7179BEC319}"/>
              </a:ext>
            </a:extLst>
          </p:cNvPr>
          <p:cNvSpPr/>
          <p:nvPr/>
        </p:nvSpPr>
        <p:spPr>
          <a:xfrm>
            <a:off x="7086600" y="1474037"/>
            <a:ext cx="2159313" cy="4719935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Notched Right Arrow 5">
            <a:extLst>
              <a:ext uri="{FF2B5EF4-FFF2-40B4-BE49-F238E27FC236}">
                <a16:creationId xmlns:a16="http://schemas.microsoft.com/office/drawing/2014/main" id="{7620140E-B9F4-BC45-ACD6-E74C4DC489C0}"/>
              </a:ext>
            </a:extLst>
          </p:cNvPr>
          <p:cNvSpPr/>
          <p:nvPr/>
        </p:nvSpPr>
        <p:spPr>
          <a:xfrm>
            <a:off x="4271408" y="2330688"/>
            <a:ext cx="518587" cy="43428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Notched Right Arrow 13">
            <a:extLst>
              <a:ext uri="{FF2B5EF4-FFF2-40B4-BE49-F238E27FC236}">
                <a16:creationId xmlns:a16="http://schemas.microsoft.com/office/drawing/2014/main" id="{9BB69428-7980-8648-8D6E-46717BC43227}"/>
              </a:ext>
            </a:extLst>
          </p:cNvPr>
          <p:cNvSpPr/>
          <p:nvPr/>
        </p:nvSpPr>
        <p:spPr>
          <a:xfrm>
            <a:off x="6619191" y="2330688"/>
            <a:ext cx="518587" cy="43428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A14D1F-F8CC-3B8D-376F-AE0A73DFAAB2}"/>
              </a:ext>
            </a:extLst>
          </p:cNvPr>
          <p:cNvSpPr txBox="1"/>
          <p:nvPr/>
        </p:nvSpPr>
        <p:spPr>
          <a:xfrm>
            <a:off x="9485278" y="1368932"/>
            <a:ext cx="2446677" cy="34778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200" dirty="0"/>
              <a:t>Swap:</a:t>
            </a:r>
          </a:p>
          <a:p>
            <a:pPr lvl="1"/>
            <a:r>
              <a:rPr lang="en-US" altLang="zh-CN" sz="3200" dirty="0">
                <a:cs typeface="Calibri"/>
              </a:rPr>
              <a:t>Temp=x;</a:t>
            </a:r>
          </a:p>
          <a:p>
            <a:pPr lvl="1"/>
            <a:r>
              <a:rPr lang="en-US" altLang="zh-CN" sz="3200" dirty="0">
                <a:cs typeface="Calibri"/>
              </a:rPr>
              <a:t>x=y;</a:t>
            </a:r>
          </a:p>
          <a:p>
            <a:pPr lvl="1"/>
            <a:r>
              <a:rPr lang="en-US" altLang="zh-CN" sz="3200" dirty="0">
                <a:cs typeface="Calibri"/>
              </a:rPr>
              <a:t>y=temp;</a:t>
            </a:r>
          </a:p>
          <a:p>
            <a:pPr lvl="1"/>
            <a:endParaRPr lang="en-US" altLang="zh-CN" sz="2800" dirty="0">
              <a:cs typeface="Calibri"/>
            </a:endParaRPr>
          </a:p>
          <a:p>
            <a:r>
              <a:rPr lang="en-US" altLang="zh-CN" sz="3200" dirty="0">
                <a:cs typeface="Calibri"/>
              </a:rPr>
              <a:t>X is A[index]</a:t>
            </a:r>
          </a:p>
          <a:p>
            <a:r>
              <a:rPr lang="en-US" altLang="zh-CN" sz="3200" dirty="0">
                <a:cs typeface="Calibri"/>
              </a:rPr>
              <a:t>Y is A[index]</a:t>
            </a:r>
          </a:p>
        </p:txBody>
      </p:sp>
    </p:spTree>
    <p:extLst>
      <p:ext uri="{BB962C8B-B14F-4D97-AF65-F5344CB8AC3E}">
        <p14:creationId xmlns:p14="http://schemas.microsoft.com/office/powerpoint/2010/main" val="5918161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Line 2"/>
          <p:cNvSpPr>
            <a:spLocks noChangeShapeType="1"/>
          </p:cNvSpPr>
          <p:nvPr/>
        </p:nvSpPr>
        <p:spPr bwMode="auto">
          <a:xfrm flipH="1">
            <a:off x="2637632" y="3396342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28" name="Line 3"/>
          <p:cNvSpPr>
            <a:spLocks noChangeShapeType="1"/>
          </p:cNvSpPr>
          <p:nvPr/>
        </p:nvSpPr>
        <p:spPr bwMode="auto">
          <a:xfrm>
            <a:off x="2713832" y="4082142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29" name="Line 4"/>
          <p:cNvSpPr>
            <a:spLocks noChangeShapeType="1"/>
          </p:cNvSpPr>
          <p:nvPr/>
        </p:nvSpPr>
        <p:spPr bwMode="auto">
          <a:xfrm flipH="1">
            <a:off x="2637632" y="3396342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 flipH="1">
            <a:off x="2637632" y="3396342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304800" y="1034142"/>
            <a:ext cx="8809832" cy="4953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Pseudocode:</a:t>
            </a:r>
          </a:p>
          <a:p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Given an array A[] of size N</a:t>
            </a:r>
            <a:endParaRPr lang="en-US" dirty="0">
              <a:latin typeface="Consolas"/>
              <a:ea typeface="新細明體"/>
            </a:endParaRPr>
          </a:p>
          <a:p>
            <a:pPr eaLnBrk="1" hangingPunct="1"/>
            <a:endParaRPr lang="en-US" altLang="zh-TW" sz="24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for 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= 0 to N-2 { </a:t>
            </a:r>
            <a:r>
              <a:rPr lang="en-US" altLang="zh-TW" sz="2400" b="0" dirty="0">
                <a:solidFill>
                  <a:srgbClr val="008000"/>
                </a:solidFill>
                <a:latin typeface="Consolas"/>
                <a:cs typeface="Consolas" panose="020B0609020204030204" pitchFamily="49" charset="0"/>
              </a:rPr>
              <a:t>//</a:t>
            </a:r>
            <a:r>
              <a:rPr lang="en-US" altLang="zh-TW" sz="2400" dirty="0">
                <a:solidFill>
                  <a:srgbClr val="008000"/>
                </a:solidFill>
                <a:latin typeface="Consolas"/>
                <a:cs typeface="Consolas" panose="020B0609020204030204" pitchFamily="49" charset="0"/>
              </a:rPr>
              <a:t>step 1, do N-1 times</a:t>
            </a:r>
            <a:endParaRPr lang="en-US" altLang="zh-TW" sz="2400" dirty="0">
              <a:solidFill>
                <a:srgbClr val="008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minPos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= position of the smallest element</a:t>
            </a: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            among A[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] … A[N-1]; </a:t>
            </a:r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</a:t>
            </a:r>
            <a:r>
              <a:rPr lang="en-US" altLang="zh-TW" sz="240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step 2</a:t>
            </a:r>
          </a:p>
          <a:p>
            <a:pPr eaLnBrk="1" hangingPunct="1"/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	</a:t>
            </a:r>
          </a:p>
          <a:p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    Swap A[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] with A[</a:t>
            </a:r>
            <a:r>
              <a:rPr lang="en-US" altLang="zh-TW" sz="2400" b="0" dirty="0" err="1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minPos</a:t>
            </a:r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]; </a:t>
            </a:r>
            <a:r>
              <a:rPr lang="en-US" altLang="zh-TW" sz="24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</a:t>
            </a:r>
            <a:r>
              <a:rPr lang="en-US" altLang="zh-TW" sz="240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step3</a:t>
            </a:r>
          </a:p>
          <a:p>
            <a:pPr eaLnBrk="1" hangingPunct="1"/>
            <a:r>
              <a:rPr lang="en-US" altLang="zh-TW" sz="2400" b="0" dirty="0">
                <a:solidFill>
                  <a:schemeClr val="accent4"/>
                </a:solidFill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4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Note: When there is only one element left, we do not </a:t>
            </a: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need to perform the steps in the loop.</a:t>
            </a: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Therefore, the loop only needs to iterate </a:t>
            </a: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N-1 times (i.e., from 0 to N-2).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3600" dirty="0">
                <a:ea typeface="新細明體"/>
              </a:rPr>
              <a:t>1. Challenging Example (Selection Sort)</a:t>
            </a:r>
            <a:endParaRPr lang="en-US" dirty="0">
              <a:ea typeface="新細明體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8BB49E-B9CA-D548-8FDC-6B11245C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1B41CAA5-FA7E-C7D6-9DAA-C7E1C1F704B7}"/>
              </a:ext>
            </a:extLst>
          </p:cNvPr>
          <p:cNvSpPr/>
          <p:nvPr/>
        </p:nvSpPr>
        <p:spPr>
          <a:xfrm>
            <a:off x="885032" y="2558142"/>
            <a:ext cx="7642568" cy="761999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16">
            <a:extLst>
              <a:ext uri="{FF2B5EF4-FFF2-40B4-BE49-F238E27FC236}">
                <a16:creationId xmlns:a16="http://schemas.microsoft.com/office/drawing/2014/main" id="{64231A02-7E81-9F29-503D-2070AE28F649}"/>
              </a:ext>
            </a:extLst>
          </p:cNvPr>
          <p:cNvSpPr/>
          <p:nvPr/>
        </p:nvSpPr>
        <p:spPr>
          <a:xfrm>
            <a:off x="193370" y="1948544"/>
            <a:ext cx="8616462" cy="2666999"/>
          </a:xfrm>
          <a:prstGeom prst="roundRect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184D1C85-A77A-9A3C-2806-A72D57D03571}"/>
              </a:ext>
            </a:extLst>
          </p:cNvPr>
          <p:cNvSpPr/>
          <p:nvPr/>
        </p:nvSpPr>
        <p:spPr>
          <a:xfrm>
            <a:off x="885034" y="3580493"/>
            <a:ext cx="7642567" cy="501650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A8D60-BF0F-EFD4-0963-3CBDF8DC49EB}"/>
              </a:ext>
            </a:extLst>
          </p:cNvPr>
          <p:cNvSpPr txBox="1"/>
          <p:nvPr/>
        </p:nvSpPr>
        <p:spPr>
          <a:xfrm>
            <a:off x="9155660" y="1094596"/>
            <a:ext cx="2965939" cy="44012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/>
              <a:t>Find the smallest </a:t>
            </a:r>
            <a:r>
              <a:rPr lang="en-US" altLang="zh-CN" sz="2800" strike="sngStrike" dirty="0">
                <a:highlight>
                  <a:srgbClr val="FFFF00"/>
                </a:highlight>
              </a:rPr>
              <a:t>value</a:t>
            </a:r>
            <a:r>
              <a:rPr lang="en-US" altLang="zh-CN" sz="2800" dirty="0">
                <a:highlight>
                  <a:srgbClr val="FFFF00"/>
                </a:highlight>
              </a:rPr>
              <a:t>, location</a:t>
            </a:r>
          </a:p>
          <a:p>
            <a:endParaRPr lang="en-US" altLang="zh-CN" sz="2800" dirty="0">
              <a:cs typeface="Calibri"/>
            </a:endParaRPr>
          </a:p>
          <a:p>
            <a:r>
              <a:rPr lang="en-US" altLang="zh-CN" sz="2800" dirty="0">
                <a:cs typeface="Calibri"/>
              </a:rPr>
              <a:t>remember the location(index), not the value</a:t>
            </a:r>
          </a:p>
          <a:p>
            <a:endParaRPr lang="en-US" altLang="zh-CN" sz="2800" dirty="0">
              <a:cs typeface="Calibri"/>
            </a:endParaRPr>
          </a:p>
          <a:p>
            <a:r>
              <a:rPr lang="en-US" altLang="zh-CN" sz="2800" dirty="0">
                <a:cs typeface="Calibri"/>
              </a:rPr>
              <a:t>According to index, easily get the value A[index]</a:t>
            </a:r>
            <a:endParaRPr lang="en-US" altLang="zh-CN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55594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21F7316-EA65-4BD3-917D-2C92519E69D0}" type="slidenum">
              <a:rPr lang="zh-TW" altLang="en-US" b="0">
                <a:latin typeface="Calibri" panose="020F0502020204030204" pitchFamily="34" charset="0"/>
              </a:rPr>
              <a:pPr/>
              <a:t>8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609600" y="0"/>
            <a:ext cx="8610600" cy="6858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Suppose A[] contains N numbers. The following segment of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code sorts the data in the array so that</a:t>
            </a: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    A[0] &lt;= A[1] &lt;= ... &lt;= A[N-2] &lt;= A[N-1]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j,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N-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) {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step1</a:t>
            </a:r>
            <a:r>
              <a:rPr lang="en-US" altLang="zh-TW" sz="2000" dirty="0">
                <a:solidFill>
                  <a:srgbClr val="008000"/>
                </a:solidFill>
                <a:latin typeface="Consolas"/>
                <a:cs typeface="Consolas" panose="020B0609020204030204" pitchFamily="49" charset="0"/>
              </a:rPr>
              <a:t>, do N-1 times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Locate the smallest element among A[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… A[N-1],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// and store the location of it in 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 //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step2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 = i+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j &lt; N;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j++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A[ j ] &lt;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 )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j;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Swap A[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with A[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only if necessary //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step3</a:t>
            </a:r>
          </a:p>
          <a:p>
            <a:pPr eaLnBrk="1" hangingPunct="1"/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!=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 =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A[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minPos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]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}</a:t>
            </a: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76200" y="0"/>
            <a:ext cx="533400" cy="6858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22</a:t>
            </a:r>
          </a:p>
          <a:p>
            <a:pPr eaLnBrk="1" hangingPunct="1"/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27657" name="Text Box 8"/>
          <p:cNvSpPr txBox="1">
            <a:spLocks noChangeArrowheads="1"/>
          </p:cNvSpPr>
          <p:nvPr/>
        </p:nvSpPr>
        <p:spPr bwMode="auto">
          <a:xfrm>
            <a:off x="1752600" y="6467445"/>
            <a:ext cx="7239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1" lang="en-US" sz="2000" b="0" dirty="0">
                <a:latin typeface="Calibri"/>
                <a:ea typeface="新細明體" pitchFamily="18" charset="-120"/>
                <a:cs typeface="Calibri"/>
              </a:rPr>
              <a:t>Challenging Example (Selection Sort)</a:t>
            </a:r>
            <a:endParaRPr lang="en-US" altLang="zh-TW" sz="20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1628096F-66AD-6F20-D205-5B575CCBC106}"/>
              </a:ext>
            </a:extLst>
          </p:cNvPr>
          <p:cNvSpPr/>
          <p:nvPr/>
        </p:nvSpPr>
        <p:spPr>
          <a:xfrm>
            <a:off x="838200" y="2133601"/>
            <a:ext cx="7912917" cy="1955621"/>
          </a:xfrm>
          <a:prstGeom prst="round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16">
            <a:extLst>
              <a:ext uri="{FF2B5EF4-FFF2-40B4-BE49-F238E27FC236}">
                <a16:creationId xmlns:a16="http://schemas.microsoft.com/office/drawing/2014/main" id="{D9004875-DB2B-94C9-3C34-772535EE53D7}"/>
              </a:ext>
            </a:extLst>
          </p:cNvPr>
          <p:cNvSpPr/>
          <p:nvPr/>
        </p:nvSpPr>
        <p:spPr>
          <a:xfrm>
            <a:off x="76200" y="1600201"/>
            <a:ext cx="8991600" cy="4876799"/>
          </a:xfrm>
          <a:prstGeom prst="roundRect">
            <a:avLst>
              <a:gd name="adj" fmla="val 4427"/>
            </a:avLst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5B55554B-6233-C819-2CD2-54E1B33EAFEB}"/>
              </a:ext>
            </a:extLst>
          </p:cNvPr>
          <p:cNvSpPr/>
          <p:nvPr/>
        </p:nvSpPr>
        <p:spPr>
          <a:xfrm>
            <a:off x="825500" y="4225744"/>
            <a:ext cx="7912916" cy="1955621"/>
          </a:xfrm>
          <a:prstGeom prst="roundRect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AB155-4BAC-8B2C-4B82-7746B1F1B81E}"/>
              </a:ext>
            </a:extLst>
          </p:cNvPr>
          <p:cNvSpPr txBox="1"/>
          <p:nvPr/>
        </p:nvSpPr>
        <p:spPr>
          <a:xfrm>
            <a:off x="9155660" y="1094596"/>
            <a:ext cx="2965939" cy="44012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/>
              <a:t>Find the smallest for N-1 times</a:t>
            </a:r>
          </a:p>
          <a:p>
            <a:endParaRPr lang="en-US" altLang="zh-CN" sz="2800" dirty="0">
              <a:cs typeface="Calibri"/>
            </a:endParaRPr>
          </a:p>
          <a:p>
            <a:r>
              <a:rPr lang="en-US" altLang="zh-CN" sz="2800" dirty="0">
                <a:cs typeface="Calibri"/>
              </a:rPr>
              <a:t>Find the min in the </a:t>
            </a:r>
            <a:r>
              <a:rPr lang="en-US" altLang="zh-CN" sz="2800" b="1" u="sng" dirty="0">
                <a:highlight>
                  <a:srgbClr val="00FF00"/>
                </a:highlight>
                <a:cs typeface="Calibri"/>
              </a:rPr>
              <a:t>rest</a:t>
            </a:r>
            <a:r>
              <a:rPr lang="en-US" altLang="zh-CN" sz="2800" dirty="0">
                <a:cs typeface="Calibri"/>
              </a:rPr>
              <a:t> numbers, record the index</a:t>
            </a:r>
          </a:p>
          <a:p>
            <a:endParaRPr lang="en-US" altLang="zh-CN" sz="2800" dirty="0">
              <a:cs typeface="Calibri"/>
            </a:endParaRPr>
          </a:p>
          <a:p>
            <a:endParaRPr lang="en-US" altLang="zh-CN" sz="2800" dirty="0">
              <a:cs typeface="Calibri"/>
            </a:endParaRPr>
          </a:p>
          <a:p>
            <a:r>
              <a:rPr lang="en-US" altLang="zh-CN" sz="2800" dirty="0">
                <a:cs typeface="Calibri"/>
              </a:rPr>
              <a:t>Swap the value, if needed</a:t>
            </a:r>
          </a:p>
        </p:txBody>
      </p:sp>
    </p:spTree>
    <p:extLst>
      <p:ext uri="{BB962C8B-B14F-4D97-AF65-F5344CB8AC3E}">
        <p14:creationId xmlns:p14="http://schemas.microsoft.com/office/powerpoint/2010/main" val="965270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5AA8-B1F8-CAAB-B51B-A49D203B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3335-DC1E-6E3E-5FBC-06BB6179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0FA2C-A489-B1ED-50C2-A103FD197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endParaRPr lang="en-GB" sz="3200" dirty="0"/>
          </a:p>
          <a:p>
            <a:pPr marL="514350" indent="-514350">
              <a:buFont typeface="+mj-lt"/>
              <a:buAutoNum type="arabicPeriod"/>
            </a:pPr>
            <a:r>
              <a:rPr lang="en-GB" sz="3600" dirty="0"/>
              <a:t>A Challenging Example (Selection Sort)</a:t>
            </a:r>
          </a:p>
          <a:p>
            <a:pPr marL="514350" indent="-514350">
              <a:buFont typeface="+mj-lt"/>
              <a:buAutoNum type="arabicPeriod"/>
            </a:pPr>
            <a:endParaRPr lang="en-GB" sz="3600" b="1" dirty="0"/>
          </a:p>
          <a:p>
            <a:pPr marL="514350" indent="-514350">
              <a:buFont typeface="+mj-lt"/>
              <a:buAutoNum type="arabicPeriod"/>
            </a:pPr>
            <a:r>
              <a:rPr lang="en-GB" sz="4000" b="1" dirty="0"/>
              <a:t>Break and continue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E840A-92AC-64EE-B7EA-F54C1ED3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9504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statement</a:t>
            </a:r>
          </a:p>
          <a:p>
            <a:pPr lvl="1"/>
            <a:r>
              <a:rPr lang="en-US" altLang="zh-CN" sz="3200" dirty="0"/>
              <a:t>Exit the </a:t>
            </a:r>
            <a:r>
              <a:rPr lang="en-US" altLang="zh-CN" sz="3200" u="sng" dirty="0"/>
              <a:t>current loop</a:t>
            </a:r>
          </a:p>
          <a:p>
            <a:pPr lvl="1"/>
            <a:r>
              <a:rPr lang="en-US" sz="3200" dirty="0"/>
              <a:t>Same in for and while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statement</a:t>
            </a:r>
          </a:p>
          <a:p>
            <a:pPr lvl="1"/>
            <a:r>
              <a:rPr lang="en-US" sz="3200" dirty="0"/>
              <a:t>Exit the current </a:t>
            </a:r>
            <a:r>
              <a:rPr lang="en-US" altLang="zh-CN" sz="3200" u="sng" dirty="0"/>
              <a:t>iteration</a:t>
            </a:r>
            <a:r>
              <a:rPr lang="en-US" altLang="zh-CN" sz="3200" dirty="0"/>
              <a:t> </a:t>
            </a:r>
            <a:r>
              <a:rPr lang="en-US" sz="3200" dirty="0"/>
              <a:t>and continue the </a:t>
            </a:r>
            <a:r>
              <a:rPr lang="en-US" sz="3200" b="1" u="sng" dirty="0"/>
              <a:t>next</a:t>
            </a:r>
            <a:r>
              <a:rPr lang="en-US" sz="3200" dirty="0"/>
              <a:t> time</a:t>
            </a:r>
          </a:p>
          <a:p>
            <a:pPr lvl="1"/>
            <a:r>
              <a:rPr lang="en-US" sz="3200" dirty="0"/>
              <a:t>Different in for and while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51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4">
            <a:extLst>
              <a:ext uri="{FF2B5EF4-FFF2-40B4-BE49-F238E27FC236}">
                <a16:creationId xmlns:a16="http://schemas.microsoft.com/office/drawing/2014/main" id="{9ABFEB5E-ABED-7DDD-95E7-60E2A22FA326}"/>
              </a:ext>
            </a:extLst>
          </p:cNvPr>
          <p:cNvSpPr/>
          <p:nvPr/>
        </p:nvSpPr>
        <p:spPr>
          <a:xfrm>
            <a:off x="1676400" y="1573833"/>
            <a:ext cx="3886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867400" y="1586345"/>
            <a:ext cx="4648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2.1. What is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sz="40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02516" y="5938284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7" name="Straight Arrow Connector 6"/>
          <p:cNvCxnSpPr>
            <a:stCxn id="18" idx="2"/>
            <a:endCxn id="16" idx="0"/>
          </p:cNvCxnSpPr>
          <p:nvPr/>
        </p:nvCxnSpPr>
        <p:spPr>
          <a:xfrm>
            <a:off x="2656233" y="3810000"/>
            <a:ext cx="0" cy="565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2656233" y="4928192"/>
            <a:ext cx="0" cy="101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656233" y="6283842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81200" y="5181601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1676401" y="4375299"/>
            <a:ext cx="1959665" cy="5528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3801" y="5181600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2516" y="3464442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656233" y="3124200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74166" y="3581400"/>
            <a:ext cx="1507435" cy="574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 &amp;</a:t>
            </a:r>
          </a:p>
          <a:p>
            <a:pPr algn="ctr"/>
            <a:r>
              <a:rPr lang="en-US" sz="1400" dirty="0"/>
              <a:t>update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5867400" y="1002821"/>
            <a:ext cx="4648200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update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BreakCondition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</a:t>
            </a:r>
            <a:r>
              <a:rPr lang="en-US" altLang="zh-TW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break;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4648201" y="4419601"/>
            <a:ext cx="1959665" cy="552893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Break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6600" y="4800601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8" name="Shape 57"/>
          <p:cNvCxnSpPr/>
          <p:nvPr/>
        </p:nvCxnSpPr>
        <p:spPr>
          <a:xfrm rot="16200000" flipH="1">
            <a:off x="3266410" y="4810790"/>
            <a:ext cx="477580" cy="4572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>
            <a:stCxn id="17" idx="3"/>
            <a:endCxn id="27" idx="2"/>
          </p:cNvCxnSpPr>
          <p:nvPr/>
        </p:nvCxnSpPr>
        <p:spPr>
          <a:xfrm flipV="1">
            <a:off x="5241235" y="4972493"/>
            <a:ext cx="386798" cy="3818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hape 60"/>
          <p:cNvCxnSpPr>
            <a:stCxn id="20" idx="1"/>
          </p:cNvCxnSpPr>
          <p:nvPr/>
        </p:nvCxnSpPr>
        <p:spPr>
          <a:xfrm rot="10800000" flipV="1">
            <a:off x="3200406" y="3868479"/>
            <a:ext cx="473761" cy="6104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27" idx="0"/>
            <a:endCxn id="20" idx="3"/>
          </p:cNvCxnSpPr>
          <p:nvPr/>
        </p:nvCxnSpPr>
        <p:spPr>
          <a:xfrm rot="16200000" flipV="1">
            <a:off x="5129258" y="3920824"/>
            <a:ext cx="551121" cy="44643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hape 84"/>
          <p:cNvCxnSpPr/>
          <p:nvPr/>
        </p:nvCxnSpPr>
        <p:spPr>
          <a:xfrm flipV="1">
            <a:off x="3420718" y="4823689"/>
            <a:ext cx="2833313" cy="1348513"/>
          </a:xfrm>
          <a:prstGeom prst="curvedConnector2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179654" y="4797624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4035624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08758" y="3682102"/>
            <a:ext cx="5007041" cy="22831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bIns="91440" rtlCol="0" anchor="ctr"/>
          <a:lstStyle/>
          <a:p>
            <a:r>
              <a:rPr lang="en-US" sz="2800" b="1" u="sng" dirty="0"/>
              <a:t>Early Exit in a Loop</a:t>
            </a:r>
          </a:p>
          <a:p>
            <a:endParaRPr lang="en-US" sz="2400" b="1" u="sng" dirty="0"/>
          </a:p>
          <a:p>
            <a:r>
              <a:rPr lang="en-US" sz="2400" dirty="0"/>
              <a:t>The </a:t>
            </a:r>
            <a:r>
              <a:rPr lang="en-US" sz="2400" b="1" dirty="0">
                <a:latin typeface="Consolas" pitchFamily="49" charset="0"/>
              </a:rPr>
              <a:t>break</a:t>
            </a:r>
            <a:r>
              <a:rPr lang="en-US" sz="2400" dirty="0"/>
              <a:t> statement, when executed, causes the program to </a:t>
            </a:r>
            <a:r>
              <a:rPr lang="en-US" sz="2400" i="1" dirty="0"/>
              <a:t>leave</a:t>
            </a:r>
            <a:r>
              <a:rPr lang="en-US" sz="2400" dirty="0"/>
              <a:t> the </a:t>
            </a:r>
            <a:r>
              <a:rPr lang="en-US" sz="2400" b="1" u="sng" dirty="0">
                <a:solidFill>
                  <a:srgbClr val="C00000"/>
                </a:solidFill>
              </a:rPr>
              <a:t>closest enclosing loop </a:t>
            </a:r>
            <a:r>
              <a:rPr lang="en-US" sz="2400" dirty="0"/>
              <a:t>immediately.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CCA2B35-A3FA-0F5A-1AF7-06AFBBC1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946" y="994206"/>
            <a:ext cx="3893654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BreakCondition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</a:t>
            </a:r>
            <a:r>
              <a:rPr lang="en-US" altLang="zh-TW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break;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 update; 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656E9-F585-6806-58E3-49711AA3E77E}"/>
              </a:ext>
            </a:extLst>
          </p:cNvPr>
          <p:cNvSpPr txBox="1"/>
          <p:nvPr/>
        </p:nvSpPr>
        <p:spPr>
          <a:xfrm>
            <a:off x="5241235" y="184998"/>
            <a:ext cx="3858983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Consolas"/>
              </a:rPr>
              <a:t>End this Loop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81093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8706-97A3-71DF-1B4D-04E91799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Lab 6 Ex4, Prime or composite?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DAE75-E7B5-937A-A34B-AC83067B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5B4E2-F737-1B12-EF6F-2FC3B4003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478"/>
          <a:stretch/>
        </p:blipFill>
        <p:spPr>
          <a:xfrm>
            <a:off x="187568" y="1098553"/>
            <a:ext cx="11212890" cy="15542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B9EE6C-3280-FE15-3651-4C0F005C78AF}"/>
              </a:ext>
            </a:extLst>
          </p:cNvPr>
          <p:cNvSpPr txBox="1"/>
          <p:nvPr/>
        </p:nvSpPr>
        <p:spPr>
          <a:xfrm>
            <a:off x="8090160" y="3276600"/>
            <a:ext cx="3475658" cy="21544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altLang="zh-CN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Flag </a:t>
            </a:r>
          </a:p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and </a:t>
            </a:r>
          </a:p>
          <a:p>
            <a:pPr algn="ctr"/>
            <a:r>
              <a:rPr lang="en-US" altLang="zh-CN" sz="3600" b="1" u="sng" dirty="0">
                <a:solidFill>
                  <a:schemeClr val="tx1"/>
                </a:solidFill>
              </a:rPr>
              <a:t>Break</a:t>
            </a:r>
          </a:p>
          <a:p>
            <a:pPr algn="ctr"/>
            <a:endParaRPr lang="en-US" altLang="zh-CN" sz="1000" b="1" dirty="0">
              <a:solidFill>
                <a:schemeClr val="tx1"/>
              </a:solidFill>
            </a:endParaRPr>
          </a:p>
          <a:p>
            <a:pPr algn="ctr"/>
            <a:endParaRPr lang="en-US" altLang="zh-CN" sz="700" b="1" dirty="0">
              <a:solidFill>
                <a:schemeClr val="tx1"/>
              </a:solidFill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978D8FA-0392-BB1E-C71E-001802DB52F8}"/>
              </a:ext>
            </a:extLst>
          </p:cNvPr>
          <p:cNvSpPr txBox="1"/>
          <p:nvPr/>
        </p:nvSpPr>
        <p:spPr>
          <a:xfrm>
            <a:off x="381000" y="2736540"/>
            <a:ext cx="86868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kumimoji="1" lang="en-US" altLang="zh-TW" sz="2800" b="1" dirty="0">
                <a:ea typeface="新細明體" pitchFamily="18" charset="-120"/>
              </a:rPr>
              <a:t>Before the Loop</a:t>
            </a:r>
          </a:p>
          <a:p>
            <a:pPr marL="0" indent="0"/>
            <a:r>
              <a:rPr kumimoji="1" lang="en-US" altLang="zh-TW" sz="2800" dirty="0">
                <a:ea typeface="新細明體" pitchFamily="18" charset="-120"/>
              </a:rPr>
              <a:t>     int flag=0; // Prime(Default)</a:t>
            </a:r>
          </a:p>
          <a:p>
            <a:pPr marL="0" indent="0"/>
            <a:endParaRPr kumimoji="1" lang="en-US" altLang="zh-TW" sz="1200" b="1" dirty="0">
              <a:ea typeface="新細明體" pitchFamily="18" charset="-120"/>
            </a:endParaRPr>
          </a:p>
          <a:p>
            <a:pPr marL="0" indent="0"/>
            <a:endParaRPr kumimoji="1" lang="en-US" altLang="zh-TW" sz="1200" b="1" dirty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1" dirty="0">
                <a:ea typeface="新細明體" pitchFamily="18" charset="-120"/>
              </a:rPr>
              <a:t>Inside the Loop</a:t>
            </a:r>
          </a:p>
          <a:p>
            <a:pPr marL="0" indent="0"/>
            <a:r>
              <a:rPr kumimoji="1" lang="en-US" altLang="zh-TW" sz="2800" dirty="0">
                <a:ea typeface="新細明體" pitchFamily="18" charset="-120"/>
              </a:rPr>
              <a:t>    if find any factors, flag=1  //mark as composite</a:t>
            </a:r>
          </a:p>
          <a:p>
            <a:pPr marL="0" indent="0"/>
            <a:endParaRPr kumimoji="1" lang="en-US" altLang="zh-TW" sz="1200" dirty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1" dirty="0">
                <a:ea typeface="新細明體" pitchFamily="18" charset="-120"/>
              </a:rPr>
              <a:t>After the loop, output</a:t>
            </a:r>
          </a:p>
          <a:p>
            <a:r>
              <a:rPr kumimoji="1" lang="en-US" altLang="zh-TW" sz="2800" dirty="0">
                <a:ea typeface="新細明體" pitchFamily="18" charset="-120"/>
              </a:rPr>
              <a:t>    if flag is 1 -&gt; Composite</a:t>
            </a:r>
          </a:p>
          <a:p>
            <a:r>
              <a:rPr kumimoji="1" lang="en-US" altLang="zh-TW" sz="2800" dirty="0">
                <a:ea typeface="新細明體" pitchFamily="18" charset="-120"/>
              </a:rPr>
              <a:t>    if flag is 0 -&gt; Prime</a:t>
            </a:r>
            <a:endParaRPr kumimoji="1" lang="en-US" altLang="zh-TW" sz="2800" b="1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7839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0F35-1711-436B-A02C-504E7C5B0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6A64-5884-378A-3B52-C5D16000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Flag:  Lab 6 Ex4, Prime or composite?</a:t>
            </a:r>
            <a:endParaRPr lang="en-US" dirty="0">
              <a:latin typeface="Consolas"/>
              <a:ea typeface="新細明體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2B0D7-BF6C-9835-A7BA-CE44F8A4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CB660-06AD-769C-661D-5F823CE21157}"/>
              </a:ext>
            </a:extLst>
          </p:cNvPr>
          <p:cNvSpPr txBox="1"/>
          <p:nvPr/>
        </p:nvSpPr>
        <p:spPr>
          <a:xfrm>
            <a:off x="6477000" y="1066800"/>
            <a:ext cx="4953000" cy="14383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TW" sz="3600" dirty="0"/>
              <a:t>If the factor is greater</a:t>
            </a:r>
          </a:p>
          <a:p>
            <a:r>
              <a:rPr lang="en-US" altLang="zh-TW" sz="3600" dirty="0"/>
              <a:t>	End the loop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298D95-829C-F1C4-5601-9DE875857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14400"/>
            <a:ext cx="5833252" cy="5562600"/>
          </a:xfrm>
          <a:prstGeom prst="rect">
            <a:avLst/>
          </a:prstGeom>
        </p:spPr>
      </p:pic>
      <p:sp>
        <p:nvSpPr>
          <p:cNvPr id="7" name="Rounded Rectangle 7">
            <a:hlinkClick r:id="" action="ppaction://noaction"/>
            <a:extLst>
              <a:ext uri="{FF2B5EF4-FFF2-40B4-BE49-F238E27FC236}">
                <a16:creationId xmlns:a16="http://schemas.microsoft.com/office/drawing/2014/main" id="{9096C82B-5B97-DD1C-0B36-BF4D73F6CEC5}"/>
              </a:ext>
            </a:extLst>
          </p:cNvPr>
          <p:cNvSpPr/>
          <p:nvPr/>
        </p:nvSpPr>
        <p:spPr>
          <a:xfrm>
            <a:off x="1085180" y="2590800"/>
            <a:ext cx="3410620" cy="1676400"/>
          </a:xfrm>
          <a:prstGeom prst="round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2D72183E-B2BB-5B06-2261-EC67B2D6DD24}"/>
              </a:ext>
            </a:extLst>
          </p:cNvPr>
          <p:cNvSpPr txBox="1"/>
          <p:nvPr/>
        </p:nvSpPr>
        <p:spPr>
          <a:xfrm>
            <a:off x="6477000" y="3276600"/>
            <a:ext cx="4953000" cy="1981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TW" sz="3600" dirty="0"/>
              <a:t>If find any factor</a:t>
            </a:r>
          </a:p>
          <a:p>
            <a:r>
              <a:rPr lang="en-US" altLang="zh-TW" sz="3600" dirty="0"/>
              <a:t>	mark as composite</a:t>
            </a:r>
          </a:p>
          <a:p>
            <a:r>
              <a:rPr lang="en-US" altLang="zh-TW" sz="3600" dirty="0"/>
              <a:t>	End the loop</a:t>
            </a:r>
          </a:p>
        </p:txBody>
      </p:sp>
      <p:sp>
        <p:nvSpPr>
          <p:cNvPr id="12" name="Rounded Rectangle 7">
            <a:hlinkClick r:id="" action="ppaction://noaction"/>
            <a:extLst>
              <a:ext uri="{FF2B5EF4-FFF2-40B4-BE49-F238E27FC236}">
                <a16:creationId xmlns:a16="http://schemas.microsoft.com/office/drawing/2014/main" id="{AD358812-F273-3DDF-0778-7F4DE48618D8}"/>
              </a:ext>
            </a:extLst>
          </p:cNvPr>
          <p:cNvSpPr/>
          <p:nvPr/>
        </p:nvSpPr>
        <p:spPr>
          <a:xfrm>
            <a:off x="1066800" y="1676400"/>
            <a:ext cx="2895600" cy="838200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5B74806-8F15-CEFF-8A88-A56643138B53}"/>
              </a:ext>
            </a:extLst>
          </p:cNvPr>
          <p:cNvCxnSpPr>
            <a:stCxn id="12" idx="3"/>
            <a:endCxn id="5" idx="1"/>
          </p:cNvCxnSpPr>
          <p:nvPr/>
        </p:nvCxnSpPr>
        <p:spPr>
          <a:xfrm flipV="1">
            <a:off x="3962400" y="1785983"/>
            <a:ext cx="2514600" cy="30951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6CFBB61-EEC2-E0A6-D24E-78CA1E292C59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4495800" y="3429000"/>
            <a:ext cx="1981200" cy="83820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619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2.2. Examples of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sz="4000" dirty="0"/>
              <a:t>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input, sum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</a:rPr>
              <a:t>// To store input value and their sum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) {   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</a:rPr>
              <a:t>// Use "break" to stop the loop instead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"Input: 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, &amp;input);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(input ==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break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;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</a:rPr>
              <a:t>// Loop will stop when input value is 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    sum = sum + input;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"Sum =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</a:rPr>
              <a:t>, sum);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</p:txBody>
      </p:sp>
      <p:sp>
        <p:nvSpPr>
          <p:cNvPr id="8" name="Rounded Rectangle 7">
            <a:hlinkClick r:id="" action="ppaction://noaction"/>
          </p:cNvPr>
          <p:cNvSpPr/>
          <p:nvPr/>
        </p:nvSpPr>
        <p:spPr>
          <a:xfrm>
            <a:off x="5709138" y="2781300"/>
            <a:ext cx="2478640" cy="8382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Rewriting the example from </a:t>
            </a:r>
            <a:r>
              <a:rPr lang="en-US" b="1" dirty="0"/>
              <a:t>Looping (I)</a:t>
            </a:r>
            <a:r>
              <a:rPr lang="en-US" dirty="0"/>
              <a:t>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5267A4-E502-0C5C-4A2A-1C66B1492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4703247"/>
            <a:ext cx="1968500" cy="2018231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Sum = 16</a:t>
            </a:r>
          </a:p>
        </p:txBody>
      </p:sp>
    </p:spTree>
    <p:extLst>
      <p:ext uri="{BB962C8B-B14F-4D97-AF65-F5344CB8AC3E}">
        <p14:creationId xmlns:p14="http://schemas.microsoft.com/office/powerpoint/2010/main" val="14382761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2.2. Examples of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sz="4000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to stop a for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534625" y="18288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96588" y="1828800"/>
            <a:ext cx="867141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3)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break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break the loop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09138" y="4495800"/>
            <a:ext cx="2133600" cy="1524000"/>
          </a:xfrm>
          <a:prstGeom prst="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Bye!</a:t>
            </a:r>
          </a:p>
        </p:txBody>
      </p:sp>
    </p:spTree>
    <p:extLst>
      <p:ext uri="{BB962C8B-B14F-4D97-AF65-F5344CB8AC3E}">
        <p14:creationId xmlns:p14="http://schemas.microsoft.com/office/powerpoint/2010/main" val="299735060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2.2. Another Example</a:t>
            </a:r>
            <a:endParaRPr lang="en-US" altLang="zh-TW" sz="4000" dirty="0">
              <a:ea typeface="新細明體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269" y="990601"/>
            <a:ext cx="8864198" cy="8323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/>
              <a:t>To compare if two arrays have the same content, we need to compare their elements one by one. </a:t>
            </a:r>
            <a:r>
              <a:rPr lang="en-US" sz="2400" i="1" dirty="0"/>
              <a:t>As soon as </a:t>
            </a:r>
            <a:r>
              <a:rPr lang="en-US" sz="2400" dirty="0"/>
              <a:t>we encounter the first difference between the two arrays, we can </a:t>
            </a:r>
            <a:r>
              <a:rPr lang="en-US" sz="2400" u="sng" dirty="0"/>
              <a:t>stop early</a:t>
            </a:r>
            <a:r>
              <a:rPr lang="en-US" sz="2400" dirty="0"/>
              <a:t> using 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400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83581" y="2417620"/>
            <a:ext cx="8686800" cy="441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], B[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Suppose A and B are assigned some values here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they have the same content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(A[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!= B[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different content is found!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break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After the loop,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hasSameContent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i="1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remains to be 1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 the arrays have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the same content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1619" y="2424545"/>
            <a:ext cx="461963" cy="441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735EE-2865-8867-F20C-CF3EEC802F92}"/>
              </a:ext>
            </a:extLst>
          </p:cNvPr>
          <p:cNvSpPr/>
          <p:nvPr/>
        </p:nvSpPr>
        <p:spPr>
          <a:xfrm>
            <a:off x="5562600" y="5133110"/>
            <a:ext cx="5105400" cy="10543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E.g.</a:t>
            </a:r>
          </a:p>
          <a:p>
            <a:endParaRPr lang="en-US" dirty="0"/>
          </a:p>
          <a:p>
            <a:endParaRPr lang="en-HK" dirty="0"/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D86B59CE-1710-8BA5-3DCF-CA212BF75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309421"/>
              </p:ext>
            </p:extLst>
          </p:nvPr>
        </p:nvGraphicFramePr>
        <p:xfrm>
          <a:off x="8810033" y="5250229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FDD80DA4-6A3C-A88E-28BD-F853D5F5F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244405"/>
              </p:ext>
            </p:extLst>
          </p:nvPr>
        </p:nvGraphicFramePr>
        <p:xfrm>
          <a:off x="8810033" y="5679760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Arrow: Right 4">
            <a:extLst>
              <a:ext uri="{FF2B5EF4-FFF2-40B4-BE49-F238E27FC236}">
                <a16:creationId xmlns:a16="http://schemas.microsoft.com/office/drawing/2014/main" id="{DB1AD374-2C6C-A7E9-E039-506DC1AF2E9B}"/>
              </a:ext>
            </a:extLst>
          </p:cNvPr>
          <p:cNvSpPr/>
          <p:nvPr/>
        </p:nvSpPr>
        <p:spPr>
          <a:xfrm>
            <a:off x="6096001" y="5178199"/>
            <a:ext cx="2971799" cy="975412"/>
          </a:xfrm>
          <a:prstGeom prst="rightArrow">
            <a:avLst>
              <a:gd name="adj1" fmla="val 70036"/>
              <a:gd name="adj2" fmla="val 4665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b="1" i="1" dirty="0" err="1">
                <a:solidFill>
                  <a:schemeClr val="tx1"/>
                </a:solidFill>
                <a:latin typeface="Consolas" panose="020B0609020204030204" pitchFamily="49" charset="0"/>
              </a:rPr>
              <a:t>hasSameContent</a:t>
            </a:r>
            <a:r>
              <a:rPr lang="en-US" altLang="zh-TW" sz="1600" dirty="0">
                <a:solidFill>
                  <a:schemeClr val="tx1"/>
                </a:solidFill>
                <a:latin typeface="Consolas" panose="020B0609020204030204" pitchFamily="49" charset="0"/>
              </a:rPr>
              <a:t> turns 0 when </a:t>
            </a:r>
            <a:r>
              <a:rPr lang="en-US" altLang="zh-TW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Consolas" panose="020B0609020204030204" pitchFamily="49" charset="0"/>
              </a:rPr>
              <a:t> equals 3 here</a:t>
            </a:r>
            <a:endParaRPr lang="zh-TW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4487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B6F8-381B-4000-80F4-935E12B0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F84E-81B5-D37D-EEB2-6615ABD2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Break and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EE95-864D-0841-9933-450EF6FF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statement</a:t>
            </a:r>
          </a:p>
          <a:p>
            <a:pPr lvl="1"/>
            <a:r>
              <a:rPr lang="en-US" altLang="zh-CN" sz="3200" dirty="0"/>
              <a:t>Exit the </a:t>
            </a:r>
            <a:r>
              <a:rPr lang="en-US" altLang="zh-CN" sz="3200" u="sng" dirty="0"/>
              <a:t>current loop</a:t>
            </a:r>
          </a:p>
          <a:p>
            <a:pPr lvl="1"/>
            <a:r>
              <a:rPr lang="en-US" sz="3200" dirty="0"/>
              <a:t>Same in for and while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statement</a:t>
            </a:r>
          </a:p>
          <a:p>
            <a:pPr lvl="1"/>
            <a:r>
              <a:rPr lang="en-US" sz="3200" dirty="0"/>
              <a:t>Exit the current </a:t>
            </a:r>
            <a:r>
              <a:rPr lang="en-US" altLang="zh-CN" sz="3200" u="sng" dirty="0"/>
              <a:t>iteration</a:t>
            </a:r>
            <a:r>
              <a:rPr lang="en-US" altLang="zh-CN" sz="3200" dirty="0"/>
              <a:t> </a:t>
            </a:r>
            <a:r>
              <a:rPr lang="en-US" sz="3200" dirty="0"/>
              <a:t>and continue the </a:t>
            </a:r>
            <a:r>
              <a:rPr lang="en-US" sz="3200" b="1" u="sng" dirty="0"/>
              <a:t>next</a:t>
            </a:r>
            <a:r>
              <a:rPr lang="en-US" sz="3200" dirty="0"/>
              <a:t> time</a:t>
            </a:r>
          </a:p>
          <a:p>
            <a:pPr lvl="1"/>
            <a:r>
              <a:rPr lang="en-US" sz="3200" dirty="0"/>
              <a:t>Different in for and while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B4B57-F4A8-27F1-A1B9-6FE854EB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78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6934199" y="1960053"/>
            <a:ext cx="4648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What is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sz="40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02516" y="5404884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7" name="Straight Arrow Connector 6"/>
          <p:cNvCxnSpPr>
            <a:stCxn id="18" idx="2"/>
            <a:endCxn id="16" idx="0"/>
          </p:cNvCxnSpPr>
          <p:nvPr/>
        </p:nvCxnSpPr>
        <p:spPr>
          <a:xfrm>
            <a:off x="2656233" y="2900916"/>
            <a:ext cx="0" cy="940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2656233" y="4394792"/>
            <a:ext cx="0" cy="101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656233" y="5750442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81200" y="4648201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1676401" y="3841899"/>
            <a:ext cx="1959665" cy="5528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3801" y="4648200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2516" y="2555358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656233" y="2209800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74166" y="3352800"/>
            <a:ext cx="150743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6934199" y="1376529"/>
            <a:ext cx="4648200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; update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continueCondition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</a:t>
            </a:r>
            <a:r>
              <a:rPr lang="en-US" altLang="zh-TW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continue;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4648201" y="3886201"/>
            <a:ext cx="1959665" cy="552893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Continue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6600" y="4267201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8" name="Shape 57"/>
          <p:cNvCxnSpPr/>
          <p:nvPr/>
        </p:nvCxnSpPr>
        <p:spPr>
          <a:xfrm rot="16200000" flipH="1">
            <a:off x="3266410" y="4277390"/>
            <a:ext cx="477580" cy="4572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>
            <a:stCxn id="17" idx="3"/>
            <a:endCxn id="27" idx="2"/>
          </p:cNvCxnSpPr>
          <p:nvPr/>
        </p:nvCxnSpPr>
        <p:spPr>
          <a:xfrm flipV="1">
            <a:off x="5241235" y="4439093"/>
            <a:ext cx="386798" cy="3818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hape 60"/>
          <p:cNvCxnSpPr>
            <a:stCxn id="31" idx="1"/>
          </p:cNvCxnSpPr>
          <p:nvPr/>
        </p:nvCxnSpPr>
        <p:spPr>
          <a:xfrm rot="10800000" flipV="1">
            <a:off x="3124202" y="2819400"/>
            <a:ext cx="549965" cy="11430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27" idx="0"/>
            <a:endCxn id="20" idx="3"/>
          </p:cNvCxnSpPr>
          <p:nvPr/>
        </p:nvCxnSpPr>
        <p:spPr>
          <a:xfrm rot="16200000" flipV="1">
            <a:off x="5214317" y="3472484"/>
            <a:ext cx="381000" cy="44643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hape 84"/>
          <p:cNvCxnSpPr>
            <a:stCxn id="31" idx="3"/>
          </p:cNvCxnSpPr>
          <p:nvPr/>
        </p:nvCxnSpPr>
        <p:spPr>
          <a:xfrm>
            <a:off x="5181600" y="2819400"/>
            <a:ext cx="990600" cy="1143000"/>
          </a:xfrm>
          <a:prstGeom prst="curvedConnector2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103454" y="3682604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53000" y="3654624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34200" y="3695699"/>
            <a:ext cx="4648200" cy="2476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bIns="91440" rtlCol="0" anchor="ctr"/>
          <a:lstStyle/>
          <a:p>
            <a:r>
              <a:rPr lang="en-US" sz="2000" b="1" u="sng" dirty="0"/>
              <a:t>Continuation in a Loop</a:t>
            </a:r>
          </a:p>
          <a:p>
            <a:endParaRPr lang="en-US" sz="2000" b="1" u="sng" dirty="0"/>
          </a:p>
          <a:p>
            <a:r>
              <a:rPr lang="en-US" sz="2000" dirty="0"/>
              <a:t>The </a:t>
            </a:r>
            <a:r>
              <a:rPr lang="en-US" sz="2000" b="1" dirty="0">
                <a:latin typeface="Consolas" pitchFamily="49" charset="0"/>
              </a:rPr>
              <a:t>continue</a:t>
            </a:r>
            <a:r>
              <a:rPr lang="en-US" sz="2000" dirty="0"/>
              <a:t> statement, when executed, causes the program to </a:t>
            </a:r>
            <a:r>
              <a:rPr lang="en-US" sz="2000" b="1" i="1" dirty="0">
                <a:solidFill>
                  <a:srgbClr val="0070C0"/>
                </a:solidFill>
              </a:rPr>
              <a:t>skip the remaining statements</a:t>
            </a:r>
            <a:r>
              <a:rPr lang="en-US" sz="2000" dirty="0"/>
              <a:t> in the </a:t>
            </a:r>
            <a:r>
              <a:rPr lang="en-US" sz="2000" b="1" u="sng" dirty="0">
                <a:solidFill>
                  <a:srgbClr val="C00000"/>
                </a:solidFill>
              </a:rPr>
              <a:t>closest enclosing loop</a:t>
            </a:r>
            <a:r>
              <a:rPr lang="en-US" sz="2000" dirty="0"/>
              <a:t> for the current iteration.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4166" y="2667000"/>
            <a:ext cx="150743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419600" y="2971800"/>
            <a:ext cx="0" cy="34555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B3B3A6B-884A-E154-5952-40421B8A54E4}"/>
              </a:ext>
            </a:extLst>
          </p:cNvPr>
          <p:cNvSpPr txBox="1"/>
          <p:nvPr/>
        </p:nvSpPr>
        <p:spPr>
          <a:xfrm>
            <a:off x="6008008" y="87229"/>
            <a:ext cx="5459183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Consolas"/>
              </a:rPr>
              <a:t>Skip this iteration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Consolas"/>
              </a:rPr>
              <a:t>Continue next iteration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92956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2.4. Examples of </a:t>
            </a:r>
            <a:r>
              <a:rPr lang="en-US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339" y="1066800"/>
            <a:ext cx="8932985" cy="762000"/>
          </a:xfrm>
        </p:spPr>
        <p:txBody>
          <a:bodyPr/>
          <a:lstStyle/>
          <a:p>
            <a:r>
              <a:rPr lang="en-US" dirty="0"/>
              <a:t>for-loop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1" y="1828800"/>
            <a:ext cx="461963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5964" y="1828800"/>
            <a:ext cx="868203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continue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skipped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34400" y="2525570"/>
            <a:ext cx="2133600" cy="3429000"/>
          </a:xfrm>
          <a:prstGeom prst="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4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5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6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7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8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9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Bye!</a:t>
            </a:r>
          </a:p>
        </p:txBody>
      </p:sp>
    </p:spTree>
    <p:extLst>
      <p:ext uri="{BB962C8B-B14F-4D97-AF65-F5344CB8AC3E}">
        <p14:creationId xmlns:p14="http://schemas.microsoft.com/office/powerpoint/2010/main" val="379468329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7696200" y="3073061"/>
            <a:ext cx="3886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2.3. What is </a:t>
            </a:r>
            <a:r>
              <a:rPr lang="en-US" sz="4000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sz="40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2516" y="5404884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statement3</a:t>
            </a:r>
          </a:p>
        </p:txBody>
      </p:sp>
      <p:cxnSp>
        <p:nvCxnSpPr>
          <p:cNvPr id="7" name="Straight Arrow Connector 6"/>
          <p:cNvCxnSpPr>
            <a:stCxn id="18" idx="2"/>
            <a:endCxn id="16" idx="0"/>
          </p:cNvCxnSpPr>
          <p:nvPr/>
        </p:nvCxnSpPr>
        <p:spPr>
          <a:xfrm>
            <a:off x="2656233" y="2900916"/>
            <a:ext cx="0" cy="9409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6" idx="2"/>
            <a:endCxn id="6" idx="0"/>
          </p:cNvCxnSpPr>
          <p:nvPr/>
        </p:nvCxnSpPr>
        <p:spPr>
          <a:xfrm>
            <a:off x="2656233" y="4394792"/>
            <a:ext cx="0" cy="1010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656233" y="5750442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81200" y="4648201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16" name="Flowchart: Decision 15"/>
          <p:cNvSpPr/>
          <p:nvPr/>
        </p:nvSpPr>
        <p:spPr>
          <a:xfrm>
            <a:off x="1676401" y="3841899"/>
            <a:ext cx="1959665" cy="55289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3801" y="4648200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2516" y="2555358"/>
            <a:ext cx="1507435" cy="34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656233" y="2209800"/>
            <a:ext cx="0" cy="345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74166" y="3352800"/>
            <a:ext cx="1507435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statement2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7696200" y="2489537"/>
            <a:ext cx="3886200" cy="20313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while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(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LoopCondition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 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statement1;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 dirty="0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if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(</a:t>
            </a:r>
            <a:r>
              <a:rPr lang="en-US" altLang="zh-TW" b="1" dirty="0" err="1">
                <a:latin typeface="Consolas" pitchFamily="49" charset="0"/>
                <a:ea typeface="MS Gothic" pitchFamily="49" charset="-128"/>
              </a:rPr>
              <a:t>continueCondition</a:t>
            </a:r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    </a:t>
            </a:r>
            <a:r>
              <a:rPr lang="en-US" altLang="zh-TW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continue;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    statement2;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b="1" dirty="0">
                <a:latin typeface="Consolas" pitchFamily="49" charset="0"/>
                <a:ea typeface="MS Gothic" pitchFamily="49" charset="-128"/>
              </a:rPr>
              <a:t>statement3;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4648201" y="3886201"/>
            <a:ext cx="1959665" cy="552893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Continue</a:t>
            </a:r>
          </a:p>
          <a:p>
            <a:pPr algn="ctr"/>
            <a:r>
              <a:rPr lang="en-US" sz="1400" dirty="0"/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6600" y="4267201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8" name="Shape 57"/>
          <p:cNvCxnSpPr/>
          <p:nvPr/>
        </p:nvCxnSpPr>
        <p:spPr>
          <a:xfrm rot="16200000" flipH="1">
            <a:off x="3266410" y="4277390"/>
            <a:ext cx="477580" cy="4572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58"/>
          <p:cNvCxnSpPr>
            <a:stCxn id="17" idx="3"/>
            <a:endCxn id="27" idx="2"/>
          </p:cNvCxnSpPr>
          <p:nvPr/>
        </p:nvCxnSpPr>
        <p:spPr>
          <a:xfrm flipV="1">
            <a:off x="5241235" y="4439093"/>
            <a:ext cx="386798" cy="3818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hape 74"/>
          <p:cNvCxnSpPr>
            <a:stCxn id="27" idx="0"/>
            <a:endCxn id="20" idx="3"/>
          </p:cNvCxnSpPr>
          <p:nvPr/>
        </p:nvCxnSpPr>
        <p:spPr>
          <a:xfrm rot="16200000" flipV="1">
            <a:off x="5214317" y="3472484"/>
            <a:ext cx="381000" cy="44643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943600" y="3682604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53000" y="3654624"/>
            <a:ext cx="678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67600" y="5334000"/>
            <a:ext cx="3124200" cy="83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bIns="91440" rtlCol="0" anchor="ctr"/>
          <a:lstStyle/>
          <a:p>
            <a:pPr algn="ctr"/>
            <a:r>
              <a:rPr lang="en-US" sz="2000" b="1" u="sng" dirty="0"/>
              <a:t>The while-loop version</a:t>
            </a:r>
            <a:endParaRPr lang="en-US" sz="2000" dirty="0"/>
          </a:p>
        </p:txBody>
      </p:sp>
      <p:cxnSp>
        <p:nvCxnSpPr>
          <p:cNvPr id="36" name="Shape 35"/>
          <p:cNvCxnSpPr>
            <a:stCxn id="20" idx="1"/>
          </p:cNvCxnSpPr>
          <p:nvPr/>
        </p:nvCxnSpPr>
        <p:spPr>
          <a:xfrm rot="10800000" flipV="1">
            <a:off x="3276602" y="3505200"/>
            <a:ext cx="397565" cy="533400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2906486" y="2728686"/>
            <a:ext cx="3254828" cy="1309914"/>
          </a:xfrm>
          <a:custGeom>
            <a:avLst/>
            <a:gdLst>
              <a:gd name="connsiteX0" fmla="*/ 3254828 w 3254828"/>
              <a:gd name="connsiteY0" fmla="*/ 1139372 h 1139372"/>
              <a:gd name="connsiteX1" fmla="*/ 1883228 w 3254828"/>
              <a:gd name="connsiteY1" fmla="*/ 18143 h 1139372"/>
              <a:gd name="connsiteX2" fmla="*/ 0 w 3254828"/>
              <a:gd name="connsiteY2" fmla="*/ 1030515 h 1139372"/>
              <a:gd name="connsiteX0" fmla="*/ 3254828 w 3254828"/>
              <a:gd name="connsiteY0" fmla="*/ 1280886 h 1280886"/>
              <a:gd name="connsiteX1" fmla="*/ 1589314 w 3254828"/>
              <a:gd name="connsiteY1" fmla="*/ 18143 h 1280886"/>
              <a:gd name="connsiteX2" fmla="*/ 0 w 3254828"/>
              <a:gd name="connsiteY2" fmla="*/ 1172029 h 1280886"/>
              <a:gd name="connsiteX0" fmla="*/ 3254828 w 3254828"/>
              <a:gd name="connsiteY0" fmla="*/ 1309914 h 1309914"/>
              <a:gd name="connsiteX1" fmla="*/ 1589314 w 3254828"/>
              <a:gd name="connsiteY1" fmla="*/ 47171 h 1309914"/>
              <a:gd name="connsiteX2" fmla="*/ 0 w 3254828"/>
              <a:gd name="connsiteY2" fmla="*/ 1201057 h 1309914"/>
              <a:gd name="connsiteX0" fmla="*/ 3254828 w 3254828"/>
              <a:gd name="connsiteY0" fmla="*/ 1309914 h 1309914"/>
              <a:gd name="connsiteX1" fmla="*/ 1589314 w 3254828"/>
              <a:gd name="connsiteY1" fmla="*/ 47171 h 1309914"/>
              <a:gd name="connsiteX2" fmla="*/ 0 w 3254828"/>
              <a:gd name="connsiteY2" fmla="*/ 1201057 h 130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4828" h="1309914">
                <a:moveTo>
                  <a:pt x="3254828" y="1309914"/>
                </a:moveTo>
                <a:cubicBezTo>
                  <a:pt x="2840263" y="758371"/>
                  <a:pt x="2120899" y="0"/>
                  <a:pt x="1589314" y="47171"/>
                </a:cubicBezTo>
                <a:cubicBezTo>
                  <a:pt x="1046843" y="29028"/>
                  <a:pt x="507092" y="544285"/>
                  <a:pt x="0" y="1201057"/>
                </a:cubicBezTo>
              </a:path>
            </a:pathLst>
          </a:cu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8BFC9-6541-9ACA-EEAD-C04625608466}"/>
              </a:ext>
            </a:extLst>
          </p:cNvPr>
          <p:cNvSpPr txBox="1"/>
          <p:nvPr/>
        </p:nvSpPr>
        <p:spPr>
          <a:xfrm>
            <a:off x="6282773" y="497918"/>
            <a:ext cx="5459183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Consolas"/>
              </a:rPr>
              <a:t>Skip this iteration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Consolas"/>
              </a:rPr>
              <a:t>Continue next iteration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48051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DA899-25A2-89F5-E2F4-E5B199E2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ED98-928E-B63D-55CC-2F9B3CDC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2.4. Examples of </a:t>
            </a:r>
            <a:r>
              <a:rPr lang="en-US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A44E-83E5-D07F-9952-D71CC0126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0"/>
            <a:ext cx="8932985" cy="762000"/>
          </a:xfrm>
        </p:spPr>
        <p:txBody>
          <a:bodyPr/>
          <a:lstStyle/>
          <a:p>
            <a:r>
              <a:rPr lang="en-US" dirty="0"/>
              <a:t>while-loop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2D8A9-8898-E476-8E4F-847CF024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A0D01D-47E9-5DF0-C9C3-54A6923E6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237" y="1600200"/>
            <a:ext cx="461963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B86AC-AD6A-244D-4648-F83FA6425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200" y="1600200"/>
            <a:ext cx="8682801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continue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skipped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   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skipped too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15D1B6-45F1-B8D9-AEAD-43D00B5E838C}"/>
              </a:ext>
            </a:extLst>
          </p:cNvPr>
          <p:cNvSpPr/>
          <p:nvPr/>
        </p:nvSpPr>
        <p:spPr>
          <a:xfrm>
            <a:off x="6686299" y="2063416"/>
            <a:ext cx="4872038" cy="1143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=3, no update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the loop </a:t>
            </a:r>
            <a:r>
              <a:rPr lang="en-US" sz="2800" b="1" dirty="0">
                <a:solidFill>
                  <a:srgbClr val="FF0000"/>
                </a:solidFill>
              </a:rPr>
              <a:t>will iterate forever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ABA063-2148-F30F-6C33-22A312DB615E}"/>
              </a:ext>
            </a:extLst>
          </p:cNvPr>
          <p:cNvCxnSpPr>
            <a:cxnSpLocks/>
          </p:cNvCxnSpPr>
          <p:nvPr/>
        </p:nvCxnSpPr>
        <p:spPr>
          <a:xfrm flipH="1">
            <a:off x="4321023" y="2840182"/>
            <a:ext cx="2365276" cy="74121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2293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2.4. Examples of </a:t>
            </a:r>
            <a:r>
              <a:rPr lang="en-US" b="1" dirty="0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339" y="1066800"/>
            <a:ext cx="8932985" cy="762000"/>
          </a:xfrm>
        </p:spPr>
        <p:txBody>
          <a:bodyPr/>
          <a:lstStyle/>
          <a:p>
            <a:r>
              <a:rPr lang="en-US" dirty="0"/>
              <a:t>while-loop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3237" y="1600200"/>
            <a:ext cx="461963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5200" y="1600200"/>
            <a:ext cx="8682801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continue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// skipped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      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skipped too if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3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"Bye!\n"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88216" y="1828800"/>
            <a:ext cx="2133600" cy="2971800"/>
          </a:xfrm>
          <a:prstGeom prst="rect">
            <a:avLst/>
          </a:prstGeom>
          <a:solidFill>
            <a:srgbClr val="CCCCFF"/>
          </a:solidFill>
          <a:ln>
            <a:solidFill>
              <a:schemeClr val="tx1">
                <a:lumMod val="50000"/>
                <a:lumOff val="50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0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1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2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4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5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6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7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8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9</a:t>
            </a:r>
          </a:p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</a:rPr>
              <a:t>Bye!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5029200"/>
            <a:ext cx="4872038" cy="1143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dirty="0">
                <a:solidFill>
                  <a:schemeClr val="tx1"/>
                </a:solidFill>
              </a:rPr>
              <a:t> at </a:t>
            </a:r>
            <a:r>
              <a:rPr lang="en-US" i="1" dirty="0">
                <a:solidFill>
                  <a:schemeClr val="tx1"/>
                </a:solidFill>
              </a:rPr>
              <a:t>line 10</a:t>
            </a:r>
            <a:r>
              <a:rPr lang="en-US" dirty="0">
                <a:solidFill>
                  <a:schemeClr val="tx1"/>
                </a:solidFill>
              </a:rPr>
              <a:t> will be skipped when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>
                <a:solidFill>
                  <a:schemeClr val="tx1"/>
                </a:solidFill>
              </a:rPr>
              <a:t> is executed. Without the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dirty="0">
                <a:solidFill>
                  <a:schemeClr val="tx1"/>
                </a:solidFill>
              </a:rPr>
              <a:t> at </a:t>
            </a:r>
            <a:r>
              <a:rPr lang="en-US" i="1" dirty="0">
                <a:solidFill>
                  <a:schemeClr val="tx1"/>
                </a:solidFill>
              </a:rPr>
              <a:t>line 6</a:t>
            </a:r>
            <a:r>
              <a:rPr lang="en-US" dirty="0">
                <a:solidFill>
                  <a:schemeClr val="tx1"/>
                </a:solidFill>
              </a:rPr>
              <a:t>, the loop </a:t>
            </a:r>
            <a:r>
              <a:rPr lang="en-US" b="1" dirty="0">
                <a:solidFill>
                  <a:srgbClr val="FF0000"/>
                </a:solidFill>
              </a:rPr>
              <a:t>will iterate forever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9" name="Straight Arrow Connector 8"/>
          <p:cNvCxnSpPr>
            <a:cxnSpLocks/>
            <a:stCxn id="8" idx="1"/>
          </p:cNvCxnSpPr>
          <p:nvPr/>
        </p:nvCxnSpPr>
        <p:spPr>
          <a:xfrm flipH="1" flipV="1">
            <a:off x="3612708" y="3661064"/>
            <a:ext cx="2102293" cy="193963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7175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3600" dirty="0"/>
              <a:t> statement</a:t>
            </a:r>
          </a:p>
          <a:p>
            <a:pPr lvl="1"/>
            <a:r>
              <a:rPr lang="en-US" altLang="zh-CN" sz="3600" dirty="0"/>
              <a:t>Exit the current </a:t>
            </a:r>
            <a:r>
              <a:rPr lang="en-US" altLang="zh-CN" sz="3600" u="sng" dirty="0"/>
              <a:t>loop</a:t>
            </a:r>
            <a:endParaRPr lang="en-US" sz="3600" u="sng" dirty="0"/>
          </a:p>
          <a:p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sz="3600" dirty="0"/>
              <a:t> statement</a:t>
            </a:r>
          </a:p>
          <a:p>
            <a:pPr lvl="1"/>
            <a:r>
              <a:rPr lang="en-US" sz="3600" dirty="0"/>
              <a:t>Exit the current </a:t>
            </a:r>
            <a:r>
              <a:rPr lang="en-US" altLang="zh-CN" sz="3600" u="sng" dirty="0"/>
              <a:t>iteration</a:t>
            </a:r>
            <a:r>
              <a:rPr lang="en-US" altLang="zh-CN" sz="3600" dirty="0"/>
              <a:t> </a:t>
            </a:r>
            <a:r>
              <a:rPr lang="en-US" sz="3600" dirty="0"/>
              <a:t>and continue the next time</a:t>
            </a:r>
          </a:p>
          <a:p>
            <a:pPr lvl="1"/>
            <a:r>
              <a:rPr lang="en-US" sz="3600" dirty="0"/>
              <a:t>In for loop, jump to update(</a:t>
            </a:r>
            <a:r>
              <a:rPr lang="en-US" sz="3600" dirty="0" err="1"/>
              <a:t>i</a:t>
            </a:r>
            <a:r>
              <a:rPr lang="en-US" sz="3600" dirty="0"/>
              <a:t>++) and the next iteration</a:t>
            </a:r>
          </a:p>
          <a:p>
            <a:pPr lvl="1"/>
            <a:r>
              <a:rPr lang="en-US" sz="3600" dirty="0"/>
              <a:t>In while loop, </a:t>
            </a:r>
            <a:r>
              <a:rPr lang="en-US" sz="3600" u="sng" dirty="0"/>
              <a:t>remember</a:t>
            </a:r>
            <a:r>
              <a:rPr lang="en-US" sz="3600" dirty="0"/>
              <a:t> to update(</a:t>
            </a:r>
            <a:r>
              <a:rPr lang="en-US" sz="3600" dirty="0" err="1"/>
              <a:t>i</a:t>
            </a:r>
            <a:r>
              <a:rPr lang="en-US" sz="3600" dirty="0"/>
              <a:t>++) before continue</a:t>
            </a:r>
          </a:p>
          <a:p>
            <a:pPr lvl="1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7707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610D-8F10-7347-879E-8C590721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E5D32-FF46-3E4E-812D-954DD73A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4E00A8-8ACB-405C-A68B-09122C466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600" dirty="0"/>
              <a:t>Looping</a:t>
            </a:r>
          </a:p>
          <a:p>
            <a:pPr marL="400050" lvl="1" indent="0">
              <a:buNone/>
            </a:pPr>
            <a:r>
              <a:rPr lang="en-GB" sz="3200" dirty="0"/>
              <a:t>while, for </a:t>
            </a:r>
          </a:p>
          <a:p>
            <a:pPr marL="914400" lvl="1" indent="-514350"/>
            <a:r>
              <a:rPr lang="en-GB" dirty="0"/>
              <a:t>Flag </a:t>
            </a:r>
          </a:p>
          <a:p>
            <a:pPr marL="914400" lvl="1" indent="-514350"/>
            <a:r>
              <a:rPr lang="en-GB" dirty="0"/>
              <a:t>Loop for counts (count array)</a:t>
            </a:r>
          </a:p>
          <a:p>
            <a:pPr marL="914400" lvl="1" indent="-514350"/>
            <a:r>
              <a:rPr lang="en-GB" dirty="0"/>
              <a:t>Find relationships between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/>
              <a:t>Nested Loops – A loop inside another loop</a:t>
            </a:r>
            <a:endParaRPr lang="en-GB" sz="2400" dirty="0"/>
          </a:p>
          <a:p>
            <a:pPr marL="514350" indent="-514350">
              <a:buFont typeface="+mj-lt"/>
              <a:buAutoNum type="arabicPeriod"/>
            </a:pPr>
            <a:r>
              <a:rPr lang="en-GB" sz="3600" dirty="0"/>
              <a:t>A Challenging Example (Selection Sort)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/>
              <a:t>Break and continue</a:t>
            </a:r>
          </a:p>
          <a:p>
            <a:pPr lvl="1"/>
            <a:r>
              <a:rPr lang="en-US" dirty="0"/>
              <a:t>Break: </a:t>
            </a:r>
            <a:r>
              <a:rPr lang="en-US" altLang="zh-CN" dirty="0"/>
              <a:t>Exit the current loop</a:t>
            </a:r>
            <a:endParaRPr lang="en-US" dirty="0"/>
          </a:p>
          <a:p>
            <a:pPr lvl="1"/>
            <a:r>
              <a:rPr lang="en-US" dirty="0"/>
              <a:t>Continue: Exit the current </a:t>
            </a:r>
            <a:r>
              <a:rPr lang="en-US" altLang="zh-CN" dirty="0"/>
              <a:t>iteration </a:t>
            </a:r>
            <a:r>
              <a:rPr lang="en-US" dirty="0"/>
              <a:t>and continue the next </a:t>
            </a:r>
            <a:r>
              <a:rPr lang="en-US" altLang="zh-CN" dirty="0"/>
              <a:t>iteration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68109763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3.7 – 3.10</a:t>
            </a:r>
          </a:p>
          <a:p>
            <a:r>
              <a:rPr lang="en-US" dirty="0"/>
              <a:t>Chapter 4 C Program Control</a:t>
            </a:r>
          </a:p>
          <a:p>
            <a:pPr lvl="1"/>
            <a:r>
              <a:rPr lang="en-US" dirty="0"/>
              <a:t>Sections 4.1 – 4.6, 4.9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6746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12568</TotalTime>
  <Words>2110</Words>
  <Application>Microsoft Macintosh PowerPoint</Application>
  <PresentationFormat>宽屏</PresentationFormat>
  <Paragraphs>551</Paragraphs>
  <Slides>25</Slides>
  <Notes>20</Notes>
  <HiddenSlides>5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Inter</vt:lpstr>
      <vt:lpstr>新細明體</vt:lpstr>
      <vt:lpstr>Arial</vt:lpstr>
      <vt:lpstr>Calibri</vt:lpstr>
      <vt:lpstr>Consolas</vt:lpstr>
      <vt:lpstr>Wingdings</vt:lpstr>
      <vt:lpstr>Office Theme</vt:lpstr>
      <vt:lpstr>Outline</vt:lpstr>
      <vt:lpstr>Looping IV</vt:lpstr>
      <vt:lpstr>1. Challenging Example (Selection Sort)</vt:lpstr>
      <vt:lpstr>1. Challenging Example (Selection Sort)</vt:lpstr>
      <vt:lpstr>1. Challenging Example (Selection Sort)</vt:lpstr>
      <vt:lpstr>1. Challenging Example (Selection Sort)</vt:lpstr>
      <vt:lpstr>1. Challenging Example (Selection Sort)</vt:lpstr>
      <vt:lpstr>PowerPoint 演示文稿</vt:lpstr>
      <vt:lpstr>Outline</vt:lpstr>
      <vt:lpstr>2. Break and continue</vt:lpstr>
      <vt:lpstr>2.1. What is break?</vt:lpstr>
      <vt:lpstr>Lab 6 Ex4, Prime or composite?</vt:lpstr>
      <vt:lpstr>Flag:  Lab 6 Ex4, Prime or composite?</vt:lpstr>
      <vt:lpstr>2.2. Examples of break statement</vt:lpstr>
      <vt:lpstr>2.2. Examples of break statement</vt:lpstr>
      <vt:lpstr>2.2. Another Example</vt:lpstr>
      <vt:lpstr>2. Break and continue</vt:lpstr>
      <vt:lpstr>2.3. What is continue?</vt:lpstr>
      <vt:lpstr>2.4. Examples of continue statement</vt:lpstr>
      <vt:lpstr>2.3. What is continue?</vt:lpstr>
      <vt:lpstr>2.4. Examples of continue statement</vt:lpstr>
      <vt:lpstr>2.4. Examples of continue statement</vt:lpstr>
      <vt:lpstr>2. Break and continue</vt:lpstr>
      <vt:lpstr>Loop 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Looping (III)</dc:title>
  <cp:lastModifiedBy>LIU, Zeyu</cp:lastModifiedBy>
  <cp:revision>4</cp:revision>
  <dcterms:created xsi:type="dcterms:W3CDTF">2011-07-19T12:51:33Z</dcterms:created>
  <dcterms:modified xsi:type="dcterms:W3CDTF">2025-10-29T19:17:57Z</dcterms:modified>
</cp:coreProperties>
</file>
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09" r:id="rId2"/>
    <p:sldId id="334" r:id="rId3"/>
    <p:sldId id="370" r:id="rId4"/>
    <p:sldId id="359" r:id="rId5"/>
    <p:sldId id="268" r:id="rId6"/>
    <p:sldId id="389" r:id="rId7"/>
    <p:sldId id="380" r:id="rId8"/>
    <p:sldId id="342" r:id="rId9"/>
    <p:sldId id="381" r:id="rId10"/>
    <p:sldId id="314" r:id="rId11"/>
    <p:sldId id="382" r:id="rId12"/>
    <p:sldId id="395" r:id="rId13"/>
    <p:sldId id="345" r:id="rId14"/>
    <p:sldId id="347" r:id="rId15"/>
    <p:sldId id="348" r:id="rId16"/>
    <p:sldId id="349" r:id="rId17"/>
    <p:sldId id="350" r:id="rId18"/>
    <p:sldId id="375" r:id="rId19"/>
    <p:sldId id="337" r:id="rId20"/>
    <p:sldId id="392" r:id="rId21"/>
    <p:sldId id="321" r:id="rId22"/>
    <p:sldId id="322" r:id="rId23"/>
    <p:sldId id="346" r:id="rId24"/>
    <p:sldId id="344" r:id="rId25"/>
    <p:sldId id="396" r:id="rId26"/>
    <p:sldId id="383" r:id="rId27"/>
    <p:sldId id="317" r:id="rId28"/>
    <p:sldId id="319" r:id="rId29"/>
    <p:sldId id="384" r:id="rId30"/>
    <p:sldId id="357" r:id="rId31"/>
    <p:sldId id="356" r:id="rId32"/>
    <p:sldId id="351" r:id="rId33"/>
    <p:sldId id="391" r:id="rId34"/>
    <p:sldId id="394" r:id="rId35"/>
  </p:sldIdLst>
  <p:sldSz cx="12192000" cy="6858000"/>
  <p:notesSz cx="6858000" cy="9144000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7" clrIdx="0">
    <p:extLst>
      <p:ext uri="{19B8F6BF-5375-455C-9EA6-DF929625EA0E}">
        <p15:presenceInfo xmlns:p15="http://schemas.microsoft.com/office/powerpoint/2012/main" userId="Chuck-jee Chau" providerId="None"/>
      </p:ext>
    </p:extLst>
  </p:cmAuthor>
  <p:cmAuthor id="2" name="Chuck jee Chau (CSD)" initials="CjC(" lastIdx="2" clrIdx="1">
    <p:extLst>
      <p:ext uri="{19B8F6BF-5375-455C-9EA6-DF929625EA0E}">
        <p15:presenceInfo xmlns:p15="http://schemas.microsoft.com/office/powerpoint/2012/main" userId="Chuck jee Chau (CSD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BE600"/>
    <a:srgbClr val="CCCCFF"/>
    <a:srgbClr val="FF99FF"/>
    <a:srgbClr val="0000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C5B3DE-6CB4-428E-88E0-ACF8DEF2E7AD}" v="127" dt="2025-10-16T07:01:57.9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03" autoAdjust="0"/>
    <p:restoredTop sz="92364" autoAdjust="0"/>
  </p:normalViewPr>
  <p:slideViewPr>
    <p:cSldViewPr>
      <p:cViewPr varScale="1">
        <p:scale>
          <a:sx n="105" d="100"/>
          <a:sy n="105" d="100"/>
        </p:scale>
        <p:origin x="224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1437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m Pan Chui, Dr. (CSD)" userId="06f431c5-cc1a-4439-a61b-5f3af947c103" providerId="ADAL" clId="{3A172DF7-79F9-486B-BADA-1BE4A83C3175}"/>
    <pc:docChg chg="undo redo custSel addSld delSld modSld">
      <pc:chgData name="Yim Pan Chui, Dr. (CSD)" userId="06f431c5-cc1a-4439-a61b-5f3af947c103" providerId="ADAL" clId="{3A172DF7-79F9-486B-BADA-1BE4A83C3175}" dt="2024-02-23T07:24:16.699" v="869" actId="14100"/>
      <pc:docMkLst>
        <pc:docMk/>
      </pc:docMkLst>
      <pc:sldChg chg="modSp mod">
        <pc:chgData name="Yim Pan Chui, Dr. (CSD)" userId="06f431c5-cc1a-4439-a61b-5f3af947c103" providerId="ADAL" clId="{3A172DF7-79F9-486B-BADA-1BE4A83C3175}" dt="2024-02-22T09:23:34.663" v="216" actId="13926"/>
        <pc:sldMkLst>
          <pc:docMk/>
          <pc:sldMk cId="1216653165" sldId="320"/>
        </pc:sldMkLst>
      </pc:sldChg>
      <pc:sldChg chg="addSp modSp mod modAnim">
        <pc:chgData name="Yim Pan Chui, Dr. (CSD)" userId="06f431c5-cc1a-4439-a61b-5f3af947c103" providerId="ADAL" clId="{3A172DF7-79F9-486B-BADA-1BE4A83C3175}" dt="2024-02-23T03:55:33.314" v="600" actId="1076"/>
        <pc:sldMkLst>
          <pc:docMk/>
          <pc:sldMk cId="1438276141" sldId="323"/>
        </pc:sldMkLst>
      </pc:sldChg>
      <pc:sldChg chg="modSp mod">
        <pc:chgData name="Yim Pan Chui, Dr. (CSD)" userId="06f431c5-cc1a-4439-a61b-5f3af947c103" providerId="ADAL" clId="{3A172DF7-79F9-486B-BADA-1BE4A83C3175}" dt="2024-02-23T03:11:33.300" v="401" actId="113"/>
        <pc:sldMkLst>
          <pc:docMk/>
          <pc:sldMk cId="1230929561" sldId="325"/>
        </pc:sldMkLst>
      </pc:sldChg>
      <pc:sldChg chg="modSp del mod">
        <pc:chgData name="Yim Pan Chui, Dr. (CSD)" userId="06f431c5-cc1a-4439-a61b-5f3af947c103" providerId="ADAL" clId="{3A172DF7-79F9-486B-BADA-1BE4A83C3175}" dt="2024-02-23T03:08:52.601" v="397" actId="47"/>
        <pc:sldMkLst>
          <pc:docMk/>
          <pc:sldMk cId="4008021819" sldId="326"/>
        </pc:sldMkLst>
      </pc:sldChg>
      <pc:sldChg chg="addSp modSp mod">
        <pc:chgData name="Yim Pan Chui, Dr. (CSD)" userId="06f431c5-cc1a-4439-a61b-5f3af947c103" providerId="ADAL" clId="{3A172DF7-79F9-486B-BADA-1BE4A83C3175}" dt="2024-02-23T07:11:51.285" v="824" actId="6549"/>
        <pc:sldMkLst>
          <pc:docMk/>
          <pc:sldMk cId="1667810930" sldId="329"/>
        </pc:sldMkLst>
      </pc:sldChg>
      <pc:sldChg chg="modSp mod">
        <pc:chgData name="Yim Pan Chui, Dr. (CSD)" userId="06f431c5-cc1a-4439-a61b-5f3af947c103" providerId="ADAL" clId="{3A172DF7-79F9-486B-BADA-1BE4A83C3175}" dt="2024-02-23T04:08:16.618" v="684" actId="6549"/>
        <pc:sldMkLst>
          <pc:docMk/>
          <pc:sldMk cId="2997350601" sldId="330"/>
        </pc:sldMkLst>
      </pc:sldChg>
      <pc:sldChg chg="modSp mod">
        <pc:chgData name="Yim Pan Chui, Dr. (CSD)" userId="06f431c5-cc1a-4439-a61b-5f3af947c103" providerId="ADAL" clId="{3A172DF7-79F9-486B-BADA-1BE4A83C3175}" dt="2024-02-23T07:24:16.699" v="869" actId="14100"/>
        <pc:sldMkLst>
          <pc:docMk/>
          <pc:sldMk cId="1782371758" sldId="332"/>
        </pc:sldMkLst>
      </pc:sldChg>
      <pc:sldChg chg="addSp modSp mod modAnim">
        <pc:chgData name="Yim Pan Chui, Dr. (CSD)" userId="06f431c5-cc1a-4439-a61b-5f3af947c103" providerId="ADAL" clId="{3A172DF7-79F9-486B-BADA-1BE4A83C3175}" dt="2024-02-22T09:34:05.906" v="229" actId="1076"/>
        <pc:sldMkLst>
          <pc:docMk/>
          <pc:sldMk cId="3053758298" sldId="337"/>
        </pc:sldMkLst>
      </pc:sldChg>
      <pc:sldChg chg="addSp modSp mod modAnim">
        <pc:chgData name="Yim Pan Chui, Dr. (CSD)" userId="06f431c5-cc1a-4439-a61b-5f3af947c103" providerId="ADAL" clId="{3A172DF7-79F9-486B-BADA-1BE4A83C3175}" dt="2024-02-23T07:16:14.867" v="836" actId="1036"/>
        <pc:sldMkLst>
          <pc:docMk/>
          <pc:sldMk cId="2511448755" sldId="338"/>
        </pc:sldMkLst>
      </pc:sldChg>
      <pc:sldChg chg="modSp mod">
        <pc:chgData name="Yim Pan Chui, Dr. (CSD)" userId="06f431c5-cc1a-4439-a61b-5f3af947c103" providerId="ADAL" clId="{3A172DF7-79F9-486B-BADA-1BE4A83C3175}" dt="2024-02-23T02:09:05.471" v="245" actId="13926"/>
        <pc:sldMkLst>
          <pc:docMk/>
          <pc:sldMk cId="603012574" sldId="340"/>
        </pc:sldMkLst>
      </pc:sldChg>
      <pc:sldChg chg="addSp delSp modSp mod">
        <pc:chgData name="Yim Pan Chui, Dr. (CSD)" userId="06f431c5-cc1a-4439-a61b-5f3af947c103" providerId="ADAL" clId="{3A172DF7-79F9-486B-BADA-1BE4A83C3175}" dt="2024-02-23T04:52:32.441" v="778" actId="478"/>
        <pc:sldMkLst>
          <pc:docMk/>
          <pc:sldMk cId="613261591" sldId="344"/>
        </pc:sldMkLst>
      </pc:sldChg>
      <pc:sldChg chg="addSp delSp modSp mod delAnim modAnim">
        <pc:chgData name="Yim Pan Chui, Dr. (CSD)" userId="06f431c5-cc1a-4439-a61b-5f3af947c103" providerId="ADAL" clId="{3A172DF7-79F9-486B-BADA-1BE4A83C3175}" dt="2024-02-23T02:11:34.488" v="265" actId="115"/>
        <pc:sldMkLst>
          <pc:docMk/>
          <pc:sldMk cId="1273528718" sldId="345"/>
        </pc:sldMkLst>
      </pc:sldChg>
      <pc:sldChg chg="modSp mod">
        <pc:chgData name="Yim Pan Chui, Dr. (CSD)" userId="06f431c5-cc1a-4439-a61b-5f3af947c103" providerId="ADAL" clId="{3A172DF7-79F9-486B-BADA-1BE4A83C3175}" dt="2024-02-23T02:12:14.626" v="271" actId="207"/>
        <pc:sldMkLst>
          <pc:docMk/>
          <pc:sldMk cId="1092699906" sldId="347"/>
        </pc:sldMkLst>
      </pc:sldChg>
      <pc:sldChg chg="addSp delSp modSp mod modAnim">
        <pc:chgData name="Yim Pan Chui, Dr. (CSD)" userId="06f431c5-cc1a-4439-a61b-5f3af947c103" providerId="ADAL" clId="{3A172DF7-79F9-486B-BADA-1BE4A83C3175}" dt="2024-02-23T06:24:56.182" v="794" actId="14100"/>
        <pc:sldMkLst>
          <pc:docMk/>
          <pc:sldMk cId="2019434099" sldId="348"/>
        </pc:sldMkLst>
      </pc:sldChg>
      <pc:sldChg chg="addSp delSp modSp mod modAnim">
        <pc:chgData name="Yim Pan Chui, Dr. (CSD)" userId="06f431c5-cc1a-4439-a61b-5f3af947c103" providerId="ADAL" clId="{3A172DF7-79F9-486B-BADA-1BE4A83C3175}" dt="2024-02-23T06:24:59.900" v="795" actId="1035"/>
        <pc:sldMkLst>
          <pc:docMk/>
          <pc:sldMk cId="2415219606" sldId="349"/>
        </pc:sldMkLst>
      </pc:sldChg>
      <pc:sldChg chg="addSp modSp mod modAnim">
        <pc:chgData name="Yim Pan Chui, Dr. (CSD)" userId="06f431c5-cc1a-4439-a61b-5f3af947c103" providerId="ADAL" clId="{3A172DF7-79F9-486B-BADA-1BE4A83C3175}" dt="2024-02-23T02:19:58.679" v="277" actId="207"/>
        <pc:sldMkLst>
          <pc:docMk/>
          <pc:sldMk cId="3406095453" sldId="350"/>
        </pc:sldMkLst>
      </pc:sldChg>
      <pc:sldChg chg="addSp modSp mod modAnim">
        <pc:chgData name="Yim Pan Chui, Dr. (CSD)" userId="06f431c5-cc1a-4439-a61b-5f3af947c103" providerId="ADAL" clId="{3A172DF7-79F9-486B-BADA-1BE4A83C3175}" dt="2024-02-23T04:29:15.391" v="741" actId="13926"/>
        <pc:sldMkLst>
          <pc:docMk/>
          <pc:sldMk cId="965270603" sldId="353"/>
        </pc:sldMkLst>
      </pc:sldChg>
      <pc:sldChg chg="addSp modSp mod modAnim">
        <pc:chgData name="Yim Pan Chui, Dr. (CSD)" userId="06f431c5-cc1a-4439-a61b-5f3af947c103" providerId="ADAL" clId="{3A172DF7-79F9-486B-BADA-1BE4A83C3175}" dt="2024-02-23T03:01:16.438" v="381" actId="14100"/>
        <pc:sldMkLst>
          <pc:docMk/>
          <pc:sldMk cId="3295559441" sldId="354"/>
        </pc:sldMkLst>
      </pc:sldChg>
      <pc:sldChg chg="addSp delSp modSp mod delAnim modAnim">
        <pc:chgData name="Yim Pan Chui, Dr. (CSD)" userId="06f431c5-cc1a-4439-a61b-5f3af947c103" providerId="ADAL" clId="{3A172DF7-79F9-486B-BADA-1BE4A83C3175}" dt="2024-02-23T03:00:28.020" v="369" actId="14100"/>
        <pc:sldMkLst>
          <pc:docMk/>
          <pc:sldMk cId="591816102" sldId="355"/>
        </pc:sldMkLst>
      </pc:sldChg>
      <pc:sldChg chg="modSp mod">
        <pc:chgData name="Yim Pan Chui, Dr. (CSD)" userId="06f431c5-cc1a-4439-a61b-5f3af947c103" providerId="ADAL" clId="{3A172DF7-79F9-486B-BADA-1BE4A83C3175}" dt="2024-02-23T02:09:21.706" v="246" actId="13926"/>
        <pc:sldMkLst>
          <pc:docMk/>
          <pc:sldMk cId="3114149895" sldId="362"/>
        </pc:sldMkLst>
      </pc:sldChg>
      <pc:sldChg chg="modSp mod">
        <pc:chgData name="Yim Pan Chui, Dr. (CSD)" userId="06f431c5-cc1a-4439-a61b-5f3af947c103" providerId="ADAL" clId="{3A172DF7-79F9-486B-BADA-1BE4A83C3175}" dt="2024-02-23T06:27:17.432" v="797" actId="1076"/>
        <pc:sldMkLst>
          <pc:docMk/>
          <pc:sldMk cId="2472512755" sldId="363"/>
        </pc:sldMkLst>
      </pc:sldChg>
      <pc:sldChg chg="modSp mod">
        <pc:chgData name="Yim Pan Chui, Dr. (CSD)" userId="06f431c5-cc1a-4439-a61b-5f3af947c103" providerId="ADAL" clId="{3A172DF7-79F9-486B-BADA-1BE4A83C3175}" dt="2024-02-23T04:06:28.890" v="662" actId="1076"/>
        <pc:sldMkLst>
          <pc:docMk/>
          <pc:sldMk cId="3794683290" sldId="366"/>
        </pc:sldMkLst>
      </pc:sldChg>
      <pc:sldChg chg="add modNotesTx">
        <pc:chgData name="Yim Pan Chui, Dr. (CSD)" userId="06f431c5-cc1a-4439-a61b-5f3af947c103" providerId="ADAL" clId="{3A172DF7-79F9-486B-BADA-1BE4A83C3175}" dt="2024-02-23T03:08:45.125" v="396" actId="6549"/>
        <pc:sldMkLst>
          <pc:docMk/>
          <pc:sldMk cId="1734480517" sldId="368"/>
        </pc:sldMkLst>
      </pc:sldChg>
    </pc:docChg>
  </pc:docChgLst>
  <pc:docChgLst>
    <pc:chgData name="Yuli Jiang (CSD)" userId="7c291cd4-aa97-4867-8d2d-ebf5c1c3b419" providerId="ADAL" clId="{DA398AD5-14C3-40D9-A5B6-20F4901CD28E}"/>
    <pc:docChg chg="undo redo custSel addSld delSld modSld sldOrd modMainMaster modNotesMaster">
      <pc:chgData name="Yuli Jiang (CSD)" userId="7c291cd4-aa97-4867-8d2d-ebf5c1c3b419" providerId="ADAL" clId="{DA398AD5-14C3-40D9-A5B6-20F4901CD28E}" dt="2024-03-10T17:09:43.316" v="2163" actId="729"/>
      <pc:docMkLst>
        <pc:docMk/>
      </pc:docMkLst>
      <pc:sldChg chg="mod modShow">
        <pc:chgData name="Yuli Jiang (CSD)" userId="7c291cd4-aa97-4867-8d2d-ebf5c1c3b419" providerId="ADAL" clId="{DA398AD5-14C3-40D9-A5B6-20F4901CD28E}" dt="2024-02-25T17:14:48.267" v="1233" actId="729"/>
        <pc:sldMkLst>
          <pc:docMk/>
          <pc:sldMk cId="2389990707" sldId="268"/>
        </pc:sldMkLst>
      </pc:sldChg>
      <pc:sldChg chg="modSp add mod ord">
        <pc:chgData name="Yuli Jiang (CSD)" userId="7c291cd4-aa97-4867-8d2d-ebf5c1c3b419" providerId="ADAL" clId="{DA398AD5-14C3-40D9-A5B6-20F4901CD28E}" dt="2024-02-25T17:13:26.678" v="1215" actId="113"/>
        <pc:sldMkLst>
          <pc:docMk/>
          <pc:sldMk cId="2831768147" sldId="309"/>
        </pc:sldMkLst>
      </pc:sldChg>
      <pc:sldChg chg="addSp delSp modSp modAnim modNotes">
        <pc:chgData name="Yuli Jiang (CSD)" userId="7c291cd4-aa97-4867-8d2d-ebf5c1c3b419" providerId="ADAL" clId="{DA398AD5-14C3-40D9-A5B6-20F4901CD28E}" dt="2024-02-25T17:20:50.959" v="1384"/>
        <pc:sldMkLst>
          <pc:docMk/>
          <pc:sldMk cId="1800300312" sldId="314"/>
        </pc:sldMkLst>
      </pc:sldChg>
      <pc:sldChg chg="modSp mod ord modAnim modNotes">
        <pc:chgData name="Yuli Jiang (CSD)" userId="7c291cd4-aa97-4867-8d2d-ebf5c1c3b419" providerId="ADAL" clId="{DA398AD5-14C3-40D9-A5B6-20F4901CD28E}" dt="2024-02-25T17:46:59.841" v="1744" actId="20577"/>
        <pc:sldMkLst>
          <pc:docMk/>
          <pc:sldMk cId="914536711" sldId="317"/>
        </pc:sldMkLst>
      </pc:sldChg>
      <pc:sldChg chg="addSp modSp mod modNotes">
        <pc:chgData name="Yuli Jiang (CSD)" userId="7c291cd4-aa97-4867-8d2d-ebf5c1c3b419" providerId="ADAL" clId="{DA398AD5-14C3-40D9-A5B6-20F4901CD28E}" dt="2024-02-25T17:46:48.411" v="1739" actId="20577"/>
        <pc:sldMkLst>
          <pc:docMk/>
          <pc:sldMk cId="2226101510" sldId="319"/>
        </pc:sldMkLst>
      </pc:sldChg>
      <pc:sldChg chg="modSp mod modNotes">
        <pc:chgData name="Yuli Jiang (CSD)" userId="7c291cd4-aa97-4867-8d2d-ebf5c1c3b419" providerId="ADAL" clId="{DA398AD5-14C3-40D9-A5B6-20F4901CD28E}" dt="2024-02-25T17:47:22.450" v="1748" actId="14100"/>
        <pc:sldMkLst>
          <pc:docMk/>
          <pc:sldMk cId="1216653165" sldId="320"/>
        </pc:sldMkLst>
      </pc:sldChg>
      <pc:sldChg chg="addSp modSp mod ord modShow modNotes">
        <pc:chgData name="Yuli Jiang (CSD)" userId="7c291cd4-aa97-4867-8d2d-ebf5c1c3b419" providerId="ADAL" clId="{DA398AD5-14C3-40D9-A5B6-20F4901CD28E}" dt="2024-02-25T18:03:18.976" v="1835"/>
        <pc:sldMkLst>
          <pc:docMk/>
          <pc:sldMk cId="1830487195" sldId="321"/>
        </pc:sldMkLst>
      </pc:sldChg>
      <pc:sldChg chg="modSp mod ord modShow modNotes">
        <pc:chgData name="Yuli Jiang (CSD)" userId="7c291cd4-aa97-4867-8d2d-ebf5c1c3b419" providerId="ADAL" clId="{DA398AD5-14C3-40D9-A5B6-20F4901CD28E}" dt="2024-02-25T18:03:18.976" v="1835"/>
        <pc:sldMkLst>
          <pc:docMk/>
          <pc:sldMk cId="1929478062" sldId="322"/>
        </pc:sldMkLst>
      </pc:sldChg>
      <pc:sldChg chg="modSp mod modShow modNotes">
        <pc:chgData name="Yuli Jiang (CSD)" userId="7c291cd4-aa97-4867-8d2d-ebf5c1c3b419" providerId="ADAL" clId="{DA398AD5-14C3-40D9-A5B6-20F4901CD28E}" dt="2024-02-25T17:54:07.561" v="1823" actId="729"/>
        <pc:sldMkLst>
          <pc:docMk/>
          <pc:sldMk cId="1438276141" sldId="323"/>
        </pc:sldMkLst>
      </pc:sldChg>
      <pc:sldChg chg="modSp mod modNotes">
        <pc:chgData name="Yuli Jiang (CSD)" userId="7c291cd4-aa97-4867-8d2d-ebf5c1c3b419" providerId="ADAL" clId="{DA398AD5-14C3-40D9-A5B6-20F4901CD28E}" dt="2024-02-25T17:49:39.790" v="1815" actId="20577"/>
        <pc:sldMkLst>
          <pc:docMk/>
          <pc:sldMk cId="1230929561" sldId="325"/>
        </pc:sldMkLst>
      </pc:sldChg>
      <pc:sldChg chg="modSp mod modNotes">
        <pc:chgData name="Yuli Jiang (CSD)" userId="7c291cd4-aa97-4867-8d2d-ebf5c1c3b419" providerId="ADAL" clId="{DA398AD5-14C3-40D9-A5B6-20F4901CD28E}" dt="2024-02-25T17:52:28.554" v="1822" actId="14100"/>
        <pc:sldMkLst>
          <pc:docMk/>
          <pc:sldMk cId="1667810930" sldId="329"/>
        </pc:sldMkLst>
      </pc:sldChg>
      <pc:sldChg chg="modSp mod modShow modNotes">
        <pc:chgData name="Yuli Jiang (CSD)" userId="7c291cd4-aa97-4867-8d2d-ebf5c1c3b419" providerId="ADAL" clId="{DA398AD5-14C3-40D9-A5B6-20F4901CD28E}" dt="2024-03-10T16:54:48.958" v="1842" actId="729"/>
        <pc:sldMkLst>
          <pc:docMk/>
          <pc:sldMk cId="2997350601" sldId="330"/>
        </pc:sldMkLst>
      </pc:sldChg>
      <pc:sldChg chg="modSp mod modNotes">
        <pc:chgData name="Yuli Jiang (CSD)" userId="7c291cd4-aa97-4867-8d2d-ebf5c1c3b419" providerId="ADAL" clId="{DA398AD5-14C3-40D9-A5B6-20F4901CD28E}" dt="2024-02-25T17:49:48.526" v="1818" actId="20577"/>
        <pc:sldMkLst>
          <pc:docMk/>
          <pc:sldMk cId="1782371758" sldId="332"/>
        </pc:sldMkLst>
      </pc:sldChg>
      <pc:sldChg chg="modSp">
        <pc:chgData name="Yuli Jiang (CSD)" userId="7c291cd4-aa97-4867-8d2d-ebf5c1c3b419" providerId="ADAL" clId="{DA398AD5-14C3-40D9-A5B6-20F4901CD28E}" dt="2024-02-25T16:04:00.616" v="0"/>
        <pc:sldMkLst>
          <pc:docMk/>
          <pc:sldMk cId="1971017547" sldId="334"/>
        </pc:sldMkLst>
      </pc:sldChg>
      <pc:sldChg chg="addSp modSp add del mod modNotes modNotesTx">
        <pc:chgData name="Yuli Jiang (CSD)" userId="7c291cd4-aa97-4867-8d2d-ebf5c1c3b419" providerId="ADAL" clId="{DA398AD5-14C3-40D9-A5B6-20F4901CD28E}" dt="2024-03-10T17:06:31.842" v="2157" actId="2696"/>
        <pc:sldMkLst>
          <pc:docMk/>
          <pc:sldMk cId="3933665154" sldId="335"/>
        </pc:sldMkLst>
      </pc:sldChg>
      <pc:sldChg chg="mod modShow">
        <pc:chgData name="Yuli Jiang (CSD)" userId="7c291cd4-aa97-4867-8d2d-ebf5c1c3b419" providerId="ADAL" clId="{DA398AD5-14C3-40D9-A5B6-20F4901CD28E}" dt="2024-03-10T17:09:43.316" v="2163" actId="729"/>
        <pc:sldMkLst>
          <pc:docMk/>
          <pc:sldMk cId="1841267462" sldId="336"/>
        </pc:sldMkLst>
      </pc:sldChg>
      <pc:sldChg chg="modSp mod ord modAnim modNotes">
        <pc:chgData name="Yuli Jiang (CSD)" userId="7c291cd4-aa97-4867-8d2d-ebf5c1c3b419" providerId="ADAL" clId="{DA398AD5-14C3-40D9-A5B6-20F4901CD28E}" dt="2024-02-25T17:39:03.113" v="1525"/>
        <pc:sldMkLst>
          <pc:docMk/>
          <pc:sldMk cId="3053758298" sldId="337"/>
        </pc:sldMkLst>
      </pc:sldChg>
      <pc:sldChg chg="modSp mod modNotes">
        <pc:chgData name="Yuli Jiang (CSD)" userId="7c291cd4-aa97-4867-8d2d-ebf5c1c3b419" providerId="ADAL" clId="{DA398AD5-14C3-40D9-A5B6-20F4901CD28E}" dt="2024-03-10T16:55:14.053" v="1843" actId="108"/>
        <pc:sldMkLst>
          <pc:docMk/>
          <pc:sldMk cId="2511448755" sldId="338"/>
        </pc:sldMkLst>
      </pc:sldChg>
      <pc:sldChg chg="modSp modNotes">
        <pc:chgData name="Yuli Jiang (CSD)" userId="7c291cd4-aa97-4867-8d2d-ebf5c1c3b419" providerId="ADAL" clId="{DA398AD5-14C3-40D9-A5B6-20F4901CD28E}" dt="2024-02-25T16:04:00.616" v="0"/>
        <pc:sldMkLst>
          <pc:docMk/>
          <pc:sldMk cId="603012574" sldId="340"/>
        </pc:sldMkLst>
      </pc:sldChg>
      <pc:sldChg chg="modSp del modNotes">
        <pc:chgData name="Yuli Jiang (CSD)" userId="7c291cd4-aa97-4867-8d2d-ebf5c1c3b419" providerId="ADAL" clId="{DA398AD5-14C3-40D9-A5B6-20F4901CD28E}" dt="2024-02-25T17:11:50.026" v="1162" actId="47"/>
        <pc:sldMkLst>
          <pc:docMk/>
          <pc:sldMk cId="3065214440" sldId="341"/>
        </pc:sldMkLst>
      </pc:sldChg>
      <pc:sldChg chg="modSp mod modShow modNotes">
        <pc:chgData name="Yuli Jiang (CSD)" userId="7c291cd4-aa97-4867-8d2d-ebf5c1c3b419" providerId="ADAL" clId="{DA398AD5-14C3-40D9-A5B6-20F4901CD28E}" dt="2024-02-25T16:59:26.988" v="901" actId="729"/>
        <pc:sldMkLst>
          <pc:docMk/>
          <pc:sldMk cId="285388258" sldId="342"/>
        </pc:sldMkLst>
      </pc:sldChg>
      <pc:sldChg chg="modSp mod ord modShow modNotes">
        <pc:chgData name="Yuli Jiang (CSD)" userId="7c291cd4-aa97-4867-8d2d-ebf5c1c3b419" providerId="ADAL" clId="{DA398AD5-14C3-40D9-A5B6-20F4901CD28E}" dt="2024-02-25T18:03:18.976" v="1835"/>
        <pc:sldMkLst>
          <pc:docMk/>
          <pc:sldMk cId="613261591" sldId="344"/>
        </pc:sldMkLst>
      </pc:sldChg>
      <pc:sldChg chg="modSp mod modNotes">
        <pc:chgData name="Yuli Jiang (CSD)" userId="7c291cd4-aa97-4867-8d2d-ebf5c1c3b419" providerId="ADAL" clId="{DA398AD5-14C3-40D9-A5B6-20F4901CD28E}" dt="2024-02-25T17:22:25.028" v="1437" actId="14100"/>
        <pc:sldMkLst>
          <pc:docMk/>
          <pc:sldMk cId="1273528718" sldId="345"/>
        </pc:sldMkLst>
      </pc:sldChg>
      <pc:sldChg chg="modSp mod ord modShow">
        <pc:chgData name="Yuli Jiang (CSD)" userId="7c291cd4-aa97-4867-8d2d-ebf5c1c3b419" providerId="ADAL" clId="{DA398AD5-14C3-40D9-A5B6-20F4901CD28E}" dt="2024-02-25T18:03:18.976" v="1835"/>
        <pc:sldMkLst>
          <pc:docMk/>
          <pc:sldMk cId="1011948799" sldId="346"/>
        </pc:sldMkLst>
      </pc:sldChg>
      <pc:sldChg chg="modSp mod modNotes">
        <pc:chgData name="Yuli Jiang (CSD)" userId="7c291cd4-aa97-4867-8d2d-ebf5c1c3b419" providerId="ADAL" clId="{DA398AD5-14C3-40D9-A5B6-20F4901CD28E}" dt="2024-02-25T17:22:05.460" v="1433" actId="14100"/>
        <pc:sldMkLst>
          <pc:docMk/>
          <pc:sldMk cId="1092699906" sldId="347"/>
        </pc:sldMkLst>
      </pc:sldChg>
      <pc:sldChg chg="modSp mod modNotes">
        <pc:chgData name="Yuli Jiang (CSD)" userId="7c291cd4-aa97-4867-8d2d-ebf5c1c3b419" providerId="ADAL" clId="{DA398AD5-14C3-40D9-A5B6-20F4901CD28E}" dt="2024-02-25T17:22:53.719" v="1440" actId="403"/>
        <pc:sldMkLst>
          <pc:docMk/>
          <pc:sldMk cId="2019434099" sldId="348"/>
        </pc:sldMkLst>
      </pc:sldChg>
      <pc:sldChg chg="modSp mod modNotes">
        <pc:chgData name="Yuli Jiang (CSD)" userId="7c291cd4-aa97-4867-8d2d-ebf5c1c3b419" providerId="ADAL" clId="{DA398AD5-14C3-40D9-A5B6-20F4901CD28E}" dt="2024-02-25T17:23:04.414" v="1443" actId="403"/>
        <pc:sldMkLst>
          <pc:docMk/>
          <pc:sldMk cId="2415219606" sldId="349"/>
        </pc:sldMkLst>
      </pc:sldChg>
      <pc:sldChg chg="modSp mod modNotes">
        <pc:chgData name="Yuli Jiang (CSD)" userId="7c291cd4-aa97-4867-8d2d-ebf5c1c3b419" providerId="ADAL" clId="{DA398AD5-14C3-40D9-A5B6-20F4901CD28E}" dt="2024-02-25T17:23:22.920" v="1446" actId="403"/>
        <pc:sldMkLst>
          <pc:docMk/>
          <pc:sldMk cId="3406095453" sldId="350"/>
        </pc:sldMkLst>
      </pc:sldChg>
      <pc:sldChg chg="modSp mod ord modNotes">
        <pc:chgData name="Yuli Jiang (CSD)" userId="7c291cd4-aa97-4867-8d2d-ebf5c1c3b419" providerId="ADAL" clId="{DA398AD5-14C3-40D9-A5B6-20F4901CD28E}" dt="2024-02-25T18:19:53.225" v="1841" actId="14100"/>
        <pc:sldMkLst>
          <pc:docMk/>
          <pc:sldMk cId="1034927969" sldId="351"/>
        </pc:sldMkLst>
      </pc:sldChg>
      <pc:sldChg chg="modNotes">
        <pc:chgData name="Yuli Jiang (CSD)" userId="7c291cd4-aa97-4867-8d2d-ebf5c1c3b419" providerId="ADAL" clId="{DA398AD5-14C3-40D9-A5B6-20F4901CD28E}" dt="2024-02-25T16:04:00.616" v="0"/>
        <pc:sldMkLst>
          <pc:docMk/>
          <pc:sldMk cId="3135408265" sldId="352"/>
        </pc:sldMkLst>
      </pc:sldChg>
      <pc:sldChg chg="modSp modNotes">
        <pc:chgData name="Yuli Jiang (CSD)" userId="7c291cd4-aa97-4867-8d2d-ebf5c1c3b419" providerId="ADAL" clId="{DA398AD5-14C3-40D9-A5B6-20F4901CD28E}" dt="2024-02-25T16:04:00.616" v="0"/>
        <pc:sldMkLst>
          <pc:docMk/>
          <pc:sldMk cId="965270603" sldId="353"/>
        </pc:sldMkLst>
      </pc:sldChg>
      <pc:sldChg chg="modSp mod modNotes">
        <pc:chgData name="Yuli Jiang (CSD)" userId="7c291cd4-aa97-4867-8d2d-ebf5c1c3b419" providerId="ADAL" clId="{DA398AD5-14C3-40D9-A5B6-20F4901CD28E}" dt="2024-02-25T17:49:18.212" v="1809" actId="20577"/>
        <pc:sldMkLst>
          <pc:docMk/>
          <pc:sldMk cId="3295559441" sldId="354"/>
        </pc:sldMkLst>
      </pc:sldChg>
      <pc:sldChg chg="modSp mod modNotes">
        <pc:chgData name="Yuli Jiang (CSD)" userId="7c291cd4-aa97-4867-8d2d-ebf5c1c3b419" providerId="ADAL" clId="{DA398AD5-14C3-40D9-A5B6-20F4901CD28E}" dt="2024-02-25T17:49:09.850" v="1808" actId="20577"/>
        <pc:sldMkLst>
          <pc:docMk/>
          <pc:sldMk cId="591816102" sldId="355"/>
        </pc:sldMkLst>
      </pc:sldChg>
      <pc:sldChg chg="addSp modSp mod ord modNotes">
        <pc:chgData name="Yuli Jiang (CSD)" userId="7c291cd4-aa97-4867-8d2d-ebf5c1c3b419" providerId="ADAL" clId="{DA398AD5-14C3-40D9-A5B6-20F4901CD28E}" dt="2024-02-25T17:46:29.498" v="1737" actId="1076"/>
        <pc:sldMkLst>
          <pc:docMk/>
          <pc:sldMk cId="3679510911" sldId="356"/>
        </pc:sldMkLst>
      </pc:sldChg>
      <pc:sldChg chg="modSp mod ord modNotes">
        <pc:chgData name="Yuli Jiang (CSD)" userId="7c291cd4-aa97-4867-8d2d-ebf5c1c3b419" providerId="ADAL" clId="{DA398AD5-14C3-40D9-A5B6-20F4901CD28E}" dt="2024-02-25T17:45:27.484" v="1702" actId="403"/>
        <pc:sldMkLst>
          <pc:docMk/>
          <pc:sldMk cId="1741911581" sldId="357"/>
        </pc:sldMkLst>
      </pc:sldChg>
      <pc:sldChg chg="modSp mod">
        <pc:chgData name="Yuli Jiang (CSD)" userId="7c291cd4-aa97-4867-8d2d-ebf5c1c3b419" providerId="ADAL" clId="{DA398AD5-14C3-40D9-A5B6-20F4901CD28E}" dt="2024-02-25T17:47:51.254" v="1749" actId="20577"/>
        <pc:sldMkLst>
          <pc:docMk/>
          <pc:sldMk cId="3065016898" sldId="359"/>
        </pc:sldMkLst>
      </pc:sldChg>
      <pc:sldChg chg="mod modShow">
        <pc:chgData name="Yuli Jiang (CSD)" userId="7c291cd4-aa97-4867-8d2d-ebf5c1c3b419" providerId="ADAL" clId="{DA398AD5-14C3-40D9-A5B6-20F4901CD28E}" dt="2024-03-10T17:09:39.813" v="2162" actId="729"/>
        <pc:sldMkLst>
          <pc:docMk/>
          <pc:sldMk cId="681097634" sldId="360"/>
        </pc:sldMkLst>
      </pc:sldChg>
      <pc:sldChg chg="modSp mod modShow modNotes">
        <pc:chgData name="Yuli Jiang (CSD)" userId="7c291cd4-aa97-4867-8d2d-ebf5c1c3b419" providerId="ADAL" clId="{DA398AD5-14C3-40D9-A5B6-20F4901CD28E}" dt="2024-02-25T16:59:31.234" v="902" actId="729"/>
        <pc:sldMkLst>
          <pc:docMk/>
          <pc:sldMk cId="3114149895" sldId="362"/>
        </pc:sldMkLst>
      </pc:sldChg>
      <pc:sldChg chg="modSp modNotes">
        <pc:chgData name="Yuli Jiang (CSD)" userId="7c291cd4-aa97-4867-8d2d-ebf5c1c3b419" providerId="ADAL" clId="{DA398AD5-14C3-40D9-A5B6-20F4901CD28E}" dt="2024-02-25T16:04:00.616" v="0"/>
        <pc:sldMkLst>
          <pc:docMk/>
          <pc:sldMk cId="2472512755" sldId="363"/>
        </pc:sldMkLst>
      </pc:sldChg>
      <pc:sldChg chg="modSp mod ord modNotes">
        <pc:chgData name="Yuli Jiang (CSD)" userId="7c291cd4-aa97-4867-8d2d-ebf5c1c3b419" providerId="ADAL" clId="{DA398AD5-14C3-40D9-A5B6-20F4901CD28E}" dt="2024-02-25T18:19:46.712" v="1838" actId="14100"/>
        <pc:sldMkLst>
          <pc:docMk/>
          <pc:sldMk cId="2847907901" sldId="365"/>
        </pc:sldMkLst>
      </pc:sldChg>
      <pc:sldChg chg="modSp mod modNotes">
        <pc:chgData name="Yuli Jiang (CSD)" userId="7c291cd4-aa97-4867-8d2d-ebf5c1c3b419" providerId="ADAL" clId="{DA398AD5-14C3-40D9-A5B6-20F4901CD28E}" dt="2024-02-25T17:49:42.445" v="1816" actId="20577"/>
        <pc:sldMkLst>
          <pc:docMk/>
          <pc:sldMk cId="3794683290" sldId="366"/>
        </pc:sldMkLst>
      </pc:sldChg>
      <pc:sldChg chg="modNotes">
        <pc:chgData name="Yuli Jiang (CSD)" userId="7c291cd4-aa97-4867-8d2d-ebf5c1c3b419" providerId="ADAL" clId="{DA398AD5-14C3-40D9-A5B6-20F4901CD28E}" dt="2024-02-25T16:04:00.616" v="0"/>
        <pc:sldMkLst>
          <pc:docMk/>
          <pc:sldMk cId="2961939164" sldId="367"/>
        </pc:sldMkLst>
      </pc:sldChg>
      <pc:sldChg chg="modSp mod modNotes">
        <pc:chgData name="Yuli Jiang (CSD)" userId="7c291cd4-aa97-4867-8d2d-ebf5c1c3b419" providerId="ADAL" clId="{DA398AD5-14C3-40D9-A5B6-20F4901CD28E}" dt="2024-02-25T17:49:45.574" v="1817" actId="20577"/>
        <pc:sldMkLst>
          <pc:docMk/>
          <pc:sldMk cId="1734480517" sldId="368"/>
        </pc:sldMkLst>
      </pc:sldChg>
      <pc:sldChg chg="addSp delSp modSp new mod modShow">
        <pc:chgData name="Yuli Jiang (CSD)" userId="7c291cd4-aa97-4867-8d2d-ebf5c1c3b419" providerId="ADAL" clId="{DA398AD5-14C3-40D9-A5B6-20F4901CD28E}" dt="2024-02-25T16:55:54.655" v="868" actId="27636"/>
        <pc:sldMkLst>
          <pc:docMk/>
          <pc:sldMk cId="2958497505" sldId="369"/>
        </pc:sldMkLst>
      </pc:sldChg>
      <pc:sldChg chg="addSp delSp modSp add mod modNotesTx">
        <pc:chgData name="Yuli Jiang (CSD)" userId="7c291cd4-aa97-4867-8d2d-ebf5c1c3b419" providerId="ADAL" clId="{DA398AD5-14C3-40D9-A5B6-20F4901CD28E}" dt="2024-02-25T16:57:02.348" v="884"/>
        <pc:sldMkLst>
          <pc:docMk/>
          <pc:sldMk cId="1262312710" sldId="370"/>
        </pc:sldMkLst>
      </pc:sldChg>
      <pc:sldChg chg="addSp delSp modSp add mod">
        <pc:chgData name="Yuli Jiang (CSD)" userId="7c291cd4-aa97-4867-8d2d-ebf5c1c3b419" providerId="ADAL" clId="{DA398AD5-14C3-40D9-A5B6-20F4901CD28E}" dt="2024-02-25T16:57:43.230" v="900" actId="20577"/>
        <pc:sldMkLst>
          <pc:docMk/>
          <pc:sldMk cId="793160574" sldId="371"/>
        </pc:sldMkLst>
      </pc:sldChg>
      <pc:sldChg chg="addSp delSp modSp add mod modTransition">
        <pc:chgData name="Yuli Jiang (CSD)" userId="7c291cd4-aa97-4867-8d2d-ebf5c1c3b419" providerId="ADAL" clId="{DA398AD5-14C3-40D9-A5B6-20F4901CD28E}" dt="2024-02-25T18:00:25.637" v="1833" actId="1076"/>
        <pc:sldMkLst>
          <pc:docMk/>
          <pc:sldMk cId="3185096488" sldId="372"/>
        </pc:sldMkLst>
      </pc:sldChg>
      <pc:sldChg chg="addSp modSp add mod modAnim">
        <pc:chgData name="Yuli Jiang (CSD)" userId="7c291cd4-aa97-4867-8d2d-ebf5c1c3b419" providerId="ADAL" clId="{DA398AD5-14C3-40D9-A5B6-20F4901CD28E}" dt="2024-02-25T17:11:42.574" v="1161" actId="1076"/>
        <pc:sldMkLst>
          <pc:docMk/>
          <pc:sldMk cId="1700680792" sldId="373"/>
        </pc:sldMkLst>
      </pc:sldChg>
      <pc:sldChg chg="delSp modSp add mod delAnim modAnim">
        <pc:chgData name="Yuli Jiang (CSD)" userId="7c291cd4-aa97-4867-8d2d-ebf5c1c3b419" providerId="ADAL" clId="{DA398AD5-14C3-40D9-A5B6-20F4901CD28E}" dt="2024-02-25T17:17:55.046" v="1351" actId="20577"/>
        <pc:sldMkLst>
          <pc:docMk/>
          <pc:sldMk cId="2022550526" sldId="374"/>
        </pc:sldMkLst>
      </pc:sldChg>
      <pc:sldChg chg="addSp delSp modSp add mod modAnim">
        <pc:chgData name="Yuli Jiang (CSD)" userId="7c291cd4-aa97-4867-8d2d-ebf5c1c3b419" providerId="ADAL" clId="{DA398AD5-14C3-40D9-A5B6-20F4901CD28E}" dt="2024-02-25T17:38:38.011" v="1524" actId="1076"/>
        <pc:sldMkLst>
          <pc:docMk/>
          <pc:sldMk cId="4104861438" sldId="375"/>
        </pc:sldMkLst>
      </pc:sldChg>
      <pc:sldChg chg="modSp add mod">
        <pc:chgData name="Yuli Jiang (CSD)" userId="7c291cd4-aa97-4867-8d2d-ebf5c1c3b419" providerId="ADAL" clId="{DA398AD5-14C3-40D9-A5B6-20F4901CD28E}" dt="2024-02-25T17:49:05.169" v="1807" actId="20577"/>
        <pc:sldMkLst>
          <pc:docMk/>
          <pc:sldMk cId="178273453" sldId="376"/>
        </pc:sldMkLst>
      </pc:sldChg>
      <pc:sldChg chg="modSp add mod">
        <pc:chgData name="Yuli Jiang (CSD)" userId="7c291cd4-aa97-4867-8d2d-ebf5c1c3b419" providerId="ADAL" clId="{DA398AD5-14C3-40D9-A5B6-20F4901CD28E}" dt="2024-03-10T17:08:37.782" v="2161" actId="27636"/>
        <pc:sldMkLst>
          <pc:docMk/>
          <pc:sldMk cId="3835877072" sldId="377"/>
        </pc:sldMkLst>
      </pc:sldChg>
      <pc:sldMasterChg chg="modSp modSldLayout">
        <pc:chgData name="Yuli Jiang (CSD)" userId="7c291cd4-aa97-4867-8d2d-ebf5c1c3b419" providerId="ADAL" clId="{DA398AD5-14C3-40D9-A5B6-20F4901CD28E}" dt="2024-02-25T16:04:00.616" v="0"/>
        <pc:sldMasterMkLst>
          <pc:docMk/>
          <pc:sldMasterMk cId="0" sldId="2147483648"/>
        </pc:sldMasterMkLst>
        <pc:sldLayoutChg chg="modSp">
          <pc:chgData name="Yuli Jiang (CSD)" userId="7c291cd4-aa97-4867-8d2d-ebf5c1c3b419" providerId="ADAL" clId="{DA398AD5-14C3-40D9-A5B6-20F4901CD28E}" dt="2024-02-25T16:04:00.616" v="0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Yuli Jiang (CSD)" userId="7c291cd4-aa97-4867-8d2d-ebf5c1c3b419" providerId="ADAL" clId="{DA398AD5-14C3-40D9-A5B6-20F4901CD28E}" dt="2024-02-25T16:04:00.616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Yuli Jiang (CSD)" userId="7c291cd4-aa97-4867-8d2d-ebf5c1c3b419" providerId="ADAL" clId="{DA398AD5-14C3-40D9-A5B6-20F4901CD28E}" dt="2024-02-25T16:04:00.616" v="0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William Hui (IEG)" userId="S::kyhui@cuhk.edu.hk::07728535-8fdc-4325-b24f-20cc4d58a3a3" providerId="AD" clId="Web-{4F728AA8-4FBC-7E87-49F9-84D4130A1BFF}"/>
    <pc:docChg chg="addSld modSld sldOrd">
      <pc:chgData name="William Hui (IEG)" userId="S::kyhui@cuhk.edu.hk::07728535-8fdc-4325-b24f-20cc4d58a3a3" providerId="AD" clId="Web-{4F728AA8-4FBC-7E87-49F9-84D4130A1BFF}" dt="2019-09-21T11:54:46.561" v="1888" actId="20577"/>
      <pc:docMkLst>
        <pc:docMk/>
      </pc:docMkLst>
      <pc:sldChg chg="modSp">
        <pc:chgData name="William Hui (IEG)" userId="S::kyhui@cuhk.edu.hk::07728535-8fdc-4325-b24f-20cc4d58a3a3" providerId="AD" clId="Web-{4F728AA8-4FBC-7E87-49F9-84D4130A1BFF}" dt="2019-09-21T11:04:45.336" v="248" actId="20577"/>
        <pc:sldMkLst>
          <pc:docMk/>
          <pc:sldMk cId="1800300312" sldId="314"/>
        </pc:sldMkLst>
      </pc:sldChg>
      <pc:sldChg chg="modSp">
        <pc:chgData name="William Hui (IEG)" userId="S::kyhui@cuhk.edu.hk::07728535-8fdc-4325-b24f-20cc4d58a3a3" providerId="AD" clId="Web-{4F728AA8-4FBC-7E87-49F9-84D4130A1BFF}" dt="2019-09-21T11:13:26.889" v="523" actId="20577"/>
        <pc:sldMkLst>
          <pc:docMk/>
          <pc:sldMk cId="914536711" sldId="317"/>
        </pc:sldMkLst>
      </pc:sldChg>
      <pc:sldChg chg="modSp">
        <pc:chgData name="William Hui (IEG)" userId="S::kyhui@cuhk.edu.hk::07728535-8fdc-4325-b24f-20cc4d58a3a3" providerId="AD" clId="Web-{4F728AA8-4FBC-7E87-49F9-84D4130A1BFF}" dt="2019-09-21T11:06:02.728" v="304" actId="20577"/>
        <pc:sldMkLst>
          <pc:docMk/>
          <pc:sldMk cId="2226101510" sldId="319"/>
        </pc:sldMkLst>
      </pc:sldChg>
      <pc:sldChg chg="modSp">
        <pc:chgData name="William Hui (IEG)" userId="S::kyhui@cuhk.edu.hk::07728535-8fdc-4325-b24f-20cc4d58a3a3" providerId="AD" clId="Web-{4F728AA8-4FBC-7E87-49F9-84D4130A1BFF}" dt="2019-09-21T11:06:08.025" v="309" actId="20577"/>
        <pc:sldMkLst>
          <pc:docMk/>
          <pc:sldMk cId="1216653165" sldId="320"/>
        </pc:sldMkLst>
      </pc:sldChg>
      <pc:sldChg chg="modSp">
        <pc:chgData name="William Hui (IEG)" userId="S::kyhui@cuhk.edu.hk::07728535-8fdc-4325-b24f-20cc4d58a3a3" providerId="AD" clId="Web-{4F728AA8-4FBC-7E87-49F9-84D4130A1BFF}" dt="2019-09-21T11:06:20.994" v="313" actId="20577"/>
        <pc:sldMkLst>
          <pc:docMk/>
          <pc:sldMk cId="1830487195" sldId="321"/>
        </pc:sldMkLst>
      </pc:sldChg>
      <pc:sldChg chg="addSp modSp">
        <pc:chgData name="William Hui (IEG)" userId="S::kyhui@cuhk.edu.hk::07728535-8fdc-4325-b24f-20cc4d58a3a3" providerId="AD" clId="Web-{4F728AA8-4FBC-7E87-49F9-84D4130A1BFF}" dt="2019-09-21T11:51:43.696" v="1559" actId="20577"/>
        <pc:sldMkLst>
          <pc:docMk/>
          <pc:sldMk cId="1929478062" sldId="322"/>
        </pc:sldMkLst>
      </pc:sldChg>
      <pc:sldChg chg="modSp ord">
        <pc:chgData name="William Hui (IEG)" userId="S::kyhui@cuhk.edu.hk::07728535-8fdc-4325-b24f-20cc4d58a3a3" providerId="AD" clId="Web-{4F728AA8-4FBC-7E87-49F9-84D4130A1BFF}" dt="2019-09-21T11:13:43.733" v="535" actId="20577"/>
        <pc:sldMkLst>
          <pc:docMk/>
          <pc:sldMk cId="3053758298" sldId="337"/>
        </pc:sldMkLst>
      </pc:sldChg>
      <pc:sldChg chg="addSp modSp add replId">
        <pc:chgData name="William Hui (IEG)" userId="S::kyhui@cuhk.edu.hk::07728535-8fdc-4325-b24f-20cc4d58a3a3" providerId="AD" clId="Web-{4F728AA8-4FBC-7E87-49F9-84D4130A1BFF}" dt="2019-09-21T11:54:46.452" v="1886" actId="20577"/>
        <pc:sldMkLst>
          <pc:docMk/>
          <pc:sldMk cId="613261591" sldId="344"/>
        </pc:sldMkLst>
      </pc:sldChg>
      <pc:sldChg chg="modSp new ord">
        <pc:chgData name="William Hui (IEG)" userId="S::kyhui@cuhk.edu.hk::07728535-8fdc-4325-b24f-20cc4d58a3a3" providerId="AD" clId="Web-{4F728AA8-4FBC-7E87-49F9-84D4130A1BFF}" dt="2019-09-21T11:36:04.412" v="766" actId="20577"/>
        <pc:sldMkLst>
          <pc:docMk/>
          <pc:sldMk cId="1273528718" sldId="345"/>
        </pc:sldMkLst>
      </pc:sldChg>
      <pc:sldChg chg="modSp add replId">
        <pc:chgData name="William Hui (IEG)" userId="S::kyhui@cuhk.edu.hk::07728535-8fdc-4325-b24f-20cc4d58a3a3" providerId="AD" clId="Web-{4F728AA8-4FBC-7E87-49F9-84D4130A1BFF}" dt="2019-09-21T11:53:57.888" v="1754" actId="1076"/>
        <pc:sldMkLst>
          <pc:docMk/>
          <pc:sldMk cId="1011948799" sldId="346"/>
        </pc:sldMkLst>
      </pc:sldChg>
      <pc:sldChg chg="modSp add replId">
        <pc:chgData name="William Hui (IEG)" userId="S::kyhui@cuhk.edu.hk::07728535-8fdc-4325-b24f-20cc4d58a3a3" providerId="AD" clId="Web-{4F728AA8-4FBC-7E87-49F9-84D4130A1BFF}" dt="2019-09-21T11:37:23.088" v="885" actId="20577"/>
        <pc:sldMkLst>
          <pc:docMk/>
          <pc:sldMk cId="1092699906" sldId="347"/>
        </pc:sldMkLst>
      </pc:sldChg>
      <pc:sldChg chg="addSp delSp modSp add ord replId delAnim">
        <pc:chgData name="William Hui (IEG)" userId="S::kyhui@cuhk.edu.hk::07728535-8fdc-4325-b24f-20cc4d58a3a3" providerId="AD" clId="Web-{4F728AA8-4FBC-7E87-49F9-84D4130A1BFF}" dt="2019-09-21T11:46:35.730" v="1086" actId="1076"/>
        <pc:sldMkLst>
          <pc:docMk/>
          <pc:sldMk cId="2019434099" sldId="348"/>
        </pc:sldMkLst>
      </pc:sldChg>
      <pc:sldChg chg="addSp delSp modSp add replId">
        <pc:chgData name="William Hui (IEG)" userId="S::kyhui@cuhk.edu.hk::07728535-8fdc-4325-b24f-20cc4d58a3a3" providerId="AD" clId="Web-{4F728AA8-4FBC-7E87-49F9-84D4130A1BFF}" dt="2019-09-21T11:50:38.429" v="1448" actId="20577"/>
        <pc:sldMkLst>
          <pc:docMk/>
          <pc:sldMk cId="2415219606" sldId="349"/>
        </pc:sldMkLst>
      </pc:sldChg>
      <pc:sldChg chg="modSp add replId">
        <pc:chgData name="William Hui (IEG)" userId="S::kyhui@cuhk.edu.hk::07728535-8fdc-4325-b24f-20cc4d58a3a3" providerId="AD" clId="Web-{4F728AA8-4FBC-7E87-49F9-84D4130A1BFF}" dt="2019-09-21T11:50:45.351" v="1450" actId="14100"/>
        <pc:sldMkLst>
          <pc:docMk/>
          <pc:sldMk cId="3406095453" sldId="350"/>
        </pc:sldMkLst>
      </pc:sldChg>
    </pc:docChg>
  </pc:docChgLst>
  <pc:docChgLst>
    <pc:chgData name="Yuli Jiang (CSD)" userId="S::yulijiang@cuhk.edu.hk::7c291cd4-aa97-4867-8d2d-ebf5c1c3b419" providerId="AD" clId="Web-{45DA69AA-2E66-A4ED-B201-9CD246FDFEE5}"/>
    <pc:docChg chg="modSld">
      <pc:chgData name="Yuli Jiang (CSD)" userId="S::yulijiang@cuhk.edu.hk::7c291cd4-aa97-4867-8d2d-ebf5c1c3b419" providerId="AD" clId="Web-{45DA69AA-2E66-A4ED-B201-9CD246FDFEE5}" dt="2024-10-17T06:21:59.520" v="0" actId="20577"/>
      <pc:docMkLst>
        <pc:docMk/>
      </pc:docMkLst>
      <pc:sldChg chg="modSp">
        <pc:chgData name="Yuli Jiang (CSD)" userId="S::yulijiang@cuhk.edu.hk::7c291cd4-aa97-4867-8d2d-ebf5c1c3b419" providerId="AD" clId="Web-{45DA69AA-2E66-A4ED-B201-9CD246FDFEE5}" dt="2024-10-17T06:21:59.520" v="0" actId="20577"/>
        <pc:sldMkLst>
          <pc:docMk/>
          <pc:sldMk cId="3633642799" sldId="394"/>
        </pc:sldMkLst>
      </pc:sldChg>
    </pc:docChg>
  </pc:docChgLst>
  <pc:docChgLst>
    <pc:chgData name="William Hui (IEG)" userId="S::kyhui@cuhk.edu.hk::07728535-8fdc-4325-b24f-20cc4d58a3a3" providerId="AD" clId="Web-{CCDB3368-4BD5-EF40-AFE2-BBD42B2458A5}"/>
    <pc:docChg chg="addSld delSld modSld sldOrd">
      <pc:chgData name="William Hui (IEG)" userId="S::kyhui@cuhk.edu.hk::07728535-8fdc-4325-b24f-20cc4d58a3a3" providerId="AD" clId="Web-{CCDB3368-4BD5-EF40-AFE2-BBD42B2458A5}" dt="2019-09-20T14:53:45.095" v="496" actId="20577"/>
      <pc:docMkLst>
        <pc:docMk/>
      </pc:docMkLst>
      <pc:sldChg chg="modSp">
        <pc:chgData name="William Hui (IEG)" userId="S::kyhui@cuhk.edu.hk::07728535-8fdc-4325-b24f-20cc4d58a3a3" providerId="AD" clId="Web-{CCDB3368-4BD5-EF40-AFE2-BBD42B2458A5}" dt="2019-09-20T08:52:14.146" v="178" actId="20577"/>
        <pc:sldMkLst>
          <pc:docMk/>
          <pc:sldMk cId="2389990707" sldId="268"/>
        </pc:sldMkLst>
      </pc:sldChg>
      <pc:sldChg chg="modSp">
        <pc:chgData name="William Hui (IEG)" userId="S::kyhui@cuhk.edu.hk::07728535-8fdc-4325-b24f-20cc4d58a3a3" providerId="AD" clId="Web-{CCDB3368-4BD5-EF40-AFE2-BBD42B2458A5}" dt="2019-09-20T09:08:07.771" v="336" actId="20577"/>
        <pc:sldMkLst>
          <pc:docMk/>
          <pc:sldMk cId="1800300312" sldId="314"/>
        </pc:sldMkLst>
      </pc:sldChg>
      <pc:sldChg chg="modSp">
        <pc:chgData name="William Hui (IEG)" userId="S::kyhui@cuhk.edu.hk::07728535-8fdc-4325-b24f-20cc4d58a3a3" providerId="AD" clId="Web-{CCDB3368-4BD5-EF40-AFE2-BBD42B2458A5}" dt="2019-09-20T09:08:10.881" v="339" actId="20577"/>
        <pc:sldMkLst>
          <pc:docMk/>
          <pc:sldMk cId="914536711" sldId="317"/>
        </pc:sldMkLst>
      </pc:sldChg>
      <pc:sldChg chg="modSp">
        <pc:chgData name="William Hui (IEG)" userId="S::kyhui@cuhk.edu.hk::07728535-8fdc-4325-b24f-20cc4d58a3a3" providerId="AD" clId="Web-{CCDB3368-4BD5-EF40-AFE2-BBD42B2458A5}" dt="2019-09-20T09:08:14.975" v="342" actId="20577"/>
        <pc:sldMkLst>
          <pc:docMk/>
          <pc:sldMk cId="2226101510" sldId="319"/>
        </pc:sldMkLst>
      </pc:sldChg>
      <pc:sldChg chg="modSp">
        <pc:chgData name="William Hui (IEG)" userId="S::kyhui@cuhk.edu.hk::07728535-8fdc-4325-b24f-20cc4d58a3a3" providerId="AD" clId="Web-{CCDB3368-4BD5-EF40-AFE2-BBD42B2458A5}" dt="2019-09-20T09:08:17.396" v="345" actId="20577"/>
        <pc:sldMkLst>
          <pc:docMk/>
          <pc:sldMk cId="1216653165" sldId="320"/>
        </pc:sldMkLst>
      </pc:sldChg>
      <pc:sldChg chg="modSp">
        <pc:chgData name="William Hui (IEG)" userId="S::kyhui@cuhk.edu.hk::07728535-8fdc-4325-b24f-20cc4d58a3a3" providerId="AD" clId="Web-{CCDB3368-4BD5-EF40-AFE2-BBD42B2458A5}" dt="2019-09-20T09:08:20.193" v="347" actId="20577"/>
        <pc:sldMkLst>
          <pc:docMk/>
          <pc:sldMk cId="1830487195" sldId="321"/>
        </pc:sldMkLst>
      </pc:sldChg>
      <pc:sldChg chg="modSp">
        <pc:chgData name="William Hui (IEG)" userId="S::kyhui@cuhk.edu.hk::07728535-8fdc-4325-b24f-20cc4d58a3a3" providerId="AD" clId="Web-{CCDB3368-4BD5-EF40-AFE2-BBD42B2458A5}" dt="2019-09-20T09:08:22.771" v="350" actId="20577"/>
        <pc:sldMkLst>
          <pc:docMk/>
          <pc:sldMk cId="1929478062" sldId="322"/>
        </pc:sldMkLst>
      </pc:sldChg>
      <pc:sldChg chg="modSp">
        <pc:chgData name="William Hui (IEG)" userId="S::kyhui@cuhk.edu.hk::07728535-8fdc-4325-b24f-20cc4d58a3a3" providerId="AD" clId="Web-{CCDB3368-4BD5-EF40-AFE2-BBD42B2458A5}" dt="2019-09-20T09:08:34.193" v="360" actId="20577"/>
        <pc:sldMkLst>
          <pc:docMk/>
          <pc:sldMk cId="1438276141" sldId="323"/>
        </pc:sldMkLst>
      </pc:sldChg>
      <pc:sldChg chg="modSp">
        <pc:chgData name="William Hui (IEG)" userId="S::kyhui@cuhk.edu.hk::07728535-8fdc-4325-b24f-20cc4d58a3a3" providerId="AD" clId="Web-{CCDB3368-4BD5-EF40-AFE2-BBD42B2458A5}" dt="2019-09-20T09:08:43.553" v="369" actId="20577"/>
        <pc:sldMkLst>
          <pc:docMk/>
          <pc:sldMk cId="1230929561" sldId="325"/>
        </pc:sldMkLst>
      </pc:sldChg>
      <pc:sldChg chg="modSp">
        <pc:chgData name="William Hui (IEG)" userId="S::kyhui@cuhk.edu.hk::07728535-8fdc-4325-b24f-20cc4d58a3a3" providerId="AD" clId="Web-{CCDB3368-4BD5-EF40-AFE2-BBD42B2458A5}" dt="2019-09-20T09:08:44.209" v="371" actId="20577"/>
        <pc:sldMkLst>
          <pc:docMk/>
          <pc:sldMk cId="4008021819" sldId="326"/>
        </pc:sldMkLst>
      </pc:sldChg>
      <pc:sldChg chg="modSp">
        <pc:chgData name="William Hui (IEG)" userId="S::kyhui@cuhk.edu.hk::07728535-8fdc-4325-b24f-20cc4d58a3a3" providerId="AD" clId="Web-{CCDB3368-4BD5-EF40-AFE2-BBD42B2458A5}" dt="2019-09-20T09:08:31.131" v="358" actId="20577"/>
        <pc:sldMkLst>
          <pc:docMk/>
          <pc:sldMk cId="1667810930" sldId="329"/>
        </pc:sldMkLst>
      </pc:sldChg>
      <pc:sldChg chg="modSp">
        <pc:chgData name="William Hui (IEG)" userId="S::kyhui@cuhk.edu.hk::07728535-8fdc-4325-b24f-20cc4d58a3a3" providerId="AD" clId="Web-{CCDB3368-4BD5-EF40-AFE2-BBD42B2458A5}" dt="2019-09-20T09:08:38.459" v="363" actId="20577"/>
        <pc:sldMkLst>
          <pc:docMk/>
          <pc:sldMk cId="2997350601" sldId="330"/>
        </pc:sldMkLst>
      </pc:sldChg>
      <pc:sldChg chg="modSp">
        <pc:chgData name="William Hui (IEG)" userId="S::kyhui@cuhk.edu.hk::07728535-8fdc-4325-b24f-20cc4d58a3a3" providerId="AD" clId="Web-{CCDB3368-4BD5-EF40-AFE2-BBD42B2458A5}" dt="2019-09-20T09:09:02.396" v="374" actId="20577"/>
        <pc:sldMkLst>
          <pc:docMk/>
          <pc:sldMk cId="4034358189" sldId="331"/>
        </pc:sldMkLst>
      </pc:sldChg>
      <pc:sldChg chg="modSp">
        <pc:chgData name="William Hui (IEG)" userId="S::kyhui@cuhk.edu.hk::07728535-8fdc-4325-b24f-20cc4d58a3a3" providerId="AD" clId="Web-{CCDB3368-4BD5-EF40-AFE2-BBD42B2458A5}" dt="2019-09-20T09:09:05.100" v="376" actId="20577"/>
        <pc:sldMkLst>
          <pc:docMk/>
          <pc:sldMk cId="1782371758" sldId="332"/>
        </pc:sldMkLst>
      </pc:sldChg>
      <pc:sldChg chg="modSp">
        <pc:chgData name="William Hui (IEG)" userId="S::kyhui@cuhk.edu.hk::07728535-8fdc-4325-b24f-20cc4d58a3a3" providerId="AD" clId="Web-{CCDB3368-4BD5-EF40-AFE2-BBD42B2458A5}" dt="2019-09-20T08:50:49.458" v="0" actId="20577"/>
        <pc:sldMkLst>
          <pc:docMk/>
          <pc:sldMk cId="1971017547" sldId="334"/>
        </pc:sldMkLst>
      </pc:sldChg>
      <pc:sldChg chg="modSp">
        <pc:chgData name="William Hui (IEG)" userId="S::kyhui@cuhk.edu.hk::07728535-8fdc-4325-b24f-20cc4d58a3a3" providerId="AD" clId="Web-{CCDB3368-4BD5-EF40-AFE2-BBD42B2458A5}" dt="2019-09-20T09:08:25.240" v="352" actId="20577"/>
        <pc:sldMkLst>
          <pc:docMk/>
          <pc:sldMk cId="3933665154" sldId="335"/>
        </pc:sldMkLst>
      </pc:sldChg>
      <pc:sldChg chg="addSp delSp modSp add">
        <pc:chgData name="William Hui (IEG)" userId="S::kyhui@cuhk.edu.hk::07728535-8fdc-4325-b24f-20cc4d58a3a3" providerId="AD" clId="Web-{CCDB3368-4BD5-EF40-AFE2-BBD42B2458A5}" dt="2019-09-20T09:08:28.334" v="355" actId="20577"/>
        <pc:sldMkLst>
          <pc:docMk/>
          <pc:sldMk cId="3053758298" sldId="337"/>
        </pc:sldMkLst>
      </pc:sldChg>
      <pc:sldChg chg="modSp add ord">
        <pc:chgData name="William Hui (IEG)" userId="S::kyhui@cuhk.edu.hk::07728535-8fdc-4325-b24f-20cc4d58a3a3" providerId="AD" clId="Web-{CCDB3368-4BD5-EF40-AFE2-BBD42B2458A5}" dt="2019-09-20T09:08:40.037" v="366" actId="20577"/>
        <pc:sldMkLst>
          <pc:docMk/>
          <pc:sldMk cId="2511448755" sldId="338"/>
        </pc:sldMkLst>
      </pc:sldChg>
      <pc:sldChg chg="modSp add">
        <pc:chgData name="William Hui (IEG)" userId="S::kyhui@cuhk.edu.hk::07728535-8fdc-4325-b24f-20cc4d58a3a3" providerId="AD" clId="Web-{CCDB3368-4BD5-EF40-AFE2-BBD42B2458A5}" dt="2019-09-20T09:59:40.357" v="452" actId="20577"/>
        <pc:sldMkLst>
          <pc:docMk/>
          <pc:sldMk cId="603012574" sldId="340"/>
        </pc:sldMkLst>
      </pc:sldChg>
      <pc:sldChg chg="modSp add">
        <pc:chgData name="William Hui (IEG)" userId="S::kyhui@cuhk.edu.hk::07728535-8fdc-4325-b24f-20cc4d58a3a3" providerId="AD" clId="Web-{CCDB3368-4BD5-EF40-AFE2-BBD42B2458A5}" dt="2019-09-20T09:59:35.341" v="450" actId="20577"/>
        <pc:sldMkLst>
          <pc:docMk/>
          <pc:sldMk cId="3065214440" sldId="341"/>
        </pc:sldMkLst>
      </pc:sldChg>
      <pc:sldChg chg="modSp add">
        <pc:chgData name="William Hui (IEG)" userId="S::kyhui@cuhk.edu.hk::07728535-8fdc-4325-b24f-20cc4d58a3a3" providerId="AD" clId="Web-{CCDB3368-4BD5-EF40-AFE2-BBD42B2458A5}" dt="2019-09-20T09:59:30.107" v="443" actId="20577"/>
        <pc:sldMkLst>
          <pc:docMk/>
          <pc:sldMk cId="285388258" sldId="342"/>
        </pc:sldMkLst>
      </pc:sldChg>
    </pc:docChg>
  </pc:docChgLst>
  <pc:docChgLst>
    <pc:chgData name="Yuli Jiang (CSD)" userId="7c291cd4-aa97-4867-8d2d-ebf5c1c3b419" providerId="ADAL" clId="{5487B9F7-E7A9-4661-8BB9-4971116AF9A2}"/>
    <pc:docChg chg="undo redo custSel addSld delSld modSld sldOrd">
      <pc:chgData name="Yuli Jiang (CSD)" userId="7c291cd4-aa97-4867-8d2d-ebf5c1c3b419" providerId="ADAL" clId="{5487B9F7-E7A9-4661-8BB9-4971116AF9A2}" dt="2024-10-16T09:46:06.644" v="1522" actId="164"/>
      <pc:docMkLst>
        <pc:docMk/>
      </pc:docMkLst>
      <pc:sldChg chg="addSp delSp modSp mod">
        <pc:chgData name="Yuli Jiang (CSD)" userId="7c291cd4-aa97-4867-8d2d-ebf5c1c3b419" providerId="ADAL" clId="{5487B9F7-E7A9-4661-8BB9-4971116AF9A2}" dt="2024-10-14T05:37:09.390" v="510" actId="478"/>
        <pc:sldMkLst>
          <pc:docMk/>
          <pc:sldMk cId="1929478062" sldId="322"/>
        </pc:sldMkLst>
      </pc:sldChg>
      <pc:sldChg chg="modSp mod">
        <pc:chgData name="Yuli Jiang (CSD)" userId="7c291cd4-aa97-4867-8d2d-ebf5c1c3b419" providerId="ADAL" clId="{5487B9F7-E7A9-4661-8BB9-4971116AF9A2}" dt="2024-10-16T08:59:21.855" v="563" actId="115"/>
        <pc:sldMkLst>
          <pc:docMk/>
          <pc:sldMk cId="3933665154" sldId="335"/>
        </pc:sldMkLst>
      </pc:sldChg>
      <pc:sldChg chg="addSp delSp modSp mod">
        <pc:chgData name="Yuli Jiang (CSD)" userId="7c291cd4-aa97-4867-8d2d-ebf5c1c3b419" providerId="ADAL" clId="{5487B9F7-E7A9-4661-8BB9-4971116AF9A2}" dt="2024-10-14T05:40:22.871" v="550" actId="1076"/>
        <pc:sldMkLst>
          <pc:docMk/>
          <pc:sldMk cId="613261591" sldId="344"/>
        </pc:sldMkLst>
      </pc:sldChg>
      <pc:sldChg chg="addSp delSp modSp mod">
        <pc:chgData name="Yuli Jiang (CSD)" userId="7c291cd4-aa97-4867-8d2d-ebf5c1c3b419" providerId="ADAL" clId="{5487B9F7-E7A9-4661-8BB9-4971116AF9A2}" dt="2024-10-14T05:39:01.447" v="537" actId="1076"/>
        <pc:sldMkLst>
          <pc:docMk/>
          <pc:sldMk cId="1011948799" sldId="346"/>
        </pc:sldMkLst>
      </pc:sldChg>
      <pc:sldChg chg="addSp delSp modSp mod modShow chgLayout">
        <pc:chgData name="Yuli Jiang (CSD)" userId="7c291cd4-aa97-4867-8d2d-ebf5c1c3b419" providerId="ADAL" clId="{5487B9F7-E7A9-4661-8BB9-4971116AF9A2}" dt="2024-10-14T05:22:24.096" v="188" actId="207"/>
        <pc:sldMkLst>
          <pc:docMk/>
          <pc:sldMk cId="1034927969" sldId="351"/>
        </pc:sldMkLst>
      </pc:sldChg>
      <pc:sldChg chg="addSp delSp modSp mod modAnim">
        <pc:chgData name="Yuli Jiang (CSD)" userId="7c291cd4-aa97-4867-8d2d-ebf5c1c3b419" providerId="ADAL" clId="{5487B9F7-E7A9-4661-8BB9-4971116AF9A2}" dt="2024-10-14T05:33:33.975" v="491" actId="404"/>
        <pc:sldMkLst>
          <pc:docMk/>
          <pc:sldMk cId="1741911581" sldId="357"/>
        </pc:sldMkLst>
      </pc:sldChg>
      <pc:sldChg chg="modSp mod">
        <pc:chgData name="Yuli Jiang (CSD)" userId="7c291cd4-aa97-4867-8d2d-ebf5c1c3b419" providerId="ADAL" clId="{5487B9F7-E7A9-4661-8BB9-4971116AF9A2}" dt="2024-10-14T05:13:17.340" v="5" actId="15"/>
        <pc:sldMkLst>
          <pc:docMk/>
          <pc:sldMk cId="3065016898" sldId="359"/>
        </pc:sldMkLst>
      </pc:sldChg>
      <pc:sldChg chg="addSp delSp modSp mod modShow">
        <pc:chgData name="Yuli Jiang (CSD)" userId="7c291cd4-aa97-4867-8d2d-ebf5c1c3b419" providerId="ADAL" clId="{5487B9F7-E7A9-4661-8BB9-4971116AF9A2}" dt="2024-10-16T09:20:01.872" v="916" actId="20577"/>
        <pc:sldMkLst>
          <pc:docMk/>
          <pc:sldMk cId="681097634" sldId="360"/>
        </pc:sldMkLst>
      </pc:sldChg>
      <pc:sldChg chg="mod ord modShow">
        <pc:chgData name="Yuli Jiang (CSD)" userId="7c291cd4-aa97-4867-8d2d-ebf5c1c3b419" providerId="ADAL" clId="{5487B9F7-E7A9-4661-8BB9-4971116AF9A2}" dt="2024-10-14T05:22:47.514" v="195" actId="729"/>
        <pc:sldMkLst>
          <pc:docMk/>
          <pc:sldMk cId="2847907901" sldId="365"/>
        </pc:sldMkLst>
      </pc:sldChg>
      <pc:sldChg chg="ord">
        <pc:chgData name="Yuli Jiang (CSD)" userId="7c291cd4-aa97-4867-8d2d-ebf5c1c3b419" providerId="ADAL" clId="{5487B9F7-E7A9-4661-8BB9-4971116AF9A2}" dt="2024-10-16T08:58:44.248" v="558"/>
        <pc:sldMkLst>
          <pc:docMk/>
          <pc:sldMk cId="2961939164" sldId="367"/>
        </pc:sldMkLst>
      </pc:sldChg>
      <pc:sldChg chg="addSp delSp modSp mod ord delAnim modAnim">
        <pc:chgData name="Yuli Jiang (CSD)" userId="7c291cd4-aa97-4867-8d2d-ebf5c1c3b419" providerId="ADAL" clId="{5487B9F7-E7A9-4661-8BB9-4971116AF9A2}" dt="2024-10-14T05:15:04.661" v="42" actId="478"/>
        <pc:sldMkLst>
          <pc:docMk/>
          <pc:sldMk cId="1262312710" sldId="370"/>
        </pc:sldMkLst>
      </pc:sldChg>
      <pc:sldChg chg="add del">
        <pc:chgData name="Yuli Jiang (CSD)" userId="7c291cd4-aa97-4867-8d2d-ebf5c1c3b419" providerId="ADAL" clId="{5487B9F7-E7A9-4661-8BB9-4971116AF9A2}" dt="2024-10-16T09:44:30.318" v="1512"/>
        <pc:sldMkLst>
          <pc:docMk/>
          <pc:sldMk cId="3185096488" sldId="372"/>
        </pc:sldMkLst>
      </pc:sldChg>
      <pc:sldChg chg="modSp mod">
        <pc:chgData name="Yuli Jiang (CSD)" userId="7c291cd4-aa97-4867-8d2d-ebf5c1c3b419" providerId="ADAL" clId="{5487B9F7-E7A9-4661-8BB9-4971116AF9A2}" dt="2024-10-16T09:17:01.614" v="855" actId="115"/>
        <pc:sldMkLst>
          <pc:docMk/>
          <pc:sldMk cId="3835877072" sldId="377"/>
        </pc:sldMkLst>
      </pc:sldChg>
      <pc:sldChg chg="addSp delSp modSp mod">
        <pc:chgData name="Yuli Jiang (CSD)" userId="7c291cd4-aa97-4867-8d2d-ebf5c1c3b419" providerId="ADAL" clId="{5487B9F7-E7A9-4661-8BB9-4971116AF9A2}" dt="2024-10-16T09:46:06.644" v="1522" actId="164"/>
        <pc:sldMkLst>
          <pc:docMk/>
          <pc:sldMk cId="754176637" sldId="380"/>
        </pc:sldMkLst>
      </pc:sldChg>
      <pc:sldChg chg="modSp mod">
        <pc:chgData name="Yuli Jiang (CSD)" userId="7c291cd4-aa97-4867-8d2d-ebf5c1c3b419" providerId="ADAL" clId="{5487B9F7-E7A9-4661-8BB9-4971116AF9A2}" dt="2024-10-14T05:20:46.275" v="154" actId="15"/>
        <pc:sldMkLst>
          <pc:docMk/>
          <pc:sldMk cId="2561341120" sldId="381"/>
        </pc:sldMkLst>
      </pc:sldChg>
      <pc:sldChg chg="addSp delSp modSp mod">
        <pc:chgData name="Yuli Jiang (CSD)" userId="7c291cd4-aa97-4867-8d2d-ebf5c1c3b419" providerId="ADAL" clId="{5487B9F7-E7A9-4661-8BB9-4971116AF9A2}" dt="2024-10-16T09:15:26.423" v="854" actId="115"/>
        <pc:sldMkLst>
          <pc:docMk/>
          <pc:sldMk cId="4147839173" sldId="385"/>
        </pc:sldMkLst>
      </pc:sldChg>
      <pc:sldChg chg="delSp add mod delAnim">
        <pc:chgData name="Yuli Jiang (CSD)" userId="7c291cd4-aa97-4867-8d2d-ebf5c1c3b419" providerId="ADAL" clId="{5487B9F7-E7A9-4661-8BB9-4971116AF9A2}" dt="2024-10-14T05:15:00.704" v="41" actId="478"/>
        <pc:sldMkLst>
          <pc:docMk/>
          <pc:sldMk cId="2646602583" sldId="389"/>
        </pc:sldMkLst>
      </pc:sldChg>
      <pc:sldChg chg="delSp modSp add mod">
        <pc:chgData name="Yuli Jiang (CSD)" userId="7c291cd4-aa97-4867-8d2d-ebf5c1c3b419" providerId="ADAL" clId="{5487B9F7-E7A9-4661-8BB9-4971116AF9A2}" dt="2024-10-14T05:19:23.799" v="145" actId="14100"/>
        <pc:sldMkLst>
          <pc:docMk/>
          <pc:sldMk cId="1668335403" sldId="390"/>
        </pc:sldMkLst>
      </pc:sldChg>
      <pc:sldChg chg="add mod modShow">
        <pc:chgData name="Yuli Jiang (CSD)" userId="7c291cd4-aa97-4867-8d2d-ebf5c1c3b419" providerId="ADAL" clId="{5487B9F7-E7A9-4661-8BB9-4971116AF9A2}" dt="2024-10-14T05:23:11.081" v="197" actId="729"/>
        <pc:sldMkLst>
          <pc:docMk/>
          <pc:sldMk cId="3911849202" sldId="391"/>
        </pc:sldMkLst>
      </pc:sldChg>
      <pc:sldChg chg="addSp delSp modSp add mod modAnim">
        <pc:chgData name="Yuli Jiang (CSD)" userId="7c291cd4-aa97-4867-8d2d-ebf5c1c3b419" providerId="ADAL" clId="{5487B9F7-E7A9-4661-8BB9-4971116AF9A2}" dt="2024-10-14T05:31:19.214" v="417" actId="1076"/>
        <pc:sldMkLst>
          <pc:docMk/>
          <pc:sldMk cId="2563551144" sldId="392"/>
        </pc:sldMkLst>
      </pc:sldChg>
      <pc:sldChg chg="addSp delSp modSp add mod modAnim">
        <pc:chgData name="Yuli Jiang (CSD)" userId="7c291cd4-aa97-4867-8d2d-ebf5c1c3b419" providerId="ADAL" clId="{5487B9F7-E7A9-4661-8BB9-4971116AF9A2}" dt="2024-10-16T09:12:04.695" v="733"/>
        <pc:sldMkLst>
          <pc:docMk/>
          <pc:sldMk cId="264361994" sldId="393"/>
        </pc:sldMkLst>
      </pc:sldChg>
      <pc:sldChg chg="add del">
        <pc:chgData name="Yuli Jiang (CSD)" userId="7c291cd4-aa97-4867-8d2d-ebf5c1c3b419" providerId="ADAL" clId="{5487B9F7-E7A9-4661-8BB9-4971116AF9A2}" dt="2024-10-16T09:06:46.563" v="566" actId="47"/>
        <pc:sldMkLst>
          <pc:docMk/>
          <pc:sldMk cId="1913810448" sldId="394"/>
        </pc:sldMkLst>
      </pc:sldChg>
      <pc:sldChg chg="addSp delSp modSp new mod">
        <pc:chgData name="Yuli Jiang (CSD)" userId="7c291cd4-aa97-4867-8d2d-ebf5c1c3b419" providerId="ADAL" clId="{5487B9F7-E7A9-4661-8BB9-4971116AF9A2}" dt="2024-10-16T09:42:53.904" v="1511" actId="20577"/>
        <pc:sldMkLst>
          <pc:docMk/>
          <pc:sldMk cId="3633642799" sldId="394"/>
        </pc:sldMkLst>
      </pc:sldChg>
      <pc:sldChg chg="add del">
        <pc:chgData name="Yuli Jiang (CSD)" userId="7c291cd4-aa97-4867-8d2d-ebf5c1c3b419" providerId="ADAL" clId="{5487B9F7-E7A9-4661-8BB9-4971116AF9A2}" dt="2024-10-16T09:06:48.622" v="568" actId="47"/>
        <pc:sldMkLst>
          <pc:docMk/>
          <pc:sldMk cId="1524067592" sldId="395"/>
        </pc:sldMkLst>
      </pc:sldChg>
      <pc:sldChg chg="add">
        <pc:chgData name="Yuli Jiang (CSD)" userId="7c291cd4-aa97-4867-8d2d-ebf5c1c3b419" providerId="ADAL" clId="{5487B9F7-E7A9-4661-8BB9-4971116AF9A2}" dt="2024-10-16T09:44:30.318" v="1512"/>
        <pc:sldMkLst>
          <pc:docMk/>
          <pc:sldMk cId="1931650823" sldId="395"/>
        </pc:sldMkLst>
      </pc:sldChg>
    </pc:docChg>
  </pc:docChgLst>
  <pc:docChgLst>
    <pc:chgData name="Chuck jee Chau (CSD)" userId="7aa7a09e-983f-4214-9e5a-071cbb678e81" providerId="ADAL" clId="{ADB226B6-BFBA-5344-AE2A-D70E0EAC1D3A}"/>
    <pc:docChg chg="undo custSel addSld delSld modSld">
      <pc:chgData name="Chuck jee Chau (CSD)" userId="7aa7a09e-983f-4214-9e5a-071cbb678e81" providerId="ADAL" clId="{ADB226B6-BFBA-5344-AE2A-D70E0EAC1D3A}" dt="2019-10-09T04:52:21.765" v="2372" actId="20577"/>
      <pc:docMkLst>
        <pc:docMk/>
      </pc:docMkLst>
      <pc:sldChg chg="modSp">
        <pc:chgData name="Chuck jee Chau (CSD)" userId="7aa7a09e-983f-4214-9e5a-071cbb678e81" providerId="ADAL" clId="{ADB226B6-BFBA-5344-AE2A-D70E0EAC1D3A}" dt="2019-10-08T08:03:31.937" v="180"/>
        <pc:sldMkLst>
          <pc:docMk/>
          <pc:sldMk cId="2389990707" sldId="268"/>
        </pc:sldMkLst>
      </pc:sldChg>
      <pc:sldChg chg="addSp modSp modAnim addCm modCm">
        <pc:chgData name="Chuck jee Chau (CSD)" userId="7aa7a09e-983f-4214-9e5a-071cbb678e81" providerId="ADAL" clId="{ADB226B6-BFBA-5344-AE2A-D70E0EAC1D3A}" dt="2019-10-09T04:29:48.587" v="1700" actId="20577"/>
        <pc:sldMkLst>
          <pc:docMk/>
          <pc:sldMk cId="1800300312" sldId="314"/>
        </pc:sldMkLst>
      </pc:sldChg>
      <pc:sldChg chg="modSp">
        <pc:chgData name="Chuck jee Chau (CSD)" userId="7aa7a09e-983f-4214-9e5a-071cbb678e81" providerId="ADAL" clId="{ADB226B6-BFBA-5344-AE2A-D70E0EAC1D3A}" dt="2019-10-08T09:05:53.297" v="420" actId="404"/>
        <pc:sldMkLst>
          <pc:docMk/>
          <pc:sldMk cId="914536711" sldId="317"/>
        </pc:sldMkLst>
      </pc:sldChg>
      <pc:sldChg chg="modSp">
        <pc:chgData name="Chuck jee Chau (CSD)" userId="7aa7a09e-983f-4214-9e5a-071cbb678e81" providerId="ADAL" clId="{ADB226B6-BFBA-5344-AE2A-D70E0EAC1D3A}" dt="2019-10-08T09:05:56.380" v="421" actId="404"/>
        <pc:sldMkLst>
          <pc:docMk/>
          <pc:sldMk cId="2226101510" sldId="319"/>
        </pc:sldMkLst>
      </pc:sldChg>
      <pc:sldChg chg="modSp">
        <pc:chgData name="Chuck jee Chau (CSD)" userId="7aa7a09e-983f-4214-9e5a-071cbb678e81" providerId="ADAL" clId="{ADB226B6-BFBA-5344-AE2A-D70E0EAC1D3A}" dt="2019-10-08T09:05:59.023" v="422" actId="404"/>
        <pc:sldMkLst>
          <pc:docMk/>
          <pc:sldMk cId="1216653165" sldId="320"/>
        </pc:sldMkLst>
      </pc:sldChg>
      <pc:sldChg chg="addSp delSp modSp">
        <pc:chgData name="Chuck jee Chau (CSD)" userId="7aa7a09e-983f-4214-9e5a-071cbb678e81" providerId="ADAL" clId="{ADB226B6-BFBA-5344-AE2A-D70E0EAC1D3A}" dt="2019-10-08T10:02:39.212" v="507" actId="114"/>
        <pc:sldMkLst>
          <pc:docMk/>
          <pc:sldMk cId="1830487195" sldId="321"/>
        </pc:sldMkLst>
      </pc:sldChg>
      <pc:sldChg chg="modSp">
        <pc:chgData name="Chuck jee Chau (CSD)" userId="7aa7a09e-983f-4214-9e5a-071cbb678e81" providerId="ADAL" clId="{ADB226B6-BFBA-5344-AE2A-D70E0EAC1D3A}" dt="2019-10-09T04:33:31.959" v="1714" actId="403"/>
        <pc:sldMkLst>
          <pc:docMk/>
          <pc:sldMk cId="1929478062" sldId="322"/>
        </pc:sldMkLst>
      </pc:sldChg>
      <pc:sldChg chg="modSp">
        <pc:chgData name="Chuck jee Chau (CSD)" userId="7aa7a09e-983f-4214-9e5a-071cbb678e81" providerId="ADAL" clId="{ADB226B6-BFBA-5344-AE2A-D70E0EAC1D3A}" dt="2019-10-08T10:17:24.015" v="696" actId="20577"/>
        <pc:sldMkLst>
          <pc:docMk/>
          <pc:sldMk cId="1438276141" sldId="323"/>
        </pc:sldMkLst>
      </pc:sldChg>
      <pc:sldChg chg="modSp">
        <pc:chgData name="Chuck jee Chau (CSD)" userId="7aa7a09e-983f-4214-9e5a-071cbb678e81" providerId="ADAL" clId="{ADB226B6-BFBA-5344-AE2A-D70E0EAC1D3A}" dt="2019-10-08T10:20:15.257" v="725" actId="20577"/>
        <pc:sldMkLst>
          <pc:docMk/>
          <pc:sldMk cId="1230929561" sldId="325"/>
        </pc:sldMkLst>
      </pc:sldChg>
      <pc:sldChg chg="modSp">
        <pc:chgData name="Chuck jee Chau (CSD)" userId="7aa7a09e-983f-4214-9e5a-071cbb678e81" providerId="ADAL" clId="{ADB226B6-BFBA-5344-AE2A-D70E0EAC1D3A}" dt="2019-10-08T10:20:17.486" v="726" actId="20577"/>
        <pc:sldMkLst>
          <pc:docMk/>
          <pc:sldMk cId="4008021819" sldId="326"/>
        </pc:sldMkLst>
      </pc:sldChg>
      <pc:sldChg chg="modSp">
        <pc:chgData name="Chuck jee Chau (CSD)" userId="7aa7a09e-983f-4214-9e5a-071cbb678e81" providerId="ADAL" clId="{ADB226B6-BFBA-5344-AE2A-D70E0EAC1D3A}" dt="2019-10-08T10:16:36.559" v="687" actId="20577"/>
        <pc:sldMkLst>
          <pc:docMk/>
          <pc:sldMk cId="1667810930" sldId="329"/>
        </pc:sldMkLst>
      </pc:sldChg>
      <pc:sldChg chg="modSp">
        <pc:chgData name="Chuck jee Chau (CSD)" userId="7aa7a09e-983f-4214-9e5a-071cbb678e81" providerId="ADAL" clId="{ADB226B6-BFBA-5344-AE2A-D70E0EAC1D3A}" dt="2019-10-08T10:18:09.781" v="721" actId="113"/>
        <pc:sldMkLst>
          <pc:docMk/>
          <pc:sldMk cId="2997350601" sldId="330"/>
        </pc:sldMkLst>
      </pc:sldChg>
      <pc:sldChg chg="modSp">
        <pc:chgData name="Chuck jee Chau (CSD)" userId="7aa7a09e-983f-4214-9e5a-071cbb678e81" providerId="ADAL" clId="{ADB226B6-BFBA-5344-AE2A-D70E0EAC1D3A}" dt="2019-10-08T10:20:19.890" v="727" actId="20577"/>
        <pc:sldMkLst>
          <pc:docMk/>
          <pc:sldMk cId="4034358189" sldId="331"/>
        </pc:sldMkLst>
      </pc:sldChg>
      <pc:sldChg chg="modSp">
        <pc:chgData name="Chuck jee Chau (CSD)" userId="7aa7a09e-983f-4214-9e5a-071cbb678e81" providerId="ADAL" clId="{ADB226B6-BFBA-5344-AE2A-D70E0EAC1D3A}" dt="2019-10-08T10:20:22.401" v="728" actId="20577"/>
        <pc:sldMkLst>
          <pc:docMk/>
          <pc:sldMk cId="1782371758" sldId="332"/>
        </pc:sldMkLst>
      </pc:sldChg>
      <pc:sldChg chg="modSp">
        <pc:chgData name="Chuck jee Chau (CSD)" userId="7aa7a09e-983f-4214-9e5a-071cbb678e81" providerId="ADAL" clId="{ADB226B6-BFBA-5344-AE2A-D70E0EAC1D3A}" dt="2019-10-08T08:03:31.937" v="180"/>
        <pc:sldMkLst>
          <pc:docMk/>
          <pc:sldMk cId="1971017547" sldId="334"/>
        </pc:sldMkLst>
      </pc:sldChg>
      <pc:sldChg chg="modSp">
        <pc:chgData name="Chuck jee Chau (CSD)" userId="7aa7a09e-983f-4214-9e5a-071cbb678e81" providerId="ADAL" clId="{ADB226B6-BFBA-5344-AE2A-D70E0EAC1D3A}" dt="2019-10-08T09:06:54.726" v="433" actId="404"/>
        <pc:sldMkLst>
          <pc:docMk/>
          <pc:sldMk cId="3933665154" sldId="335"/>
        </pc:sldMkLst>
      </pc:sldChg>
      <pc:sldChg chg="modSp">
        <pc:chgData name="Chuck jee Chau (CSD)" userId="7aa7a09e-983f-4214-9e5a-071cbb678e81" providerId="ADAL" clId="{ADB226B6-BFBA-5344-AE2A-D70E0EAC1D3A}" dt="2019-10-08T09:07:24.572" v="441" actId="404"/>
        <pc:sldMkLst>
          <pc:docMk/>
          <pc:sldMk cId="1841267462" sldId="336"/>
        </pc:sldMkLst>
      </pc:sldChg>
      <pc:sldChg chg="modSp modNotes">
        <pc:chgData name="Chuck jee Chau (CSD)" userId="7aa7a09e-983f-4214-9e5a-071cbb678e81" providerId="ADAL" clId="{ADB226B6-BFBA-5344-AE2A-D70E0EAC1D3A}" dt="2019-10-09T04:31:42.545" v="1708" actId="20577"/>
        <pc:sldMkLst>
          <pc:docMk/>
          <pc:sldMk cId="3053758298" sldId="337"/>
        </pc:sldMkLst>
      </pc:sldChg>
      <pc:sldChg chg="modSp">
        <pc:chgData name="Chuck jee Chau (CSD)" userId="7aa7a09e-983f-4214-9e5a-071cbb678e81" providerId="ADAL" clId="{ADB226B6-BFBA-5344-AE2A-D70E0EAC1D3A}" dt="2019-10-08T10:18:05.885" v="720" actId="207"/>
        <pc:sldMkLst>
          <pc:docMk/>
          <pc:sldMk cId="2511448755" sldId="338"/>
        </pc:sldMkLst>
      </pc:sldChg>
      <pc:sldChg chg="addSp delSp modSp">
        <pc:chgData name="Chuck jee Chau (CSD)" userId="7aa7a09e-983f-4214-9e5a-071cbb678e81" providerId="ADAL" clId="{ADB226B6-BFBA-5344-AE2A-D70E0EAC1D3A}" dt="2019-10-09T04:10:33.265" v="1096" actId="20577"/>
        <pc:sldMkLst>
          <pc:docMk/>
          <pc:sldMk cId="603012574" sldId="340"/>
        </pc:sldMkLst>
      </pc:sldChg>
      <pc:sldChg chg="addSp delSp modSp">
        <pc:chgData name="Chuck jee Chau (CSD)" userId="7aa7a09e-983f-4214-9e5a-071cbb678e81" providerId="ADAL" clId="{ADB226B6-BFBA-5344-AE2A-D70E0EAC1D3A}" dt="2019-10-09T04:15:01.818" v="1188" actId="114"/>
        <pc:sldMkLst>
          <pc:docMk/>
          <pc:sldMk cId="3065214440" sldId="341"/>
        </pc:sldMkLst>
      </pc:sldChg>
      <pc:sldChg chg="addSp delSp modSp">
        <pc:chgData name="Chuck jee Chau (CSD)" userId="7aa7a09e-983f-4214-9e5a-071cbb678e81" providerId="ADAL" clId="{ADB226B6-BFBA-5344-AE2A-D70E0EAC1D3A}" dt="2019-10-09T04:10:51.078" v="1099" actId="113"/>
        <pc:sldMkLst>
          <pc:docMk/>
          <pc:sldMk cId="285388258" sldId="342"/>
        </pc:sldMkLst>
      </pc:sldChg>
      <pc:sldChg chg="addSp modSp">
        <pc:chgData name="Chuck jee Chau (CSD)" userId="7aa7a09e-983f-4214-9e5a-071cbb678e81" providerId="ADAL" clId="{ADB226B6-BFBA-5344-AE2A-D70E0EAC1D3A}" dt="2019-10-09T04:42:30.152" v="1973" actId="20577"/>
        <pc:sldMkLst>
          <pc:docMk/>
          <pc:sldMk cId="613261591" sldId="344"/>
        </pc:sldMkLst>
      </pc:sldChg>
      <pc:sldChg chg="addSp delSp modSp">
        <pc:chgData name="Chuck jee Chau (CSD)" userId="7aa7a09e-983f-4214-9e5a-071cbb678e81" providerId="ADAL" clId="{ADB226B6-BFBA-5344-AE2A-D70E0EAC1D3A}" dt="2019-10-08T10:16:56.707" v="691" actId="20577"/>
        <pc:sldMkLst>
          <pc:docMk/>
          <pc:sldMk cId="1273528718" sldId="345"/>
        </pc:sldMkLst>
      </pc:sldChg>
      <pc:sldChg chg="modSp addCm modCm">
        <pc:chgData name="Chuck jee Chau (CSD)" userId="7aa7a09e-983f-4214-9e5a-071cbb678e81" providerId="ADAL" clId="{ADB226B6-BFBA-5344-AE2A-D70E0EAC1D3A}" dt="2019-10-09T04:36:20.380" v="1810" actId="20577"/>
        <pc:sldMkLst>
          <pc:docMk/>
          <pc:sldMk cId="1011948799" sldId="346"/>
        </pc:sldMkLst>
      </pc:sldChg>
      <pc:sldChg chg="modSp">
        <pc:chgData name="Chuck jee Chau (CSD)" userId="7aa7a09e-983f-4214-9e5a-071cbb678e81" providerId="ADAL" clId="{ADB226B6-BFBA-5344-AE2A-D70E0EAC1D3A}" dt="2019-10-09T04:27:02.511" v="1574" actId="115"/>
        <pc:sldMkLst>
          <pc:docMk/>
          <pc:sldMk cId="1092699906" sldId="347"/>
        </pc:sldMkLst>
      </pc:sldChg>
      <pc:sldChg chg="addSp delSp modSp">
        <pc:chgData name="Chuck jee Chau (CSD)" userId="7aa7a09e-983f-4214-9e5a-071cbb678e81" providerId="ADAL" clId="{ADB226B6-BFBA-5344-AE2A-D70E0EAC1D3A}" dt="2019-10-09T04:27:23.107" v="1575" actId="207"/>
        <pc:sldMkLst>
          <pc:docMk/>
          <pc:sldMk cId="2019434099" sldId="348"/>
        </pc:sldMkLst>
      </pc:sldChg>
      <pc:sldChg chg="addSp delSp modSp">
        <pc:chgData name="Chuck jee Chau (CSD)" userId="7aa7a09e-983f-4214-9e5a-071cbb678e81" providerId="ADAL" clId="{ADB226B6-BFBA-5344-AE2A-D70E0EAC1D3A}" dt="2019-10-09T04:30:19.640" v="1703" actId="313"/>
        <pc:sldMkLst>
          <pc:docMk/>
          <pc:sldMk cId="2415219606" sldId="349"/>
        </pc:sldMkLst>
      </pc:sldChg>
      <pc:sldChg chg="addSp delSp modSp">
        <pc:chgData name="Chuck jee Chau (CSD)" userId="7aa7a09e-983f-4214-9e5a-071cbb678e81" providerId="ADAL" clId="{ADB226B6-BFBA-5344-AE2A-D70E0EAC1D3A}" dt="2019-10-09T04:30:26.469" v="1706" actId="313"/>
        <pc:sldMkLst>
          <pc:docMk/>
          <pc:sldMk cId="3406095453" sldId="350"/>
        </pc:sldMkLst>
      </pc:sldChg>
      <pc:sldChg chg="modSp">
        <pc:chgData name="Chuck jee Chau (CSD)" userId="7aa7a09e-983f-4214-9e5a-071cbb678e81" providerId="ADAL" clId="{ADB226B6-BFBA-5344-AE2A-D70E0EAC1D3A}" dt="2019-10-09T04:43:29.386" v="2016" actId="207"/>
        <pc:sldMkLst>
          <pc:docMk/>
          <pc:sldMk cId="1034927969" sldId="351"/>
        </pc:sldMkLst>
      </pc:sldChg>
      <pc:sldChg chg="modSp">
        <pc:chgData name="Chuck jee Chau (CSD)" userId="7aa7a09e-983f-4214-9e5a-071cbb678e81" providerId="ADAL" clId="{ADB226B6-BFBA-5344-AE2A-D70E0EAC1D3A}" dt="2019-10-09T04:48:14.409" v="2263" actId="20577"/>
        <pc:sldMkLst>
          <pc:docMk/>
          <pc:sldMk cId="3135408265" sldId="352"/>
        </pc:sldMkLst>
      </pc:sldChg>
      <pc:sldChg chg="delSp modSp modNotes">
        <pc:chgData name="Chuck jee Chau (CSD)" userId="7aa7a09e-983f-4214-9e5a-071cbb678e81" providerId="ADAL" clId="{ADB226B6-BFBA-5344-AE2A-D70E0EAC1D3A}" dt="2019-10-09T04:52:21.765" v="2372" actId="20577"/>
        <pc:sldMkLst>
          <pc:docMk/>
          <pc:sldMk cId="965270603" sldId="353"/>
        </pc:sldMkLst>
      </pc:sldChg>
      <pc:sldChg chg="addSp delSp modSp modNotes">
        <pc:chgData name="Chuck jee Chau (CSD)" userId="7aa7a09e-983f-4214-9e5a-071cbb678e81" providerId="ADAL" clId="{ADB226B6-BFBA-5344-AE2A-D70E0EAC1D3A}" dt="2019-10-09T04:51:31.994" v="2346" actId="108"/>
        <pc:sldMkLst>
          <pc:docMk/>
          <pc:sldMk cId="3295559441" sldId="354"/>
        </pc:sldMkLst>
      </pc:sldChg>
      <pc:sldChg chg="addSp delSp modSp addCm modCm">
        <pc:chgData name="Chuck jee Chau (CSD)" userId="7aa7a09e-983f-4214-9e5a-071cbb678e81" providerId="ADAL" clId="{ADB226B6-BFBA-5344-AE2A-D70E0EAC1D3A}" dt="2019-10-09T04:50:55.849" v="2319"/>
        <pc:sldMkLst>
          <pc:docMk/>
          <pc:sldMk cId="591816102" sldId="355"/>
        </pc:sldMkLst>
      </pc:sldChg>
      <pc:sldChg chg="addSp delSp modSp">
        <pc:chgData name="Chuck jee Chau (CSD)" userId="7aa7a09e-983f-4214-9e5a-071cbb678e81" providerId="ADAL" clId="{ADB226B6-BFBA-5344-AE2A-D70E0EAC1D3A}" dt="2019-10-08T08:03:31.937" v="180"/>
        <pc:sldMkLst>
          <pc:docMk/>
          <pc:sldMk cId="3679510911" sldId="356"/>
        </pc:sldMkLst>
      </pc:sldChg>
      <pc:sldChg chg="addSp delSp modSp">
        <pc:chgData name="Chuck jee Chau (CSD)" userId="7aa7a09e-983f-4214-9e5a-071cbb678e81" providerId="ADAL" clId="{ADB226B6-BFBA-5344-AE2A-D70E0EAC1D3A}" dt="2019-10-08T10:05:04.692" v="570" actId="20577"/>
        <pc:sldMkLst>
          <pc:docMk/>
          <pc:sldMk cId="1741911581" sldId="357"/>
        </pc:sldMkLst>
      </pc:sldChg>
      <pc:sldChg chg="modSp">
        <pc:chgData name="Chuck jee Chau (CSD)" userId="7aa7a09e-983f-4214-9e5a-071cbb678e81" providerId="ADAL" clId="{ADB226B6-BFBA-5344-AE2A-D70E0EAC1D3A}" dt="2019-10-08T09:07:21.468" v="440" actId="404"/>
        <pc:sldMkLst>
          <pc:docMk/>
          <pc:sldMk cId="2472890935" sldId="358"/>
        </pc:sldMkLst>
      </pc:sldChg>
      <pc:sldChg chg="modSp add">
        <pc:chgData name="Chuck jee Chau (CSD)" userId="7aa7a09e-983f-4214-9e5a-071cbb678e81" providerId="ADAL" clId="{ADB226B6-BFBA-5344-AE2A-D70E0EAC1D3A}" dt="2019-10-09T04:37:36.669" v="1893" actId="20577"/>
        <pc:sldMkLst>
          <pc:docMk/>
          <pc:sldMk cId="3065016898" sldId="359"/>
        </pc:sldMkLst>
      </pc:sldChg>
      <pc:sldChg chg="modSp add">
        <pc:chgData name="Chuck jee Chau (CSD)" userId="7aa7a09e-983f-4214-9e5a-071cbb678e81" providerId="ADAL" clId="{ADB226B6-BFBA-5344-AE2A-D70E0EAC1D3A}" dt="2019-10-08T10:21:01.363" v="802" actId="2711"/>
        <pc:sldMkLst>
          <pc:docMk/>
          <pc:sldMk cId="681097634" sldId="360"/>
        </pc:sldMkLst>
      </pc:sldChg>
      <pc:sldChg chg="add del">
        <pc:chgData name="Chuck jee Chau (CSD)" userId="7aa7a09e-983f-4214-9e5a-071cbb678e81" providerId="ADAL" clId="{ADB226B6-BFBA-5344-AE2A-D70E0EAC1D3A}" dt="2019-10-09T03:55:55.791" v="805" actId="2696"/>
        <pc:sldMkLst>
          <pc:docMk/>
          <pc:sldMk cId="1658150549" sldId="361"/>
        </pc:sldMkLst>
      </pc:sldChg>
      <pc:sldChg chg="addSp delSp modSp add addCm modCm">
        <pc:chgData name="Chuck jee Chau (CSD)" userId="7aa7a09e-983f-4214-9e5a-071cbb678e81" providerId="ADAL" clId="{ADB226B6-BFBA-5344-AE2A-D70E0EAC1D3A}" dt="2019-10-09T04:04:15.312" v="1009" actId="20577"/>
        <pc:sldMkLst>
          <pc:docMk/>
          <pc:sldMk cId="3114149895" sldId="362"/>
        </pc:sldMkLst>
      </pc:sldChg>
      <pc:sldChg chg="addSp delSp modSp add addCm modCm">
        <pc:chgData name="Chuck jee Chau (CSD)" userId="7aa7a09e-983f-4214-9e5a-071cbb678e81" providerId="ADAL" clId="{ADB226B6-BFBA-5344-AE2A-D70E0EAC1D3A}" dt="2019-10-09T04:24:40.890" v="1562"/>
        <pc:sldMkLst>
          <pc:docMk/>
          <pc:sldMk cId="2472512755" sldId="363"/>
        </pc:sldMkLst>
      </pc:sldChg>
      <pc:sldChg chg="add del">
        <pc:chgData name="Chuck jee Chau (CSD)" userId="7aa7a09e-983f-4214-9e5a-071cbb678e81" providerId="ADAL" clId="{ADB226B6-BFBA-5344-AE2A-D70E0EAC1D3A}" dt="2019-10-09T04:39:33.588" v="1900" actId="2696"/>
        <pc:sldMkLst>
          <pc:docMk/>
          <pc:sldMk cId="1865495489" sldId="364"/>
        </pc:sldMkLst>
      </pc:sldChg>
      <pc:sldChg chg="addSp delSp modSp add addCm modCm">
        <pc:chgData name="Chuck jee Chau (CSD)" userId="7aa7a09e-983f-4214-9e5a-071cbb678e81" providerId="ADAL" clId="{ADB226B6-BFBA-5344-AE2A-D70E0EAC1D3A}" dt="2019-10-09T04:48:05.762" v="2258"/>
        <pc:sldMkLst>
          <pc:docMk/>
          <pc:sldMk cId="2847907901" sldId="365"/>
        </pc:sldMkLst>
      </pc:sldChg>
    </pc:docChg>
  </pc:docChgLst>
  <pc:docChgLst>
    <pc:chgData name="Yuli Jiang (CSD)" userId="7c291cd4-aa97-4867-8d2d-ebf5c1c3b419" providerId="ADAL" clId="{8FBD0129-C0BB-4F8A-B9D2-D31C5DC212F7}"/>
    <pc:docChg chg="modSld">
      <pc:chgData name="Yuli Jiang (CSD)" userId="7c291cd4-aa97-4867-8d2d-ebf5c1c3b419" providerId="ADAL" clId="{8FBD0129-C0BB-4F8A-B9D2-D31C5DC212F7}" dt="2025-10-09T05:15:47.734" v="6" actId="20577"/>
      <pc:docMkLst>
        <pc:docMk/>
      </pc:docMkLst>
      <pc:sldChg chg="modSp mod">
        <pc:chgData name="Yuli Jiang (CSD)" userId="7c291cd4-aa97-4867-8d2d-ebf5c1c3b419" providerId="ADAL" clId="{8FBD0129-C0BB-4F8A-B9D2-D31C5DC212F7}" dt="2025-10-09T05:15:47.734" v="6" actId="20577"/>
        <pc:sldMkLst>
          <pc:docMk/>
          <pc:sldMk cId="793160574" sldId="371"/>
        </pc:sldMkLst>
      </pc:sldChg>
    </pc:docChg>
  </pc:docChgLst>
  <pc:docChgLst>
    <pc:chgData name="Yuli Jiang (CSD)" userId="7c291cd4-aa97-4867-8d2d-ebf5c1c3b419" providerId="ADAL" clId="{51ABC270-AFA2-421F-8481-D90213C3441F}"/>
    <pc:docChg chg="undo custSel addSld delSld modSld sldOrd">
      <pc:chgData name="Yuli Jiang (CSD)" userId="7c291cd4-aa97-4867-8d2d-ebf5c1c3b419" providerId="ADAL" clId="{51ABC270-AFA2-421F-8481-D90213C3441F}" dt="2024-10-13T18:06:03.257" v="3242"/>
      <pc:docMkLst>
        <pc:docMk/>
      </pc:docMkLst>
      <pc:sldChg chg="addSp modSp mod modAnim">
        <pc:chgData name="Yuli Jiang (CSD)" userId="7c291cd4-aa97-4867-8d2d-ebf5c1c3b419" providerId="ADAL" clId="{51ABC270-AFA2-421F-8481-D90213C3441F}" dt="2024-10-13T16:48:57.558" v="1403" actId="170"/>
        <pc:sldMkLst>
          <pc:docMk/>
          <pc:sldMk cId="1800300312" sldId="314"/>
        </pc:sldMkLst>
      </pc:sldChg>
      <pc:sldChg chg="modSp mod">
        <pc:chgData name="Yuli Jiang (CSD)" userId="7c291cd4-aa97-4867-8d2d-ebf5c1c3b419" providerId="ADAL" clId="{51ABC270-AFA2-421F-8481-D90213C3441F}" dt="2024-10-13T17:25:52.494" v="2079" actId="27636"/>
        <pc:sldMkLst>
          <pc:docMk/>
          <pc:sldMk cId="914536711" sldId="317"/>
        </pc:sldMkLst>
      </pc:sldChg>
      <pc:sldChg chg="addSp modSp mod">
        <pc:chgData name="Yuli Jiang (CSD)" userId="7c291cd4-aa97-4867-8d2d-ebf5c1c3b419" providerId="ADAL" clId="{51ABC270-AFA2-421F-8481-D90213C3441F}" dt="2024-10-13T17:33:11.791" v="2264" actId="1076"/>
        <pc:sldMkLst>
          <pc:docMk/>
          <pc:sldMk cId="2226101510" sldId="319"/>
        </pc:sldMkLst>
      </pc:sldChg>
      <pc:sldChg chg="modSp mod">
        <pc:chgData name="Yuli Jiang (CSD)" userId="7c291cd4-aa97-4867-8d2d-ebf5c1c3b419" providerId="ADAL" clId="{51ABC270-AFA2-421F-8481-D90213C3441F}" dt="2024-10-13T17:26:54.941" v="2084" actId="403"/>
        <pc:sldMkLst>
          <pc:docMk/>
          <pc:sldMk cId="1216653165" sldId="320"/>
        </pc:sldMkLst>
      </pc:sldChg>
      <pc:sldChg chg="addSp modSp mod">
        <pc:chgData name="Yuli Jiang (CSD)" userId="7c291cd4-aa97-4867-8d2d-ebf5c1c3b419" providerId="ADAL" clId="{51ABC270-AFA2-421F-8481-D90213C3441F}" dt="2024-10-13T17:10:37.731" v="1694" actId="1076"/>
        <pc:sldMkLst>
          <pc:docMk/>
          <pc:sldMk cId="1830487195" sldId="321"/>
        </pc:sldMkLst>
      </pc:sldChg>
      <pc:sldChg chg="modSp mod">
        <pc:chgData name="Yuli Jiang (CSD)" userId="7c291cd4-aa97-4867-8d2d-ebf5c1c3b419" providerId="ADAL" clId="{51ABC270-AFA2-421F-8481-D90213C3441F}" dt="2024-10-13T17:11:15.274" v="1698" actId="1076"/>
        <pc:sldMkLst>
          <pc:docMk/>
          <pc:sldMk cId="1929478062" sldId="322"/>
        </pc:sldMkLst>
      </pc:sldChg>
      <pc:sldChg chg="addSp modSp mod">
        <pc:chgData name="Yuli Jiang (CSD)" userId="7c291cd4-aa97-4867-8d2d-ebf5c1c3b419" providerId="ADAL" clId="{51ABC270-AFA2-421F-8481-D90213C3441F}" dt="2024-10-13T17:39:26.851" v="2401" actId="1076"/>
        <pc:sldMkLst>
          <pc:docMk/>
          <pc:sldMk cId="1230929561" sldId="325"/>
        </pc:sldMkLst>
      </pc:sldChg>
      <pc:sldChg chg="addSp modSp mod">
        <pc:chgData name="Yuli Jiang (CSD)" userId="7c291cd4-aa97-4867-8d2d-ebf5c1c3b419" providerId="ADAL" clId="{51ABC270-AFA2-421F-8481-D90213C3441F}" dt="2024-10-13T17:39:54.652" v="2421" actId="1076"/>
        <pc:sldMkLst>
          <pc:docMk/>
          <pc:sldMk cId="1667810930" sldId="329"/>
        </pc:sldMkLst>
      </pc:sldChg>
      <pc:sldChg chg="modSp mod">
        <pc:chgData name="Yuli Jiang (CSD)" userId="7c291cd4-aa97-4867-8d2d-ebf5c1c3b419" providerId="ADAL" clId="{51ABC270-AFA2-421F-8481-D90213C3441F}" dt="2024-10-13T18:00:54.982" v="3234" actId="20577"/>
        <pc:sldMkLst>
          <pc:docMk/>
          <pc:sldMk cId="1971017547" sldId="334"/>
        </pc:sldMkLst>
      </pc:sldChg>
      <pc:sldChg chg="mod modShow">
        <pc:chgData name="Yuli Jiang (CSD)" userId="7c291cd4-aa97-4867-8d2d-ebf5c1c3b419" providerId="ADAL" clId="{51ABC270-AFA2-421F-8481-D90213C3441F}" dt="2024-10-13T17:36:48.018" v="2321" actId="729"/>
        <pc:sldMkLst>
          <pc:docMk/>
          <pc:sldMk cId="2511448755" sldId="338"/>
        </pc:sldMkLst>
      </pc:sldChg>
      <pc:sldChg chg="addSp delSp modSp mod">
        <pc:chgData name="Yuli Jiang (CSD)" userId="7c291cd4-aa97-4867-8d2d-ebf5c1c3b419" providerId="ADAL" clId="{51ABC270-AFA2-421F-8481-D90213C3441F}" dt="2024-10-13T16:45:25.480" v="1352" actId="478"/>
        <pc:sldMkLst>
          <pc:docMk/>
          <pc:sldMk cId="603012574" sldId="340"/>
        </pc:sldMkLst>
      </pc:sldChg>
      <pc:sldChg chg="delSp modSp mod modShow">
        <pc:chgData name="Yuli Jiang (CSD)" userId="7c291cd4-aa97-4867-8d2d-ebf5c1c3b419" providerId="ADAL" clId="{51ABC270-AFA2-421F-8481-D90213C3441F}" dt="2024-10-13T16:44:57.073" v="1351" actId="404"/>
        <pc:sldMkLst>
          <pc:docMk/>
          <pc:sldMk cId="285388258" sldId="342"/>
        </pc:sldMkLst>
      </pc:sldChg>
      <pc:sldChg chg="addSp modSp mod">
        <pc:chgData name="Yuli Jiang (CSD)" userId="7c291cd4-aa97-4867-8d2d-ebf5c1c3b419" providerId="ADAL" clId="{51ABC270-AFA2-421F-8481-D90213C3441F}" dt="2024-10-13T17:15:40.469" v="1822"/>
        <pc:sldMkLst>
          <pc:docMk/>
          <pc:sldMk cId="613261591" sldId="344"/>
        </pc:sldMkLst>
      </pc:sldChg>
      <pc:sldChg chg="modSp mod ord">
        <pc:chgData name="Yuli Jiang (CSD)" userId="7c291cd4-aa97-4867-8d2d-ebf5c1c3b419" providerId="ADAL" clId="{51ABC270-AFA2-421F-8481-D90213C3441F}" dt="2024-10-13T16:53:45.502" v="1455" actId="13926"/>
        <pc:sldMkLst>
          <pc:docMk/>
          <pc:sldMk cId="1273528718" sldId="345"/>
        </pc:sldMkLst>
      </pc:sldChg>
      <pc:sldChg chg="addSp modSp mod">
        <pc:chgData name="Yuli Jiang (CSD)" userId="7c291cd4-aa97-4867-8d2d-ebf5c1c3b419" providerId="ADAL" clId="{51ABC270-AFA2-421F-8481-D90213C3441F}" dt="2024-10-13T17:15:37.868" v="1821" actId="164"/>
        <pc:sldMkLst>
          <pc:docMk/>
          <pc:sldMk cId="1011948799" sldId="346"/>
        </pc:sldMkLst>
      </pc:sldChg>
      <pc:sldChg chg="modSp mod modAnim">
        <pc:chgData name="Yuli Jiang (CSD)" userId="7c291cd4-aa97-4867-8d2d-ebf5c1c3b419" providerId="ADAL" clId="{51ABC270-AFA2-421F-8481-D90213C3441F}" dt="2024-10-13T16:58:31.645" v="1495" actId="207"/>
        <pc:sldMkLst>
          <pc:docMk/>
          <pc:sldMk cId="1092699906" sldId="347"/>
        </pc:sldMkLst>
      </pc:sldChg>
      <pc:sldChg chg="addSp modSp mod modAnim">
        <pc:chgData name="Yuli Jiang (CSD)" userId="7c291cd4-aa97-4867-8d2d-ebf5c1c3b419" providerId="ADAL" clId="{51ABC270-AFA2-421F-8481-D90213C3441F}" dt="2024-10-13T17:08:30.749" v="1669"/>
        <pc:sldMkLst>
          <pc:docMk/>
          <pc:sldMk cId="2415219606" sldId="349"/>
        </pc:sldMkLst>
      </pc:sldChg>
      <pc:sldChg chg="modSp mod">
        <pc:chgData name="Yuli Jiang (CSD)" userId="7c291cd4-aa97-4867-8d2d-ebf5c1c3b419" providerId="ADAL" clId="{51ABC270-AFA2-421F-8481-D90213C3441F}" dt="2024-10-13T16:57:35.258" v="1485" actId="14100"/>
        <pc:sldMkLst>
          <pc:docMk/>
          <pc:sldMk cId="3406095453" sldId="350"/>
        </pc:sldMkLst>
      </pc:sldChg>
      <pc:sldChg chg="modSp mod ord modShow">
        <pc:chgData name="Yuli Jiang (CSD)" userId="7c291cd4-aa97-4867-8d2d-ebf5c1c3b419" providerId="ADAL" clId="{51ABC270-AFA2-421F-8481-D90213C3441F}" dt="2024-10-13T18:05:39.771" v="3241" actId="729"/>
        <pc:sldMkLst>
          <pc:docMk/>
          <pc:sldMk cId="1034927969" sldId="351"/>
        </pc:sldMkLst>
      </pc:sldChg>
      <pc:sldChg chg="modSp mod">
        <pc:chgData name="Yuli Jiang (CSD)" userId="7c291cd4-aa97-4867-8d2d-ebf5c1c3b419" providerId="ADAL" clId="{51ABC270-AFA2-421F-8481-D90213C3441F}" dt="2024-10-13T17:40:31.130" v="2424" actId="403"/>
        <pc:sldMkLst>
          <pc:docMk/>
          <pc:sldMk cId="3135408265" sldId="352"/>
        </pc:sldMkLst>
      </pc:sldChg>
      <pc:sldChg chg="addSp modSp mod">
        <pc:chgData name="Yuli Jiang (CSD)" userId="7c291cd4-aa97-4867-8d2d-ebf5c1c3b419" providerId="ADAL" clId="{51ABC270-AFA2-421F-8481-D90213C3441F}" dt="2024-10-13T17:59:23.545" v="3226" actId="14100"/>
        <pc:sldMkLst>
          <pc:docMk/>
          <pc:sldMk cId="965270603" sldId="353"/>
        </pc:sldMkLst>
      </pc:sldChg>
      <pc:sldChg chg="addSp modSp mod">
        <pc:chgData name="Yuli Jiang (CSD)" userId="7c291cd4-aa97-4867-8d2d-ebf5c1c3b419" providerId="ADAL" clId="{51ABC270-AFA2-421F-8481-D90213C3441F}" dt="2024-10-13T17:56:09.256" v="3124" actId="20577"/>
        <pc:sldMkLst>
          <pc:docMk/>
          <pc:sldMk cId="3295559441" sldId="354"/>
        </pc:sldMkLst>
      </pc:sldChg>
      <pc:sldChg chg="addSp delSp modSp mod">
        <pc:chgData name="Yuli Jiang (CSD)" userId="7c291cd4-aa97-4867-8d2d-ebf5c1c3b419" providerId="ADAL" clId="{51ABC270-AFA2-421F-8481-D90213C3441F}" dt="2024-10-13T17:55:27.778" v="3087" actId="1076"/>
        <pc:sldMkLst>
          <pc:docMk/>
          <pc:sldMk cId="591816102" sldId="355"/>
        </pc:sldMkLst>
      </pc:sldChg>
      <pc:sldChg chg="modSp mod">
        <pc:chgData name="Yuli Jiang (CSD)" userId="7c291cd4-aa97-4867-8d2d-ebf5c1c3b419" providerId="ADAL" clId="{51ABC270-AFA2-421F-8481-D90213C3441F}" dt="2024-10-13T17:24:29.769" v="2057" actId="403"/>
        <pc:sldMkLst>
          <pc:docMk/>
          <pc:sldMk cId="1741911581" sldId="357"/>
        </pc:sldMkLst>
      </pc:sldChg>
      <pc:sldChg chg="modSp mod">
        <pc:chgData name="Yuli Jiang (CSD)" userId="7c291cd4-aa97-4867-8d2d-ebf5c1c3b419" providerId="ADAL" clId="{51ABC270-AFA2-421F-8481-D90213C3441F}" dt="2024-10-13T16:24:22.034" v="640" actId="20577"/>
        <pc:sldMkLst>
          <pc:docMk/>
          <pc:sldMk cId="3065016898" sldId="359"/>
        </pc:sldMkLst>
      </pc:sldChg>
      <pc:sldChg chg="del">
        <pc:chgData name="Yuli Jiang (CSD)" userId="7c291cd4-aa97-4867-8d2d-ebf5c1c3b419" providerId="ADAL" clId="{51ABC270-AFA2-421F-8481-D90213C3441F}" dt="2024-10-13T16:43:27.972" v="1317" actId="47"/>
        <pc:sldMkLst>
          <pc:docMk/>
          <pc:sldMk cId="3114149895" sldId="362"/>
        </pc:sldMkLst>
      </pc:sldChg>
      <pc:sldChg chg="delSp modSp mod">
        <pc:chgData name="Yuli Jiang (CSD)" userId="7c291cd4-aa97-4867-8d2d-ebf5c1c3b419" providerId="ADAL" clId="{51ABC270-AFA2-421F-8481-D90213C3441F}" dt="2024-10-13T16:20:15.461" v="568" actId="13926"/>
        <pc:sldMkLst>
          <pc:docMk/>
          <pc:sldMk cId="2472512755" sldId="363"/>
        </pc:sldMkLst>
      </pc:sldChg>
      <pc:sldChg chg="modSp mod ord modShow">
        <pc:chgData name="Yuli Jiang (CSD)" userId="7c291cd4-aa97-4867-8d2d-ebf5c1c3b419" providerId="ADAL" clId="{51ABC270-AFA2-421F-8481-D90213C3441F}" dt="2024-10-13T18:05:39.771" v="3241" actId="729"/>
        <pc:sldMkLst>
          <pc:docMk/>
          <pc:sldMk cId="2847907901" sldId="365"/>
        </pc:sldMkLst>
      </pc:sldChg>
      <pc:sldChg chg="addSp modSp mod">
        <pc:chgData name="Yuli Jiang (CSD)" userId="7c291cd4-aa97-4867-8d2d-ebf5c1c3b419" providerId="ADAL" clId="{51ABC270-AFA2-421F-8481-D90213C3441F}" dt="2024-10-13T17:39:08.770" v="2399" actId="1076"/>
        <pc:sldMkLst>
          <pc:docMk/>
          <pc:sldMk cId="1734480517" sldId="368"/>
        </pc:sldMkLst>
      </pc:sldChg>
      <pc:sldChg chg="del">
        <pc:chgData name="Yuli Jiang (CSD)" userId="7c291cd4-aa97-4867-8d2d-ebf5c1c3b419" providerId="ADAL" clId="{51ABC270-AFA2-421F-8481-D90213C3441F}" dt="2024-10-13T15:43:55.060" v="27" actId="47"/>
        <pc:sldMkLst>
          <pc:docMk/>
          <pc:sldMk cId="2958497505" sldId="369"/>
        </pc:sldMkLst>
      </pc:sldChg>
      <pc:sldChg chg="addSp delSp modSp mod modAnim">
        <pc:chgData name="Yuli Jiang (CSD)" userId="7c291cd4-aa97-4867-8d2d-ebf5c1c3b419" providerId="ADAL" clId="{51ABC270-AFA2-421F-8481-D90213C3441F}" dt="2024-10-13T16:22:02.472" v="573" actId="20577"/>
        <pc:sldMkLst>
          <pc:docMk/>
          <pc:sldMk cId="1262312710" sldId="370"/>
        </pc:sldMkLst>
      </pc:sldChg>
      <pc:sldChg chg="addSp delSp modSp mod">
        <pc:chgData name="Yuli Jiang (CSD)" userId="7c291cd4-aa97-4867-8d2d-ebf5c1c3b419" providerId="ADAL" clId="{51ABC270-AFA2-421F-8481-D90213C3441F}" dt="2024-10-13T16:01:33.809" v="332"/>
        <pc:sldMkLst>
          <pc:docMk/>
          <pc:sldMk cId="793160574" sldId="371"/>
        </pc:sldMkLst>
      </pc:sldChg>
      <pc:sldChg chg="del">
        <pc:chgData name="Yuli Jiang (CSD)" userId="7c291cd4-aa97-4867-8d2d-ebf5c1c3b419" providerId="ADAL" clId="{51ABC270-AFA2-421F-8481-D90213C3441F}" dt="2024-10-13T15:33:36.917" v="0" actId="47"/>
        <pc:sldMkLst>
          <pc:docMk/>
          <pc:sldMk cId="3185096488" sldId="372"/>
        </pc:sldMkLst>
      </pc:sldChg>
      <pc:sldChg chg="modSp mod addAnim delAnim modAnim">
        <pc:chgData name="Yuli Jiang (CSD)" userId="7c291cd4-aa97-4867-8d2d-ebf5c1c3b419" providerId="ADAL" clId="{51ABC270-AFA2-421F-8481-D90213C3441F}" dt="2024-10-13T16:08:16.291" v="377" actId="1076"/>
        <pc:sldMkLst>
          <pc:docMk/>
          <pc:sldMk cId="1700680792" sldId="373"/>
        </pc:sldMkLst>
      </pc:sldChg>
      <pc:sldChg chg="modSp del mod">
        <pc:chgData name="Yuli Jiang (CSD)" userId="7c291cd4-aa97-4867-8d2d-ebf5c1c3b419" providerId="ADAL" clId="{51ABC270-AFA2-421F-8481-D90213C3441F}" dt="2024-10-13T16:52:22.169" v="1440" actId="47"/>
        <pc:sldMkLst>
          <pc:docMk/>
          <pc:sldMk cId="2022550526" sldId="374"/>
        </pc:sldMkLst>
      </pc:sldChg>
      <pc:sldChg chg="addSp modSp">
        <pc:chgData name="Yuli Jiang (CSD)" userId="7c291cd4-aa97-4867-8d2d-ebf5c1c3b419" providerId="ADAL" clId="{51ABC270-AFA2-421F-8481-D90213C3441F}" dt="2024-10-13T18:06:03.257" v="3242"/>
        <pc:sldMkLst>
          <pc:docMk/>
          <pc:sldMk cId="4104861438" sldId="375"/>
        </pc:sldMkLst>
      </pc:sldChg>
      <pc:sldChg chg="modSp mod">
        <pc:chgData name="Yuli Jiang (CSD)" userId="7c291cd4-aa97-4867-8d2d-ebf5c1c3b419" providerId="ADAL" clId="{51ABC270-AFA2-421F-8481-D90213C3441F}" dt="2024-10-13T17:40:23.178" v="2422" actId="113"/>
        <pc:sldMkLst>
          <pc:docMk/>
          <pc:sldMk cId="178273453" sldId="376"/>
        </pc:sldMkLst>
      </pc:sldChg>
      <pc:sldChg chg="new del">
        <pc:chgData name="Yuli Jiang (CSD)" userId="7c291cd4-aa97-4867-8d2d-ebf5c1c3b419" providerId="ADAL" clId="{51ABC270-AFA2-421F-8481-D90213C3441F}" dt="2024-10-13T16:11:58.331" v="413" actId="47"/>
        <pc:sldMkLst>
          <pc:docMk/>
          <pc:sldMk cId="1088668158" sldId="378"/>
        </pc:sldMkLst>
      </pc:sldChg>
      <pc:sldChg chg="addSp delSp modSp add mod delAnim">
        <pc:chgData name="Yuli Jiang (CSD)" userId="7c291cd4-aa97-4867-8d2d-ebf5c1c3b419" providerId="ADAL" clId="{51ABC270-AFA2-421F-8481-D90213C3441F}" dt="2024-10-13T16:20:01.877" v="566" actId="115"/>
        <pc:sldMkLst>
          <pc:docMk/>
          <pc:sldMk cId="3386806578" sldId="379"/>
        </pc:sldMkLst>
      </pc:sldChg>
      <pc:sldChg chg="addSp delSp modSp add mod ord">
        <pc:chgData name="Yuli Jiang (CSD)" userId="7c291cd4-aa97-4867-8d2d-ebf5c1c3b419" providerId="ADAL" clId="{51ABC270-AFA2-421F-8481-D90213C3441F}" dt="2024-10-13T16:43:23.997" v="1316" actId="20577"/>
        <pc:sldMkLst>
          <pc:docMk/>
          <pc:sldMk cId="754176637" sldId="380"/>
        </pc:sldMkLst>
      </pc:sldChg>
      <pc:sldChg chg="modSp add mod">
        <pc:chgData name="Yuli Jiang (CSD)" userId="7c291cd4-aa97-4867-8d2d-ebf5c1c3b419" providerId="ADAL" clId="{51ABC270-AFA2-421F-8481-D90213C3441F}" dt="2024-10-13T16:49:50.331" v="1409" actId="20577"/>
        <pc:sldMkLst>
          <pc:docMk/>
          <pc:sldMk cId="2561341120" sldId="381"/>
        </pc:sldMkLst>
      </pc:sldChg>
      <pc:sldChg chg="addSp delSp modSp add mod delAnim modAnim">
        <pc:chgData name="Yuli Jiang (CSD)" userId="7c291cd4-aa97-4867-8d2d-ebf5c1c3b419" providerId="ADAL" clId="{51ABC270-AFA2-421F-8481-D90213C3441F}" dt="2024-10-13T16:52:11.951" v="1439" actId="113"/>
        <pc:sldMkLst>
          <pc:docMk/>
          <pc:sldMk cId="2035351797" sldId="382"/>
        </pc:sldMkLst>
      </pc:sldChg>
      <pc:sldChg chg="addSp modSp add mod">
        <pc:chgData name="Yuli Jiang (CSD)" userId="7c291cd4-aa97-4867-8d2d-ebf5c1c3b419" providerId="ADAL" clId="{51ABC270-AFA2-421F-8481-D90213C3441F}" dt="2024-10-13T17:21:36.119" v="2025" actId="13926"/>
        <pc:sldMkLst>
          <pc:docMk/>
          <pc:sldMk cId="2252807946" sldId="383"/>
        </pc:sldMkLst>
      </pc:sldChg>
      <pc:sldChg chg="addSp delSp modSp new mod">
        <pc:chgData name="Yuli Jiang (CSD)" userId="7c291cd4-aa97-4867-8d2d-ebf5c1c3b419" providerId="ADAL" clId="{51ABC270-AFA2-421F-8481-D90213C3441F}" dt="2024-10-13T17:31:48.285" v="2248" actId="1076"/>
        <pc:sldMkLst>
          <pc:docMk/>
          <pc:sldMk cId="1535508701" sldId="384"/>
        </pc:sldMkLst>
      </pc:sldChg>
      <pc:sldChg chg="addSp delSp modSp new mod ord modAnim">
        <pc:chgData name="Yuli Jiang (CSD)" userId="7c291cd4-aa97-4867-8d2d-ebf5c1c3b419" providerId="ADAL" clId="{51ABC270-AFA2-421F-8481-D90213C3441F}" dt="2024-10-13T17:36:25.171" v="2320" actId="20577"/>
        <pc:sldMkLst>
          <pc:docMk/>
          <pc:sldMk cId="4147839173" sldId="385"/>
        </pc:sldMkLst>
      </pc:sldChg>
      <pc:sldChg chg="new del">
        <pc:chgData name="Yuli Jiang (CSD)" userId="7c291cd4-aa97-4867-8d2d-ebf5c1c3b419" providerId="ADAL" clId="{51ABC270-AFA2-421F-8481-D90213C3441F}" dt="2024-10-13T17:40:54.771" v="2427" actId="47"/>
        <pc:sldMkLst>
          <pc:docMk/>
          <pc:sldMk cId="2922546416" sldId="386"/>
        </pc:sldMkLst>
      </pc:sldChg>
      <pc:sldChg chg="addSp delSp modSp add mod delAnim">
        <pc:chgData name="Yuli Jiang (CSD)" userId="7c291cd4-aa97-4867-8d2d-ebf5c1c3b419" providerId="ADAL" clId="{51ABC270-AFA2-421F-8481-D90213C3441F}" dt="2024-10-13T17:44:31.092" v="2560" actId="20577"/>
        <pc:sldMkLst>
          <pc:docMk/>
          <pc:sldMk cId="4034431611" sldId="387"/>
        </pc:sldMkLst>
      </pc:sldChg>
      <pc:sldChg chg="modSp add mod modAnim">
        <pc:chgData name="Yuli Jiang (CSD)" userId="7c291cd4-aa97-4867-8d2d-ebf5c1c3b419" providerId="ADAL" clId="{51ABC270-AFA2-421F-8481-D90213C3441F}" dt="2024-10-13T17:48:48.533" v="2748" actId="20577"/>
        <pc:sldMkLst>
          <pc:docMk/>
          <pc:sldMk cId="3042661704" sldId="388"/>
        </pc:sldMkLst>
      </pc:sldChg>
    </pc:docChg>
  </pc:docChgLst>
  <pc:docChgLst>
    <pc:chgData name="Yuli Jiang (CSD)" userId="7c291cd4-aa97-4867-8d2d-ebf5c1c3b419" providerId="ADAL" clId="{32A94110-88B9-4A6A-9F81-D5C158392534}"/>
    <pc:docChg chg="undo custSel addSld delSld modSld sldOrd">
      <pc:chgData name="Yuli Jiang (CSD)" userId="7c291cd4-aa97-4867-8d2d-ebf5c1c3b419" providerId="ADAL" clId="{32A94110-88B9-4A6A-9F81-D5C158392534}" dt="2025-10-16T07:01:59.189" v="646" actId="27636"/>
      <pc:docMkLst>
        <pc:docMk/>
      </pc:docMkLst>
      <pc:sldChg chg="modSp mod modAnim">
        <pc:chgData name="Yuli Jiang (CSD)" userId="7c291cd4-aa97-4867-8d2d-ebf5c1c3b419" providerId="ADAL" clId="{32A94110-88B9-4A6A-9F81-D5C158392534}" dt="2025-10-16T07:01:38.167" v="642"/>
        <pc:sldMkLst>
          <pc:docMk/>
          <pc:sldMk cId="1800300312" sldId="314"/>
        </pc:sldMkLst>
        <pc:spChg chg="ord">
          <ac:chgData name="Yuli Jiang (CSD)" userId="7c291cd4-aa97-4867-8d2d-ebf5c1c3b419" providerId="ADAL" clId="{32A94110-88B9-4A6A-9F81-D5C158392534}" dt="2025-10-16T06:20:36.323" v="220" actId="166"/>
          <ac:spMkLst>
            <pc:docMk/>
            <pc:sldMk cId="1800300312" sldId="314"/>
            <ac:spMk id="5" creationId="{00000000-0000-0000-0000-000000000000}"/>
          </ac:spMkLst>
        </pc:spChg>
      </pc:sldChg>
      <pc:sldChg chg="addSp modSp mod">
        <pc:chgData name="Yuli Jiang (CSD)" userId="7c291cd4-aa97-4867-8d2d-ebf5c1c3b419" providerId="ADAL" clId="{32A94110-88B9-4A6A-9F81-D5C158392534}" dt="2025-10-16T06:46:27.717" v="478" actId="20577"/>
        <pc:sldMkLst>
          <pc:docMk/>
          <pc:sldMk cId="914536711" sldId="317"/>
        </pc:sldMkLst>
        <pc:spChg chg="mod">
          <ac:chgData name="Yuli Jiang (CSD)" userId="7c291cd4-aa97-4867-8d2d-ebf5c1c3b419" providerId="ADAL" clId="{32A94110-88B9-4A6A-9F81-D5C158392534}" dt="2025-10-16T06:46:27.717" v="478" actId="20577"/>
          <ac:spMkLst>
            <pc:docMk/>
            <pc:sldMk cId="914536711" sldId="317"/>
            <ac:spMk id="2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16T06:37:33.137" v="357" actId="1076"/>
          <ac:spMkLst>
            <pc:docMk/>
            <pc:sldMk cId="914536711" sldId="317"/>
            <ac:spMk id="5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16T06:37:33.137" v="357" actId="1076"/>
          <ac:spMkLst>
            <pc:docMk/>
            <pc:sldMk cId="914536711" sldId="317"/>
            <ac:spMk id="6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16T06:37:33.137" v="357" actId="1076"/>
          <ac:spMkLst>
            <pc:docMk/>
            <pc:sldMk cId="914536711" sldId="317"/>
            <ac:spMk id="7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16T06:32:21.964" v="307" actId="20577"/>
          <ac:spMkLst>
            <pc:docMk/>
            <pc:sldMk cId="914536711" sldId="317"/>
            <ac:spMk id="8" creationId="{00000000-0000-0000-0000-000000000000}"/>
          </ac:spMkLst>
        </pc:spChg>
        <pc:spChg chg="add mod">
          <ac:chgData name="Yuli Jiang (CSD)" userId="7c291cd4-aa97-4867-8d2d-ebf5c1c3b419" providerId="ADAL" clId="{32A94110-88B9-4A6A-9F81-D5C158392534}" dt="2025-10-16T06:37:53.525" v="362" actId="14100"/>
          <ac:spMkLst>
            <pc:docMk/>
            <pc:sldMk cId="914536711" sldId="317"/>
            <ac:spMk id="10" creationId="{43DC364F-1E8D-A2A2-EE15-459D33F8599D}"/>
          </ac:spMkLst>
        </pc:spChg>
        <pc:picChg chg="add mod">
          <ac:chgData name="Yuli Jiang (CSD)" userId="7c291cd4-aa97-4867-8d2d-ebf5c1c3b419" providerId="ADAL" clId="{32A94110-88B9-4A6A-9F81-D5C158392534}" dt="2025-10-16T06:37:46.304" v="360" actId="1076"/>
          <ac:picMkLst>
            <pc:docMk/>
            <pc:sldMk cId="914536711" sldId="317"/>
            <ac:picMk id="9" creationId="{8C79D349-8CCF-0013-43E1-D7A2753020F9}"/>
          </ac:picMkLst>
        </pc:picChg>
      </pc:sldChg>
      <pc:sldChg chg="addSp modSp mod">
        <pc:chgData name="Yuli Jiang (CSD)" userId="7c291cd4-aa97-4867-8d2d-ebf5c1c3b419" providerId="ADAL" clId="{32A94110-88B9-4A6A-9F81-D5C158392534}" dt="2025-10-16T06:46:30.591" v="479" actId="20577"/>
        <pc:sldMkLst>
          <pc:docMk/>
          <pc:sldMk cId="2226101510" sldId="319"/>
        </pc:sldMkLst>
        <pc:spChg chg="mod">
          <ac:chgData name="Yuli Jiang (CSD)" userId="7c291cd4-aa97-4867-8d2d-ebf5c1c3b419" providerId="ADAL" clId="{32A94110-88B9-4A6A-9F81-D5C158392534}" dt="2025-10-16T06:46:30.591" v="479" actId="20577"/>
          <ac:spMkLst>
            <pc:docMk/>
            <pc:sldMk cId="2226101510" sldId="319"/>
            <ac:spMk id="2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16T06:34:04.748" v="329" actId="14100"/>
          <ac:spMkLst>
            <pc:docMk/>
            <pc:sldMk cId="2226101510" sldId="319"/>
            <ac:spMk id="3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16T06:32:57.203" v="319" actId="14100"/>
          <ac:spMkLst>
            <pc:docMk/>
            <pc:sldMk cId="2226101510" sldId="319"/>
            <ac:spMk id="5" creationId="{78AECCA1-625D-2B0B-97CC-FB7E374A1B8B}"/>
          </ac:spMkLst>
        </pc:spChg>
        <pc:spChg chg="mod">
          <ac:chgData name="Yuli Jiang (CSD)" userId="7c291cd4-aa97-4867-8d2d-ebf5c1c3b419" providerId="ADAL" clId="{32A94110-88B9-4A6A-9F81-D5C158392534}" dt="2025-10-16T06:35:24.265" v="340" actId="13822"/>
          <ac:spMkLst>
            <pc:docMk/>
            <pc:sldMk cId="2226101510" sldId="319"/>
            <ac:spMk id="6" creationId="{434F4D90-DB68-267F-1867-53EF6B0AD67B}"/>
          </ac:spMkLst>
        </pc:spChg>
        <pc:spChg chg="mod">
          <ac:chgData name="Yuli Jiang (CSD)" userId="7c291cd4-aa97-4867-8d2d-ebf5c1c3b419" providerId="ADAL" clId="{32A94110-88B9-4A6A-9F81-D5C158392534}" dt="2025-10-16T06:34:02.009" v="328" actId="14100"/>
          <ac:spMkLst>
            <pc:docMk/>
            <pc:sldMk cId="2226101510" sldId="319"/>
            <ac:spMk id="8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16T06:33:56.252" v="326" actId="1076"/>
          <ac:spMkLst>
            <pc:docMk/>
            <pc:sldMk cId="2226101510" sldId="319"/>
            <ac:spMk id="9" creationId="{00000000-0000-0000-0000-000000000000}"/>
          </ac:spMkLst>
        </pc:spChg>
        <pc:spChg chg="add mod">
          <ac:chgData name="Yuli Jiang (CSD)" userId="7c291cd4-aa97-4867-8d2d-ebf5c1c3b419" providerId="ADAL" clId="{32A94110-88B9-4A6A-9F81-D5C158392534}" dt="2025-10-16T06:33:30.631" v="324" actId="14100"/>
          <ac:spMkLst>
            <pc:docMk/>
            <pc:sldMk cId="2226101510" sldId="319"/>
            <ac:spMk id="10" creationId="{AEDC8982-D1F7-EDEF-CB03-1DB324A38A61}"/>
          </ac:spMkLst>
        </pc:spChg>
        <pc:spChg chg="add mod">
          <ac:chgData name="Yuli Jiang (CSD)" userId="7c291cd4-aa97-4867-8d2d-ebf5c1c3b419" providerId="ADAL" clId="{32A94110-88B9-4A6A-9F81-D5C158392534}" dt="2025-10-16T06:35:33.249" v="354" actId="403"/>
          <ac:spMkLst>
            <pc:docMk/>
            <pc:sldMk cId="2226101510" sldId="319"/>
            <ac:spMk id="11" creationId="{778F4014-5079-9B91-9ADB-90E1F4728DBA}"/>
          </ac:spMkLst>
        </pc:spChg>
        <pc:picChg chg="add mod">
          <ac:chgData name="Yuli Jiang (CSD)" userId="7c291cd4-aa97-4867-8d2d-ebf5c1c3b419" providerId="ADAL" clId="{32A94110-88B9-4A6A-9F81-D5C158392534}" dt="2025-10-16T06:33:35.616" v="325" actId="167"/>
          <ac:picMkLst>
            <pc:docMk/>
            <pc:sldMk cId="2226101510" sldId="319"/>
            <ac:picMk id="7" creationId="{59EEA92E-B947-E011-6035-979B63C1C97E}"/>
          </ac:picMkLst>
        </pc:picChg>
      </pc:sldChg>
      <pc:sldChg chg="del">
        <pc:chgData name="Yuli Jiang (CSD)" userId="7c291cd4-aa97-4867-8d2d-ebf5c1c3b419" providerId="ADAL" clId="{32A94110-88B9-4A6A-9F81-D5C158392534}" dt="2025-10-16T06:33:10.145" v="320" actId="47"/>
        <pc:sldMkLst>
          <pc:docMk/>
          <pc:sldMk cId="1216653165" sldId="320"/>
        </pc:sldMkLst>
      </pc:sldChg>
      <pc:sldChg chg="modSp mod">
        <pc:chgData name="Yuli Jiang (CSD)" userId="7c291cd4-aa97-4867-8d2d-ebf5c1c3b419" providerId="ADAL" clId="{32A94110-88B9-4A6A-9F81-D5C158392534}" dt="2025-10-16T06:46:06.624" v="474" actId="20577"/>
        <pc:sldMkLst>
          <pc:docMk/>
          <pc:sldMk cId="1830487195" sldId="321"/>
        </pc:sldMkLst>
        <pc:spChg chg="mod">
          <ac:chgData name="Yuli Jiang (CSD)" userId="7c291cd4-aa97-4867-8d2d-ebf5c1c3b419" providerId="ADAL" clId="{32A94110-88B9-4A6A-9F81-D5C158392534}" dt="2025-10-16T06:46:06.624" v="474" actId="20577"/>
          <ac:spMkLst>
            <pc:docMk/>
            <pc:sldMk cId="1830487195" sldId="321"/>
            <ac:spMk id="2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16T06:27:35.150" v="236" actId="14100"/>
          <ac:spMkLst>
            <pc:docMk/>
            <pc:sldMk cId="1830487195" sldId="321"/>
            <ac:spMk id="3" creationId="{00000000-0000-0000-0000-000000000000}"/>
          </ac:spMkLst>
        </pc:spChg>
      </pc:sldChg>
      <pc:sldChg chg="addSp modSp mod">
        <pc:chgData name="Yuli Jiang (CSD)" userId="7c291cd4-aa97-4867-8d2d-ebf5c1c3b419" providerId="ADAL" clId="{32A94110-88B9-4A6A-9F81-D5C158392534}" dt="2025-10-16T06:46:08.926" v="475" actId="20577"/>
        <pc:sldMkLst>
          <pc:docMk/>
          <pc:sldMk cId="1929478062" sldId="322"/>
        </pc:sldMkLst>
        <pc:spChg chg="mod">
          <ac:chgData name="Yuli Jiang (CSD)" userId="7c291cd4-aa97-4867-8d2d-ebf5c1c3b419" providerId="ADAL" clId="{32A94110-88B9-4A6A-9F81-D5C158392534}" dt="2025-10-16T06:46:08.926" v="475" actId="20577"/>
          <ac:spMkLst>
            <pc:docMk/>
            <pc:sldMk cId="1929478062" sldId="322"/>
            <ac:spMk id="2" creationId="{00000000-0000-0000-0000-000000000000}"/>
          </ac:spMkLst>
        </pc:spChg>
        <pc:spChg chg="add mod">
          <ac:chgData name="Yuli Jiang (CSD)" userId="7c291cd4-aa97-4867-8d2d-ebf5c1c3b419" providerId="ADAL" clId="{32A94110-88B9-4A6A-9F81-D5C158392534}" dt="2025-10-16T06:27:08.481" v="234" actId="1076"/>
          <ac:spMkLst>
            <pc:docMk/>
            <pc:sldMk cId="1929478062" sldId="322"/>
            <ac:spMk id="11" creationId="{CCEB3D15-C2FF-3774-CE11-C295B3E50BCF}"/>
          </ac:spMkLst>
        </pc:spChg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1438276141" sldId="323"/>
        </pc:sldMkLst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1230929561" sldId="325"/>
        </pc:sldMkLst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1667810930" sldId="329"/>
        </pc:sldMkLst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2997350601" sldId="330"/>
        </pc:sldMkLst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1782371758" sldId="332"/>
        </pc:sldMkLst>
      </pc:sldChg>
      <pc:sldChg chg="modSp mod">
        <pc:chgData name="Yuli Jiang (CSD)" userId="7c291cd4-aa97-4867-8d2d-ebf5c1c3b419" providerId="ADAL" clId="{32A94110-88B9-4A6A-9F81-D5C158392534}" dt="2025-10-16T07:01:59.189" v="646" actId="27636"/>
        <pc:sldMkLst>
          <pc:docMk/>
          <pc:sldMk cId="1971017547" sldId="334"/>
        </pc:sldMkLst>
        <pc:spChg chg="mod">
          <ac:chgData name="Yuli Jiang (CSD)" userId="7c291cd4-aa97-4867-8d2d-ebf5c1c3b419" providerId="ADAL" clId="{32A94110-88B9-4A6A-9F81-D5C158392534}" dt="2025-10-16T07:01:59.189" v="646" actId="27636"/>
          <ac:spMkLst>
            <pc:docMk/>
            <pc:sldMk cId="1971017547" sldId="334"/>
            <ac:spMk id="2" creationId="{00000000-0000-0000-0000-000000000000}"/>
          </ac:spMkLst>
        </pc:spChg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3933665154" sldId="335"/>
        </pc:sldMkLst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1841267462" sldId="336"/>
        </pc:sldMkLst>
      </pc:sldChg>
      <pc:sldChg chg="del">
        <pc:chgData name="Yuli Jiang (CSD)" userId="7c291cd4-aa97-4867-8d2d-ebf5c1c3b419" providerId="ADAL" clId="{32A94110-88B9-4A6A-9F81-D5C158392534}" dt="2025-10-16T06:44:17.576" v="462" actId="2696"/>
        <pc:sldMkLst>
          <pc:docMk/>
          <pc:sldMk cId="3053758298" sldId="337"/>
        </pc:sldMkLst>
      </pc:sldChg>
      <pc:sldChg chg="modSp add mod">
        <pc:chgData name="Yuli Jiang (CSD)" userId="7c291cd4-aa97-4867-8d2d-ebf5c1c3b419" providerId="ADAL" clId="{32A94110-88B9-4A6A-9F81-D5C158392534}" dt="2025-10-16T06:45:44.114" v="471" actId="20577"/>
        <pc:sldMkLst>
          <pc:docMk/>
          <pc:sldMk cId="3268590208" sldId="337"/>
        </pc:sldMkLst>
        <pc:spChg chg="mod">
          <ac:chgData name="Yuli Jiang (CSD)" userId="7c291cd4-aa97-4867-8d2d-ebf5c1c3b419" providerId="ADAL" clId="{32A94110-88B9-4A6A-9F81-D5C158392534}" dt="2025-10-16T06:45:44.114" v="471" actId="20577"/>
          <ac:spMkLst>
            <pc:docMk/>
            <pc:sldMk cId="3268590208" sldId="337"/>
            <ac:spMk id="2" creationId="{F49C56AE-6B52-4166-832C-0D774AB8C915}"/>
          </ac:spMkLst>
        </pc:spChg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2511448755" sldId="338"/>
        </pc:sldMkLst>
      </pc:sldChg>
      <pc:sldChg chg="del">
        <pc:chgData name="Yuli Jiang (CSD)" userId="7c291cd4-aa97-4867-8d2d-ebf5c1c3b419" providerId="ADAL" clId="{32A94110-88B9-4A6A-9F81-D5C158392534}" dt="2025-10-16T06:05:13.198" v="21" actId="47"/>
        <pc:sldMkLst>
          <pc:docMk/>
          <pc:sldMk cId="603012574" sldId="340"/>
        </pc:sldMkLst>
      </pc:sldChg>
      <pc:sldChg chg="addSp modSp mod modAnim modShow">
        <pc:chgData name="Yuli Jiang (CSD)" userId="7c291cd4-aa97-4867-8d2d-ebf5c1c3b419" providerId="ADAL" clId="{32A94110-88B9-4A6A-9F81-D5C158392534}" dt="2025-10-16T06:42:11.327" v="411" actId="6549"/>
        <pc:sldMkLst>
          <pc:docMk/>
          <pc:sldMk cId="285388258" sldId="342"/>
        </pc:sldMkLst>
        <pc:spChg chg="add mod">
          <ac:chgData name="Yuli Jiang (CSD)" userId="7c291cd4-aa97-4867-8d2d-ebf5c1c3b419" providerId="ADAL" clId="{32A94110-88B9-4A6A-9F81-D5C158392534}" dt="2025-10-16T06:19:55.730" v="216" actId="1076"/>
          <ac:spMkLst>
            <pc:docMk/>
            <pc:sldMk cId="285388258" sldId="342"/>
            <ac:spMk id="2" creationId="{BE9DF936-52B2-C837-5F38-83C8DC6DBAB0}"/>
          </ac:spMkLst>
        </pc:spChg>
        <pc:spChg chg="mod">
          <ac:chgData name="Yuli Jiang (CSD)" userId="7c291cd4-aa97-4867-8d2d-ebf5c1c3b419" providerId="ADAL" clId="{32A94110-88B9-4A6A-9F81-D5C158392534}" dt="2025-10-16T06:42:11.327" v="411" actId="6549"/>
          <ac:spMkLst>
            <pc:docMk/>
            <pc:sldMk cId="285388258" sldId="342"/>
            <ac:spMk id="11267" creationId="{00000000-0000-0000-0000-000000000000}"/>
          </ac:spMkLst>
        </pc:spChg>
      </pc:sldChg>
      <pc:sldChg chg="modSp mod">
        <pc:chgData name="Yuli Jiang (CSD)" userId="7c291cd4-aa97-4867-8d2d-ebf5c1c3b419" providerId="ADAL" clId="{32A94110-88B9-4A6A-9F81-D5C158392534}" dt="2025-10-16T06:46:19.504" v="477" actId="20577"/>
        <pc:sldMkLst>
          <pc:docMk/>
          <pc:sldMk cId="613261591" sldId="344"/>
        </pc:sldMkLst>
        <pc:spChg chg="mod">
          <ac:chgData name="Yuli Jiang (CSD)" userId="7c291cd4-aa97-4867-8d2d-ebf5c1c3b419" providerId="ADAL" clId="{32A94110-88B9-4A6A-9F81-D5C158392534}" dt="2025-10-16T06:46:19.504" v="477" actId="20577"/>
          <ac:spMkLst>
            <pc:docMk/>
            <pc:sldMk cId="613261591" sldId="344"/>
            <ac:spMk id="2" creationId="{00000000-0000-0000-0000-000000000000}"/>
          </ac:spMkLst>
        </pc:spChg>
      </pc:sldChg>
      <pc:sldChg chg="mod modShow">
        <pc:chgData name="Yuli Jiang (CSD)" userId="7c291cd4-aa97-4867-8d2d-ebf5c1c3b419" providerId="ADAL" clId="{32A94110-88B9-4A6A-9F81-D5C158392534}" dt="2025-10-16T06:45:27.599" v="467" actId="729"/>
        <pc:sldMkLst>
          <pc:docMk/>
          <pc:sldMk cId="1273528718" sldId="345"/>
        </pc:sldMkLst>
      </pc:sldChg>
      <pc:sldChg chg="modSp mod">
        <pc:chgData name="Yuli Jiang (CSD)" userId="7c291cd4-aa97-4867-8d2d-ebf5c1c3b419" providerId="ADAL" clId="{32A94110-88B9-4A6A-9F81-D5C158392534}" dt="2025-10-16T06:46:11.498" v="476" actId="20577"/>
        <pc:sldMkLst>
          <pc:docMk/>
          <pc:sldMk cId="1011948799" sldId="346"/>
        </pc:sldMkLst>
        <pc:spChg chg="mod">
          <ac:chgData name="Yuli Jiang (CSD)" userId="7c291cd4-aa97-4867-8d2d-ebf5c1c3b419" providerId="ADAL" clId="{32A94110-88B9-4A6A-9F81-D5C158392534}" dt="2025-10-16T06:46:11.498" v="476" actId="20577"/>
          <ac:spMkLst>
            <pc:docMk/>
            <pc:sldMk cId="1011948799" sldId="346"/>
            <ac:spMk id="2" creationId="{00000000-0000-0000-0000-000000000000}"/>
          </ac:spMkLst>
        </pc:spChg>
      </pc:sldChg>
      <pc:sldChg chg="mod modShow">
        <pc:chgData name="Yuli Jiang (CSD)" userId="7c291cd4-aa97-4867-8d2d-ebf5c1c3b419" providerId="ADAL" clId="{32A94110-88B9-4A6A-9F81-D5C158392534}" dt="2025-10-16T06:45:19.415" v="466" actId="729"/>
        <pc:sldMkLst>
          <pc:docMk/>
          <pc:sldMk cId="1092699906" sldId="347"/>
        </pc:sldMkLst>
      </pc:sldChg>
      <pc:sldChg chg="mod modShow">
        <pc:chgData name="Yuli Jiang (CSD)" userId="7c291cd4-aa97-4867-8d2d-ebf5c1c3b419" providerId="ADAL" clId="{32A94110-88B9-4A6A-9F81-D5C158392534}" dt="2025-10-16T06:45:19.415" v="466" actId="729"/>
        <pc:sldMkLst>
          <pc:docMk/>
          <pc:sldMk cId="2019434099" sldId="348"/>
        </pc:sldMkLst>
      </pc:sldChg>
      <pc:sldChg chg="modSp mod modAnim modShow">
        <pc:chgData name="Yuli Jiang (CSD)" userId="7c291cd4-aa97-4867-8d2d-ebf5c1c3b419" providerId="ADAL" clId="{32A94110-88B9-4A6A-9F81-D5C158392534}" dt="2025-10-16T06:45:19.415" v="466" actId="729"/>
        <pc:sldMkLst>
          <pc:docMk/>
          <pc:sldMk cId="2415219606" sldId="349"/>
        </pc:sldMkLst>
        <pc:spChg chg="mod">
          <ac:chgData name="Yuli Jiang (CSD)" userId="7c291cd4-aa97-4867-8d2d-ebf5c1c3b419" providerId="ADAL" clId="{32A94110-88B9-4A6A-9F81-D5C158392534}" dt="2025-10-16T06:26:10.778" v="227" actId="1076"/>
          <ac:spMkLst>
            <pc:docMk/>
            <pc:sldMk cId="2415219606" sldId="349"/>
            <ac:spMk id="2" creationId="{6FEA80E6-CC4E-2B86-DB7A-B6A833E29ECF}"/>
          </ac:spMkLst>
        </pc:spChg>
      </pc:sldChg>
      <pc:sldChg chg="mod modShow">
        <pc:chgData name="Yuli Jiang (CSD)" userId="7c291cd4-aa97-4867-8d2d-ebf5c1c3b419" providerId="ADAL" clId="{32A94110-88B9-4A6A-9F81-D5C158392534}" dt="2025-10-16T06:45:19.415" v="466" actId="729"/>
        <pc:sldMkLst>
          <pc:docMk/>
          <pc:sldMk cId="3406095453" sldId="350"/>
        </pc:sldMkLst>
      </pc:sldChg>
      <pc:sldChg chg="del">
        <pc:chgData name="Yuli Jiang (CSD)" userId="7c291cd4-aa97-4867-8d2d-ebf5c1c3b419" providerId="ADAL" clId="{32A94110-88B9-4A6A-9F81-D5C158392534}" dt="2025-10-16T06:45:08.382" v="464" actId="2696"/>
        <pc:sldMkLst>
          <pc:docMk/>
          <pc:sldMk cId="1034927969" sldId="351"/>
        </pc:sldMkLst>
      </pc:sldChg>
      <pc:sldChg chg="modSp add mod modShow">
        <pc:chgData name="Yuli Jiang (CSD)" userId="7c291cd4-aa97-4867-8d2d-ebf5c1c3b419" providerId="ADAL" clId="{32A94110-88B9-4A6A-9F81-D5C158392534}" dt="2025-10-16T06:57:05.350" v="601" actId="729"/>
        <pc:sldMkLst>
          <pc:docMk/>
          <pc:sldMk cId="1955910327" sldId="351"/>
        </pc:sldMkLst>
        <pc:spChg chg="mod">
          <ac:chgData name="Yuli Jiang (CSD)" userId="7c291cd4-aa97-4867-8d2d-ebf5c1c3b419" providerId="ADAL" clId="{32A94110-88B9-4A6A-9F81-D5C158392534}" dt="2025-10-16T06:46:43.011" v="483" actId="20577"/>
          <ac:spMkLst>
            <pc:docMk/>
            <pc:sldMk cId="1955910327" sldId="351"/>
            <ac:spMk id="2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16T06:53:44.231" v="559" actId="20577"/>
          <ac:spMkLst>
            <pc:docMk/>
            <pc:sldMk cId="1955910327" sldId="351"/>
            <ac:spMk id="6" creationId="{A9D0D890-8309-4CC7-93B4-79FAF48B6695}"/>
          </ac:spMkLst>
        </pc:spChg>
      </pc:sldChg>
      <pc:sldChg chg="del">
        <pc:chgData name="Yuli Jiang (CSD)" userId="7c291cd4-aa97-4867-8d2d-ebf5c1c3b419" providerId="ADAL" clId="{32A94110-88B9-4A6A-9F81-D5C158392534}" dt="2025-10-16T06:40:09.491" v="381" actId="47"/>
        <pc:sldMkLst>
          <pc:docMk/>
          <pc:sldMk cId="3135408265" sldId="352"/>
        </pc:sldMkLst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965270603" sldId="353"/>
        </pc:sldMkLst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3295559441" sldId="354"/>
        </pc:sldMkLst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591816102" sldId="355"/>
        </pc:sldMkLst>
      </pc:sldChg>
      <pc:sldChg chg="modSp mod ord">
        <pc:chgData name="Yuli Jiang (CSD)" userId="7c291cd4-aa97-4867-8d2d-ebf5c1c3b419" providerId="ADAL" clId="{32A94110-88B9-4A6A-9F81-D5C158392534}" dt="2025-10-16T06:46:37.587" v="482" actId="20577"/>
        <pc:sldMkLst>
          <pc:docMk/>
          <pc:sldMk cId="3679510911" sldId="356"/>
        </pc:sldMkLst>
        <pc:spChg chg="mod">
          <ac:chgData name="Yuli Jiang (CSD)" userId="7c291cd4-aa97-4867-8d2d-ebf5c1c3b419" providerId="ADAL" clId="{32A94110-88B9-4A6A-9F81-D5C158392534}" dt="2025-10-16T06:46:37.587" v="482" actId="20577"/>
          <ac:spMkLst>
            <pc:docMk/>
            <pc:sldMk cId="3679510911" sldId="356"/>
            <ac:spMk id="22531" creationId="{00000000-0000-0000-0000-000000000000}"/>
          </ac:spMkLst>
        </pc:spChg>
      </pc:sldChg>
      <pc:sldChg chg="modSp mod ord">
        <pc:chgData name="Yuli Jiang (CSD)" userId="7c291cd4-aa97-4867-8d2d-ebf5c1c3b419" providerId="ADAL" clId="{32A94110-88B9-4A6A-9F81-D5C158392534}" dt="2025-10-16T06:46:35.359" v="481" actId="20577"/>
        <pc:sldMkLst>
          <pc:docMk/>
          <pc:sldMk cId="1741911581" sldId="357"/>
        </pc:sldMkLst>
        <pc:spChg chg="mod">
          <ac:chgData name="Yuli Jiang (CSD)" userId="7c291cd4-aa97-4867-8d2d-ebf5c1c3b419" providerId="ADAL" clId="{32A94110-88B9-4A6A-9F81-D5C158392534}" dt="2025-10-16T06:46:35.359" v="481" actId="20577"/>
          <ac:spMkLst>
            <pc:docMk/>
            <pc:sldMk cId="1741911581" sldId="357"/>
            <ac:spMk id="21507" creationId="{00000000-0000-0000-0000-000000000000}"/>
          </ac:spMkLst>
        </pc:spChg>
      </pc:sldChg>
      <pc:sldChg chg="modSp mod">
        <pc:chgData name="Yuli Jiang (CSD)" userId="7c291cd4-aa97-4867-8d2d-ebf5c1c3b419" providerId="ADAL" clId="{32A94110-88B9-4A6A-9F81-D5C158392534}" dt="2025-10-16T06:51:56.653" v="557"/>
        <pc:sldMkLst>
          <pc:docMk/>
          <pc:sldMk cId="3065016898" sldId="359"/>
        </pc:sldMkLst>
        <pc:spChg chg="mod">
          <ac:chgData name="Yuli Jiang (CSD)" userId="7c291cd4-aa97-4867-8d2d-ebf5c1c3b419" providerId="ADAL" clId="{32A94110-88B9-4A6A-9F81-D5C158392534}" dt="2025-10-16T06:51:56.653" v="557"/>
          <ac:spMkLst>
            <pc:docMk/>
            <pc:sldMk cId="3065016898" sldId="359"/>
            <ac:spMk id="3" creationId="{9F0ACB8D-7BCB-F949-937F-E7E5774D240C}"/>
          </ac:spMkLst>
        </pc:spChg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681097634" sldId="360"/>
        </pc:sldMkLst>
      </pc:sldChg>
      <pc:sldChg chg="del">
        <pc:chgData name="Yuli Jiang (CSD)" userId="7c291cd4-aa97-4867-8d2d-ebf5c1c3b419" providerId="ADAL" clId="{32A94110-88B9-4A6A-9F81-D5C158392534}" dt="2025-10-16T06:05:19.985" v="23" actId="47"/>
        <pc:sldMkLst>
          <pc:docMk/>
          <pc:sldMk cId="2472512755" sldId="363"/>
        </pc:sldMkLst>
      </pc:sldChg>
      <pc:sldChg chg="del">
        <pc:chgData name="Yuli Jiang (CSD)" userId="7c291cd4-aa97-4867-8d2d-ebf5c1c3b419" providerId="ADAL" clId="{32A94110-88B9-4A6A-9F81-D5C158392534}" dt="2025-10-16T06:12:25.531" v="57" actId="47"/>
        <pc:sldMkLst>
          <pc:docMk/>
          <pc:sldMk cId="2847907901" sldId="365"/>
        </pc:sldMkLst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3794683290" sldId="366"/>
        </pc:sldMkLst>
      </pc:sldChg>
      <pc:sldChg chg="addSp modSp del mod">
        <pc:chgData name="Yuli Jiang (CSD)" userId="7c291cd4-aa97-4867-8d2d-ebf5c1c3b419" providerId="ADAL" clId="{32A94110-88B9-4A6A-9F81-D5C158392534}" dt="2025-10-16T06:43:15.832" v="461" actId="47"/>
        <pc:sldMkLst>
          <pc:docMk/>
          <pc:sldMk cId="2961939164" sldId="367"/>
        </pc:sldMkLst>
        <pc:spChg chg="add mod">
          <ac:chgData name="Yuli Jiang (CSD)" userId="7c291cd4-aa97-4867-8d2d-ebf5c1c3b419" providerId="ADAL" clId="{32A94110-88B9-4A6A-9F81-D5C158392534}" dt="2025-10-16T06:42:43.625" v="428" actId="1076"/>
          <ac:spMkLst>
            <pc:docMk/>
            <pc:sldMk cId="2961939164" sldId="367"/>
            <ac:spMk id="5" creationId="{BF150504-0024-6D99-05D9-23F6A71B21BC}"/>
          </ac:spMkLst>
        </pc:spChg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1734480517" sldId="368"/>
        </pc:sldMkLst>
      </pc:sldChg>
      <pc:sldChg chg="addSp modSp mod ord">
        <pc:chgData name="Yuli Jiang (CSD)" userId="7c291cd4-aa97-4867-8d2d-ebf5c1c3b419" providerId="ADAL" clId="{32A94110-88B9-4A6A-9F81-D5C158392534}" dt="2025-10-16T06:49:29.978" v="505" actId="113"/>
        <pc:sldMkLst>
          <pc:docMk/>
          <pc:sldMk cId="1262312710" sldId="370"/>
        </pc:sldMkLst>
        <pc:spChg chg="mod">
          <ac:chgData name="Yuli Jiang (CSD)" userId="7c291cd4-aa97-4867-8d2d-ebf5c1c3b419" providerId="ADAL" clId="{32A94110-88B9-4A6A-9F81-D5C158392534}" dt="2025-10-16T06:49:29.978" v="505" actId="113"/>
          <ac:spMkLst>
            <pc:docMk/>
            <pc:sldMk cId="1262312710" sldId="370"/>
            <ac:spMk id="3" creationId="{627B1EE6-2EE4-2918-2520-C09BE5F20C12}"/>
          </ac:spMkLst>
        </pc:spChg>
        <pc:spChg chg="add mod">
          <ac:chgData name="Yuli Jiang (CSD)" userId="7c291cd4-aa97-4867-8d2d-ebf5c1c3b419" providerId="ADAL" clId="{32A94110-88B9-4A6A-9F81-D5C158392534}" dt="2025-10-16T06:49:03.359" v="488" actId="1076"/>
          <ac:spMkLst>
            <pc:docMk/>
            <pc:sldMk cId="1262312710" sldId="370"/>
            <ac:spMk id="6" creationId="{46BBCF76-F127-A8B2-AC11-103490976782}"/>
          </ac:spMkLst>
        </pc:spChg>
      </pc:sldChg>
      <pc:sldChg chg="del">
        <pc:chgData name="Yuli Jiang (CSD)" userId="7c291cd4-aa97-4867-8d2d-ebf5c1c3b419" providerId="ADAL" clId="{32A94110-88B9-4A6A-9F81-D5C158392534}" dt="2025-10-16T05:59:53.315" v="1" actId="47"/>
        <pc:sldMkLst>
          <pc:docMk/>
          <pc:sldMk cId="793160574" sldId="371"/>
        </pc:sldMkLst>
      </pc:sldChg>
      <pc:sldChg chg="del mod modShow">
        <pc:chgData name="Yuli Jiang (CSD)" userId="7c291cd4-aa97-4867-8d2d-ebf5c1c3b419" providerId="ADAL" clId="{32A94110-88B9-4A6A-9F81-D5C158392534}" dt="2025-10-16T06:01:16.166" v="12" actId="47"/>
        <pc:sldMkLst>
          <pc:docMk/>
          <pc:sldMk cId="3185096488" sldId="372"/>
        </pc:sldMkLst>
      </pc:sldChg>
      <pc:sldChg chg="del">
        <pc:chgData name="Yuli Jiang (CSD)" userId="7c291cd4-aa97-4867-8d2d-ebf5c1c3b419" providerId="ADAL" clId="{32A94110-88B9-4A6A-9F81-D5C158392534}" dt="2025-10-16T06:05:11.879" v="20" actId="47"/>
        <pc:sldMkLst>
          <pc:docMk/>
          <pc:sldMk cId="1700680792" sldId="373"/>
        </pc:sldMkLst>
      </pc:sldChg>
      <pc:sldChg chg="modSp add mod">
        <pc:chgData name="Yuli Jiang (CSD)" userId="7c291cd4-aa97-4867-8d2d-ebf5c1c3b419" providerId="ADAL" clId="{32A94110-88B9-4A6A-9F81-D5C158392534}" dt="2025-10-16T06:45:40.876" v="469" actId="20577"/>
        <pc:sldMkLst>
          <pc:docMk/>
          <pc:sldMk cId="3747592712" sldId="375"/>
        </pc:sldMkLst>
        <pc:spChg chg="mod">
          <ac:chgData name="Yuli Jiang (CSD)" userId="7c291cd4-aa97-4867-8d2d-ebf5c1c3b419" providerId="ADAL" clId="{32A94110-88B9-4A6A-9F81-D5C158392534}" dt="2025-10-16T06:45:40.876" v="469" actId="20577"/>
          <ac:spMkLst>
            <pc:docMk/>
            <pc:sldMk cId="3747592712" sldId="375"/>
            <ac:spMk id="4" creationId="{F9C9087E-999A-CB63-A3C6-A6B35E1AE756}"/>
          </ac:spMkLst>
        </pc:spChg>
      </pc:sldChg>
      <pc:sldChg chg="del">
        <pc:chgData name="Yuli Jiang (CSD)" userId="7c291cd4-aa97-4867-8d2d-ebf5c1c3b419" providerId="ADAL" clId="{32A94110-88B9-4A6A-9F81-D5C158392534}" dt="2025-10-16T06:44:17.576" v="462" actId="2696"/>
        <pc:sldMkLst>
          <pc:docMk/>
          <pc:sldMk cId="4104861438" sldId="375"/>
        </pc:sldMkLst>
      </pc:sldChg>
      <pc:sldChg chg="del">
        <pc:chgData name="Yuli Jiang (CSD)" userId="7c291cd4-aa97-4867-8d2d-ebf5c1c3b419" providerId="ADAL" clId="{32A94110-88B9-4A6A-9F81-D5C158392534}" dt="2025-10-16T06:40:07.364" v="380" actId="47"/>
        <pc:sldMkLst>
          <pc:docMk/>
          <pc:sldMk cId="178273453" sldId="376"/>
        </pc:sldMkLst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3835877072" sldId="377"/>
        </pc:sldMkLst>
      </pc:sldChg>
      <pc:sldChg chg="del">
        <pc:chgData name="Yuli Jiang (CSD)" userId="7c291cd4-aa97-4867-8d2d-ebf5c1c3b419" providerId="ADAL" clId="{32A94110-88B9-4A6A-9F81-D5C158392534}" dt="2025-10-16T06:05:16.805" v="22" actId="47"/>
        <pc:sldMkLst>
          <pc:docMk/>
          <pc:sldMk cId="3386806578" sldId="379"/>
        </pc:sldMkLst>
      </pc:sldChg>
      <pc:sldChg chg="addSp modSp ord">
        <pc:chgData name="Yuli Jiang (CSD)" userId="7c291cd4-aa97-4867-8d2d-ebf5c1c3b419" providerId="ADAL" clId="{32A94110-88B9-4A6A-9F81-D5C158392534}" dt="2025-10-16T06:41:58.062" v="405"/>
        <pc:sldMkLst>
          <pc:docMk/>
          <pc:sldMk cId="754176637" sldId="380"/>
        </pc:sldMkLst>
        <pc:spChg chg="add mod">
          <ac:chgData name="Yuli Jiang (CSD)" userId="7c291cd4-aa97-4867-8d2d-ebf5c1c3b419" providerId="ADAL" clId="{32A94110-88B9-4A6A-9F81-D5C158392534}" dt="2025-10-16T06:41:58.062" v="405"/>
          <ac:spMkLst>
            <pc:docMk/>
            <pc:sldMk cId="754176637" sldId="380"/>
            <ac:spMk id="7" creationId="{3F4F7DB7-EBBD-5EB2-D9E6-E68374A0FA78}"/>
          </ac:spMkLst>
        </pc:spChg>
      </pc:sldChg>
      <pc:sldChg chg="modSp mod">
        <pc:chgData name="Yuli Jiang (CSD)" userId="7c291cd4-aa97-4867-8d2d-ebf5c1c3b419" providerId="ADAL" clId="{32A94110-88B9-4A6A-9F81-D5C158392534}" dt="2025-10-16T06:51:46.766" v="555"/>
        <pc:sldMkLst>
          <pc:docMk/>
          <pc:sldMk cId="2561341120" sldId="381"/>
        </pc:sldMkLst>
        <pc:spChg chg="mod">
          <ac:chgData name="Yuli Jiang (CSD)" userId="7c291cd4-aa97-4867-8d2d-ebf5c1c3b419" providerId="ADAL" clId="{32A94110-88B9-4A6A-9F81-D5C158392534}" dt="2025-10-16T06:51:46.766" v="555"/>
          <ac:spMkLst>
            <pc:docMk/>
            <pc:sldMk cId="2561341120" sldId="381"/>
            <ac:spMk id="3" creationId="{C279F13A-C41D-E05A-1F5F-72B7AE1550C5}"/>
          </ac:spMkLst>
        </pc:spChg>
      </pc:sldChg>
      <pc:sldChg chg="modSp ord modAnim">
        <pc:chgData name="Yuli Jiang (CSD)" userId="7c291cd4-aa97-4867-8d2d-ebf5c1c3b419" providerId="ADAL" clId="{32A94110-88B9-4A6A-9F81-D5C158392534}" dt="2025-10-16T06:21:34.183" v="225" actId="13926"/>
        <pc:sldMkLst>
          <pc:docMk/>
          <pc:sldMk cId="2035351797" sldId="382"/>
        </pc:sldMkLst>
        <pc:spChg chg="mod">
          <ac:chgData name="Yuli Jiang (CSD)" userId="7c291cd4-aa97-4867-8d2d-ebf5c1c3b419" providerId="ADAL" clId="{32A94110-88B9-4A6A-9F81-D5C158392534}" dt="2025-10-16T06:21:34.183" v="225" actId="13926"/>
          <ac:spMkLst>
            <pc:docMk/>
            <pc:sldMk cId="2035351797" sldId="382"/>
            <ac:spMk id="12" creationId="{6F5A9935-BD36-27AB-8961-CADBA84178A3}"/>
          </ac:spMkLst>
        </pc:spChg>
      </pc:sldChg>
      <pc:sldChg chg="modSp mod">
        <pc:chgData name="Yuli Jiang (CSD)" userId="7c291cd4-aa97-4867-8d2d-ebf5c1c3b419" providerId="ADAL" clId="{32A94110-88B9-4A6A-9F81-D5C158392534}" dt="2025-10-16T06:55:12.596" v="592" actId="1076"/>
        <pc:sldMkLst>
          <pc:docMk/>
          <pc:sldMk cId="2252807946" sldId="383"/>
        </pc:sldMkLst>
        <pc:spChg chg="mod">
          <ac:chgData name="Yuli Jiang (CSD)" userId="7c291cd4-aa97-4867-8d2d-ebf5c1c3b419" providerId="ADAL" clId="{32A94110-88B9-4A6A-9F81-D5C158392534}" dt="2025-10-16T06:39:21.851" v="371" actId="20577"/>
          <ac:spMkLst>
            <pc:docMk/>
            <pc:sldMk cId="2252807946" sldId="383"/>
            <ac:spMk id="2" creationId="{41889B7F-9EDB-389E-6344-9FF08097F05E}"/>
          </ac:spMkLst>
        </pc:spChg>
        <pc:spChg chg="mod">
          <ac:chgData name="Yuli Jiang (CSD)" userId="7c291cd4-aa97-4867-8d2d-ebf5c1c3b419" providerId="ADAL" clId="{32A94110-88B9-4A6A-9F81-D5C158392534}" dt="2025-10-16T06:55:12.596" v="592" actId="1076"/>
          <ac:spMkLst>
            <pc:docMk/>
            <pc:sldMk cId="2252807946" sldId="383"/>
            <ac:spMk id="7" creationId="{A0A4E7C0-25CB-F09A-758B-3166B7120F5A}"/>
          </ac:spMkLst>
        </pc:spChg>
      </pc:sldChg>
      <pc:sldChg chg="modSp mod ord modShow">
        <pc:chgData name="Yuli Jiang (CSD)" userId="7c291cd4-aa97-4867-8d2d-ebf5c1c3b419" providerId="ADAL" clId="{32A94110-88B9-4A6A-9F81-D5C158392534}" dt="2025-10-16T06:52:49.825" v="558" actId="729"/>
        <pc:sldMkLst>
          <pc:docMk/>
          <pc:sldMk cId="1535508701" sldId="384"/>
        </pc:sldMkLst>
        <pc:spChg chg="mod">
          <ac:chgData name="Yuli Jiang (CSD)" userId="7c291cd4-aa97-4867-8d2d-ebf5c1c3b419" providerId="ADAL" clId="{32A94110-88B9-4A6A-9F81-D5C158392534}" dt="2025-10-16T06:32:07.842" v="295" actId="27636"/>
          <ac:spMkLst>
            <pc:docMk/>
            <pc:sldMk cId="1535508701" sldId="384"/>
            <ac:spMk id="3" creationId="{27CC7A27-1D8E-7F0A-54D9-F087408E75D1}"/>
          </ac:spMkLst>
        </pc:spChg>
        <pc:spChg chg="mod">
          <ac:chgData name="Yuli Jiang (CSD)" userId="7c291cd4-aa97-4867-8d2d-ebf5c1c3b419" providerId="ADAL" clId="{32A94110-88B9-4A6A-9F81-D5C158392534}" dt="2025-10-16T06:46:32.733" v="480" actId="20577"/>
          <ac:spMkLst>
            <pc:docMk/>
            <pc:sldMk cId="1535508701" sldId="384"/>
            <ac:spMk id="5" creationId="{13F94840-55F1-37CA-F480-34BDE72460EF}"/>
          </ac:spMkLst>
        </pc:spChg>
        <pc:spChg chg="mod">
          <ac:chgData name="Yuli Jiang (CSD)" userId="7c291cd4-aa97-4867-8d2d-ebf5c1c3b419" providerId="ADAL" clId="{32A94110-88B9-4A6A-9F81-D5C158392534}" dt="2025-10-16T06:37:59.306" v="363" actId="14100"/>
          <ac:spMkLst>
            <pc:docMk/>
            <pc:sldMk cId="1535508701" sldId="384"/>
            <ac:spMk id="6" creationId="{3C4D4EE7-2E17-A332-171F-8544BE5CBBAD}"/>
          </ac:spMkLst>
        </pc:spChg>
        <pc:picChg chg="mod">
          <ac:chgData name="Yuli Jiang (CSD)" userId="7c291cd4-aa97-4867-8d2d-ebf5c1c3b419" providerId="ADAL" clId="{32A94110-88B9-4A6A-9F81-D5C158392534}" dt="2025-10-16T06:32:04.720" v="293" actId="1076"/>
          <ac:picMkLst>
            <pc:docMk/>
            <pc:sldMk cId="1535508701" sldId="384"/>
            <ac:picMk id="1026" creationId="{1E3C61F2-6265-865A-21D6-3624B544445F}"/>
          </ac:picMkLst>
        </pc:picChg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4147839173" sldId="385"/>
        </pc:sldMkLst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4034431611" sldId="387"/>
        </pc:sldMkLst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3042661704" sldId="388"/>
        </pc:sldMkLst>
      </pc:sldChg>
      <pc:sldChg chg="addSp modSp">
        <pc:chgData name="Yuli Jiang (CSD)" userId="7c291cd4-aa97-4867-8d2d-ebf5c1c3b419" providerId="ADAL" clId="{32A94110-88B9-4A6A-9F81-D5C158392534}" dt="2025-10-16T06:41:56.224" v="404"/>
        <pc:sldMkLst>
          <pc:docMk/>
          <pc:sldMk cId="2646602583" sldId="389"/>
        </pc:sldMkLst>
        <pc:spChg chg="add mod">
          <ac:chgData name="Yuli Jiang (CSD)" userId="7c291cd4-aa97-4867-8d2d-ebf5c1c3b419" providerId="ADAL" clId="{32A94110-88B9-4A6A-9F81-D5C158392534}" dt="2025-10-16T06:41:56.224" v="404"/>
          <ac:spMkLst>
            <pc:docMk/>
            <pc:sldMk cId="2646602583" sldId="389"/>
            <ac:spMk id="3" creationId="{317C8F95-6827-DC21-C25A-9F47F516F258}"/>
          </ac:spMkLst>
        </pc:spChg>
      </pc:sldChg>
      <pc:sldChg chg="del">
        <pc:chgData name="Yuli Jiang (CSD)" userId="7c291cd4-aa97-4867-8d2d-ebf5c1c3b419" providerId="ADAL" clId="{32A94110-88B9-4A6A-9F81-D5C158392534}" dt="2025-10-16T06:05:10.203" v="19" actId="47"/>
        <pc:sldMkLst>
          <pc:docMk/>
          <pc:sldMk cId="1668335403" sldId="390"/>
        </pc:sldMkLst>
      </pc:sldChg>
      <pc:sldChg chg="modSp add mod">
        <pc:chgData name="Yuli Jiang (CSD)" userId="7c291cd4-aa97-4867-8d2d-ebf5c1c3b419" providerId="ADAL" clId="{32A94110-88B9-4A6A-9F81-D5C158392534}" dt="2025-10-16T06:46:45.659" v="484" actId="20577"/>
        <pc:sldMkLst>
          <pc:docMk/>
          <pc:sldMk cId="436174606" sldId="391"/>
        </pc:sldMkLst>
        <pc:spChg chg="mod">
          <ac:chgData name="Yuli Jiang (CSD)" userId="7c291cd4-aa97-4867-8d2d-ebf5c1c3b419" providerId="ADAL" clId="{32A94110-88B9-4A6A-9F81-D5C158392534}" dt="2025-10-16T06:46:45.659" v="484" actId="20577"/>
          <ac:spMkLst>
            <pc:docMk/>
            <pc:sldMk cId="436174606" sldId="391"/>
            <ac:spMk id="2" creationId="{604F8750-1F36-523D-D0D1-65131438BBEE}"/>
          </ac:spMkLst>
        </pc:spChg>
      </pc:sldChg>
      <pc:sldChg chg="del">
        <pc:chgData name="Yuli Jiang (CSD)" userId="7c291cd4-aa97-4867-8d2d-ebf5c1c3b419" providerId="ADAL" clId="{32A94110-88B9-4A6A-9F81-D5C158392534}" dt="2025-10-16T06:45:08.382" v="464" actId="2696"/>
        <pc:sldMkLst>
          <pc:docMk/>
          <pc:sldMk cId="3911849202" sldId="391"/>
        </pc:sldMkLst>
      </pc:sldChg>
      <pc:sldChg chg="modSp del mod">
        <pc:chgData name="Yuli Jiang (CSD)" userId="7c291cd4-aa97-4867-8d2d-ebf5c1c3b419" providerId="ADAL" clId="{32A94110-88B9-4A6A-9F81-D5C158392534}" dt="2025-10-16T06:44:17.576" v="462" actId="2696"/>
        <pc:sldMkLst>
          <pc:docMk/>
          <pc:sldMk cId="2563551144" sldId="392"/>
        </pc:sldMkLst>
        <pc:spChg chg="mod">
          <ac:chgData name="Yuli Jiang (CSD)" userId="7c291cd4-aa97-4867-8d2d-ebf5c1c3b419" providerId="ADAL" clId="{32A94110-88B9-4A6A-9F81-D5C158392534}" dt="2025-10-16T06:39:27.879" v="372" actId="20577"/>
          <ac:spMkLst>
            <pc:docMk/>
            <pc:sldMk cId="2563551144" sldId="392"/>
            <ac:spMk id="4" creationId="{D41010D1-95C7-7F4A-1DDF-2F104E0BDE48}"/>
          </ac:spMkLst>
        </pc:spChg>
        <pc:spChg chg="mod">
          <ac:chgData name="Yuli Jiang (CSD)" userId="7c291cd4-aa97-4867-8d2d-ebf5c1c3b419" providerId="ADAL" clId="{32A94110-88B9-4A6A-9F81-D5C158392534}" dt="2025-10-16T06:28:48.293" v="267" actId="13926"/>
          <ac:spMkLst>
            <pc:docMk/>
            <pc:sldMk cId="2563551144" sldId="392"/>
            <ac:spMk id="10" creationId="{9819652E-EE74-3F87-64E2-DE1BA700AB0C}"/>
          </ac:spMkLst>
        </pc:spChg>
      </pc:sldChg>
      <pc:sldChg chg="modSp add mod">
        <pc:chgData name="Yuli Jiang (CSD)" userId="7c291cd4-aa97-4867-8d2d-ebf5c1c3b419" providerId="ADAL" clId="{32A94110-88B9-4A6A-9F81-D5C158392534}" dt="2025-10-16T06:45:46.916" v="472" actId="20577"/>
        <pc:sldMkLst>
          <pc:docMk/>
          <pc:sldMk cId="2855227252" sldId="392"/>
        </pc:sldMkLst>
        <pc:spChg chg="mod">
          <ac:chgData name="Yuli Jiang (CSD)" userId="7c291cd4-aa97-4867-8d2d-ebf5c1c3b419" providerId="ADAL" clId="{32A94110-88B9-4A6A-9F81-D5C158392534}" dt="2025-10-16T06:45:46.916" v="472" actId="20577"/>
          <ac:spMkLst>
            <pc:docMk/>
            <pc:sldMk cId="2855227252" sldId="392"/>
            <ac:spMk id="4" creationId="{D41010D1-95C7-7F4A-1DDF-2F104E0BDE48}"/>
          </ac:spMkLst>
        </pc:spChg>
      </pc:sldChg>
      <pc:sldChg chg="del">
        <pc:chgData name="Yuli Jiang (CSD)" userId="7c291cd4-aa97-4867-8d2d-ebf5c1c3b419" providerId="ADAL" clId="{32A94110-88B9-4A6A-9F81-D5C158392534}" dt="2025-10-16T06:40:24.319" v="382" actId="47"/>
        <pc:sldMkLst>
          <pc:docMk/>
          <pc:sldMk cId="264361994" sldId="393"/>
        </pc:sldMkLst>
      </pc:sldChg>
      <pc:sldChg chg="modSp mod">
        <pc:chgData name="Yuli Jiang (CSD)" userId="7c291cd4-aa97-4867-8d2d-ebf5c1c3b419" providerId="ADAL" clId="{32A94110-88B9-4A6A-9F81-D5C158392534}" dt="2025-10-16T06:43:08.090" v="460" actId="6549"/>
        <pc:sldMkLst>
          <pc:docMk/>
          <pc:sldMk cId="3633642799" sldId="394"/>
        </pc:sldMkLst>
        <pc:spChg chg="mod">
          <ac:chgData name="Yuli Jiang (CSD)" userId="7c291cd4-aa97-4867-8d2d-ebf5c1c3b419" providerId="ADAL" clId="{32A94110-88B9-4A6A-9F81-D5C158392534}" dt="2025-10-16T06:17:19.266" v="137" actId="20577"/>
          <ac:spMkLst>
            <pc:docMk/>
            <pc:sldMk cId="3633642799" sldId="394"/>
            <ac:spMk id="2" creationId="{155ED26D-B137-6638-D45A-29810E4DE421}"/>
          </ac:spMkLst>
        </pc:spChg>
        <pc:spChg chg="mod">
          <ac:chgData name="Yuli Jiang (CSD)" userId="7c291cd4-aa97-4867-8d2d-ebf5c1c3b419" providerId="ADAL" clId="{32A94110-88B9-4A6A-9F81-D5C158392534}" dt="2025-10-16T06:43:08.090" v="460" actId="6549"/>
          <ac:spMkLst>
            <pc:docMk/>
            <pc:sldMk cId="3633642799" sldId="394"/>
            <ac:spMk id="3" creationId="{6C8DF6C7-15B4-35DD-1606-A6125092D9BD}"/>
          </ac:spMkLst>
        </pc:spChg>
        <pc:spChg chg="mod">
          <ac:chgData name="Yuli Jiang (CSD)" userId="7c291cd4-aa97-4867-8d2d-ebf5c1c3b419" providerId="ADAL" clId="{32A94110-88B9-4A6A-9F81-D5C158392534}" dt="2025-10-16T06:18:07.285" v="183" actId="1076"/>
          <ac:spMkLst>
            <pc:docMk/>
            <pc:sldMk cId="3633642799" sldId="394"/>
            <ac:spMk id="9" creationId="{2BF0EB0A-65CE-1DD5-B1D4-7EF3DD812569}"/>
          </ac:spMkLst>
        </pc:spChg>
        <pc:spChg chg="mod">
          <ac:chgData name="Yuli Jiang (CSD)" userId="7c291cd4-aa97-4867-8d2d-ebf5c1c3b419" providerId="ADAL" clId="{32A94110-88B9-4A6A-9F81-D5C158392534}" dt="2025-10-16T06:18:07.285" v="183" actId="1076"/>
          <ac:spMkLst>
            <pc:docMk/>
            <pc:sldMk cId="3633642799" sldId="394"/>
            <ac:spMk id="10" creationId="{6B3702C7-0A01-DA8D-06CF-429C5EA5042F}"/>
          </ac:spMkLst>
        </pc:spChg>
        <pc:spChg chg="mod">
          <ac:chgData name="Yuli Jiang (CSD)" userId="7c291cd4-aa97-4867-8d2d-ebf5c1c3b419" providerId="ADAL" clId="{32A94110-88B9-4A6A-9F81-D5C158392534}" dt="2025-10-16T06:18:07.285" v="183" actId="1076"/>
          <ac:spMkLst>
            <pc:docMk/>
            <pc:sldMk cId="3633642799" sldId="394"/>
            <ac:spMk id="11" creationId="{E067A4CB-ED89-85BA-9964-D2CFCD5F2F8D}"/>
          </ac:spMkLst>
        </pc:spChg>
        <pc:spChg chg="mod">
          <ac:chgData name="Yuli Jiang (CSD)" userId="7c291cd4-aa97-4867-8d2d-ebf5c1c3b419" providerId="ADAL" clId="{32A94110-88B9-4A6A-9F81-D5C158392534}" dt="2025-10-16T06:18:07.285" v="183" actId="1076"/>
          <ac:spMkLst>
            <pc:docMk/>
            <pc:sldMk cId="3633642799" sldId="394"/>
            <ac:spMk id="12" creationId="{52998860-78A4-52CC-ACFD-9884D4445FDB}"/>
          </ac:spMkLst>
        </pc:spChg>
        <pc:spChg chg="mod">
          <ac:chgData name="Yuli Jiang (CSD)" userId="7c291cd4-aa97-4867-8d2d-ebf5c1c3b419" providerId="ADAL" clId="{32A94110-88B9-4A6A-9F81-D5C158392534}" dt="2025-10-16T06:18:07.285" v="183" actId="1076"/>
          <ac:spMkLst>
            <pc:docMk/>
            <pc:sldMk cId="3633642799" sldId="394"/>
            <ac:spMk id="14" creationId="{EFBCB847-0A81-B466-916C-1D3EF47CFA1B}"/>
          </ac:spMkLst>
        </pc:spChg>
        <pc:spChg chg="mod">
          <ac:chgData name="Yuli Jiang (CSD)" userId="7c291cd4-aa97-4867-8d2d-ebf5c1c3b419" providerId="ADAL" clId="{32A94110-88B9-4A6A-9F81-D5C158392534}" dt="2025-10-16T06:18:11.455" v="184" actId="1076"/>
          <ac:spMkLst>
            <pc:docMk/>
            <pc:sldMk cId="3633642799" sldId="394"/>
            <ac:spMk id="16" creationId="{F9DBABB3-6ED0-7424-4C93-F0D338F62AD4}"/>
          </ac:spMkLst>
        </pc:spChg>
      </pc:sldChg>
      <pc:sldChg chg="del ord">
        <pc:chgData name="Yuli Jiang (CSD)" userId="7c291cd4-aa97-4867-8d2d-ebf5c1c3b419" providerId="ADAL" clId="{32A94110-88B9-4A6A-9F81-D5C158392534}" dt="2025-10-16T06:01:44.321" v="15" actId="47"/>
        <pc:sldMkLst>
          <pc:docMk/>
          <pc:sldMk cId="1931650823" sldId="395"/>
        </pc:sldMkLst>
      </pc:sldChg>
      <pc:sldChg chg="modSp add mod">
        <pc:chgData name="Yuli Jiang (CSD)" userId="7c291cd4-aa97-4867-8d2d-ebf5c1c3b419" providerId="ADAL" clId="{32A94110-88B9-4A6A-9F81-D5C158392534}" dt="2025-10-16T07:00:31.074" v="640" actId="13926"/>
        <pc:sldMkLst>
          <pc:docMk/>
          <pc:sldMk cId="3189538441" sldId="395"/>
        </pc:sldMkLst>
        <pc:spChg chg="mod">
          <ac:chgData name="Yuli Jiang (CSD)" userId="7c291cd4-aa97-4867-8d2d-ebf5c1c3b419" providerId="ADAL" clId="{32A94110-88B9-4A6A-9F81-D5C158392534}" dt="2025-10-16T06:56:31.752" v="596" actId="20577"/>
          <ac:spMkLst>
            <pc:docMk/>
            <pc:sldMk cId="3189538441" sldId="395"/>
            <ac:spMk id="2" creationId="{56C7CDF7-E300-1334-8869-97657C9949D2}"/>
          </ac:spMkLst>
        </pc:spChg>
        <pc:spChg chg="mod">
          <ac:chgData name="Yuli Jiang (CSD)" userId="7c291cd4-aa97-4867-8d2d-ebf5c1c3b419" providerId="ADAL" clId="{32A94110-88B9-4A6A-9F81-D5C158392534}" dt="2025-10-16T07:00:31.074" v="640" actId="13926"/>
          <ac:spMkLst>
            <pc:docMk/>
            <pc:sldMk cId="3189538441" sldId="395"/>
            <ac:spMk id="6" creationId="{FAEDB0DB-5FA3-501C-6047-3D084005AAF8}"/>
          </ac:spMkLst>
        </pc:spChg>
        <pc:spChg chg="mod">
          <ac:chgData name="Yuli Jiang (CSD)" userId="7c291cd4-aa97-4867-8d2d-ebf5c1c3b419" providerId="ADAL" clId="{32A94110-88B9-4A6A-9F81-D5C158392534}" dt="2025-10-16T06:59:22.787" v="634" actId="13822"/>
          <ac:spMkLst>
            <pc:docMk/>
            <pc:sldMk cId="3189538441" sldId="395"/>
            <ac:spMk id="8" creationId="{1214CA3B-8669-A3F3-4113-0374698671E9}"/>
          </ac:spMkLst>
        </pc:spChg>
      </pc:sldChg>
      <pc:sldChg chg="modSp add del mod modShow">
        <pc:chgData name="Yuli Jiang (CSD)" userId="7c291cd4-aa97-4867-8d2d-ebf5c1c3b419" providerId="ADAL" clId="{32A94110-88B9-4A6A-9F81-D5C158392534}" dt="2025-10-16T06:56:59.553" v="600" actId="2696"/>
        <pc:sldMkLst>
          <pc:docMk/>
          <pc:sldMk cId="925029094" sldId="396"/>
        </pc:sldMkLst>
        <pc:spChg chg="mod">
          <ac:chgData name="Yuli Jiang (CSD)" userId="7c291cd4-aa97-4867-8d2d-ebf5c1c3b419" providerId="ADAL" clId="{32A94110-88B9-4A6A-9F81-D5C158392534}" dt="2025-10-16T06:56:29.423" v="595" actId="20577"/>
          <ac:spMkLst>
            <pc:docMk/>
            <pc:sldMk cId="925029094" sldId="396"/>
            <ac:spMk id="2" creationId="{D30AE549-7059-32F0-200B-EAC4C1FD82B7}"/>
          </ac:spMkLst>
        </pc:spChg>
      </pc:sldChg>
      <pc:sldChg chg="modSp add mod modShow">
        <pc:chgData name="Yuli Jiang (CSD)" userId="7c291cd4-aa97-4867-8d2d-ebf5c1c3b419" providerId="ADAL" clId="{32A94110-88B9-4A6A-9F81-D5C158392534}" dt="2025-10-16T06:58:45.683" v="619" actId="729"/>
        <pc:sldMkLst>
          <pc:docMk/>
          <pc:sldMk cId="3869486352" sldId="396"/>
        </pc:sldMkLst>
        <pc:spChg chg="mod">
          <ac:chgData name="Yuli Jiang (CSD)" userId="7c291cd4-aa97-4867-8d2d-ebf5c1c3b419" providerId="ADAL" clId="{32A94110-88B9-4A6A-9F81-D5C158392534}" dt="2025-10-16T06:57:37.198" v="606" actId="20577"/>
          <ac:spMkLst>
            <pc:docMk/>
            <pc:sldMk cId="3869486352" sldId="396"/>
            <ac:spMk id="2" creationId="{92BA95DD-00C2-76FE-2A96-ACF546BB05CD}"/>
          </ac:spMkLst>
        </pc:spChg>
        <pc:spChg chg="mod">
          <ac:chgData name="Yuli Jiang (CSD)" userId="7c291cd4-aa97-4867-8d2d-ebf5c1c3b419" providerId="ADAL" clId="{32A94110-88B9-4A6A-9F81-D5C158392534}" dt="2025-10-16T06:57:54.828" v="608" actId="13926"/>
          <ac:spMkLst>
            <pc:docMk/>
            <pc:sldMk cId="3869486352" sldId="396"/>
            <ac:spMk id="6" creationId="{FF3BA45B-D62B-D619-ABC3-AAFF31C19BE0}"/>
          </ac:spMkLst>
        </pc:spChg>
        <pc:spChg chg="mod">
          <ac:chgData name="Yuli Jiang (CSD)" userId="7c291cd4-aa97-4867-8d2d-ebf5c1c3b419" providerId="ADAL" clId="{32A94110-88B9-4A6A-9F81-D5C158392534}" dt="2025-10-16T06:57:49.876" v="607" actId="1076"/>
          <ac:spMkLst>
            <pc:docMk/>
            <pc:sldMk cId="3869486352" sldId="396"/>
            <ac:spMk id="8" creationId="{A52933FD-BF8F-1EB5-9D41-C5DFCFDA6B27}"/>
          </ac:spMkLst>
        </pc:spChg>
        <pc:spChg chg="mod">
          <ac:chgData name="Yuli Jiang (CSD)" userId="7c291cd4-aa97-4867-8d2d-ebf5c1c3b419" providerId="ADAL" clId="{32A94110-88B9-4A6A-9F81-D5C158392534}" dt="2025-10-16T06:58:29.438" v="618" actId="20577"/>
          <ac:spMkLst>
            <pc:docMk/>
            <pc:sldMk cId="3869486352" sldId="396"/>
            <ac:spMk id="10" creationId="{215C65A1-9DAE-4148-13C1-7EA5E3CEE723}"/>
          </ac:spMkLst>
        </pc:spChg>
      </pc:sldChg>
    </pc:docChg>
  </pc:docChgLst>
  <pc:docChgLst>
    <pc:chgData name="William Hui (IEG)" userId="S::kyhui@cuhk.edu.hk::07728535-8fdc-4325-b24f-20cc4d58a3a3" providerId="AD" clId="Web-{783E9276-7FBB-642D-8921-EAC91788C987}"/>
    <pc:docChg chg="addSld delSld modSld">
      <pc:chgData name="William Hui (IEG)" userId="S::kyhui@cuhk.edu.hk::07728535-8fdc-4325-b24f-20cc4d58a3a3" providerId="AD" clId="Web-{783E9276-7FBB-642D-8921-EAC91788C987}" dt="2019-08-24T11:25:08.103" v="122" actId="20577"/>
      <pc:docMkLst>
        <pc:docMk/>
      </pc:docMkLst>
      <pc:sldChg chg="modSp">
        <pc:chgData name="William Hui (IEG)" userId="S::kyhui@cuhk.edu.hk::07728535-8fdc-4325-b24f-20cc4d58a3a3" providerId="AD" clId="Web-{783E9276-7FBB-642D-8921-EAC91788C987}" dt="2019-08-24T11:25:03.728" v="118" actId="20577"/>
        <pc:sldMkLst>
          <pc:docMk/>
          <pc:sldMk cId="2389990707" sldId="268"/>
        </pc:sldMkLst>
      </pc:sldChg>
      <pc:sldChg chg="modSp">
        <pc:chgData name="William Hui (IEG)" userId="S::kyhui@cuhk.edu.hk::07728535-8fdc-4325-b24f-20cc4d58a3a3" providerId="AD" clId="Web-{783E9276-7FBB-642D-8921-EAC91788C987}" dt="2019-08-24T11:24:04.447" v="10" actId="20577"/>
        <pc:sldMkLst>
          <pc:docMk/>
          <pc:sldMk cId="1971017547" sldId="334"/>
        </pc:sldMkLst>
      </pc:sldChg>
    </pc:docChg>
  </pc:docChgLst>
  <pc:docChgLst>
    <pc:chgData name="William Hui (IEG)" userId="S::kyhui@cuhk.edu.hk::07728535-8fdc-4325-b24f-20cc4d58a3a3" providerId="AD" clId="Web-{D418A6A0-382F-0D02-BDEC-943C2D78C899}"/>
    <pc:docChg chg="addSld delSld modSld sldOrd">
      <pc:chgData name="William Hui (IEG)" userId="S::kyhui@cuhk.edu.hk::07728535-8fdc-4325-b24f-20cc4d58a3a3" providerId="AD" clId="Web-{D418A6A0-382F-0D02-BDEC-943C2D78C899}" dt="2019-09-21T13:30:11.138" v="1182" actId="20577"/>
      <pc:docMkLst>
        <pc:docMk/>
      </pc:docMkLst>
      <pc:sldChg chg="modSp">
        <pc:chgData name="William Hui (IEG)" userId="S::kyhui@cuhk.edu.hk::07728535-8fdc-4325-b24f-20cc4d58a3a3" providerId="AD" clId="Web-{D418A6A0-382F-0D02-BDEC-943C2D78C899}" dt="2019-09-21T13:29:23.965" v="1098" actId="20577"/>
        <pc:sldMkLst>
          <pc:docMk/>
          <pc:sldMk cId="613261591" sldId="344"/>
        </pc:sldMkLst>
      </pc:sldChg>
      <pc:sldChg chg="addSp modSp add ord replId">
        <pc:chgData name="William Hui (IEG)" userId="S::kyhui@cuhk.edu.hk::07728535-8fdc-4325-b24f-20cc4d58a3a3" providerId="AD" clId="Web-{D418A6A0-382F-0D02-BDEC-943C2D78C899}" dt="2019-09-21T13:24:14.690" v="717" actId="20577"/>
        <pc:sldMkLst>
          <pc:docMk/>
          <pc:sldMk cId="1034927969" sldId="351"/>
        </pc:sldMkLst>
      </pc:sldChg>
      <pc:sldChg chg="modSp new">
        <pc:chgData name="William Hui (IEG)" userId="S::kyhui@cuhk.edu.hk::07728535-8fdc-4325-b24f-20cc4d58a3a3" providerId="AD" clId="Web-{D418A6A0-382F-0D02-BDEC-943C2D78C899}" dt="2019-09-21T13:24:17.768" v="720" actId="20577"/>
        <pc:sldMkLst>
          <pc:docMk/>
          <pc:sldMk cId="3135408265" sldId="352"/>
        </pc:sldMkLst>
      </pc:sldChg>
      <pc:sldChg chg="modSp add">
        <pc:chgData name="William Hui (IEG)" userId="S::kyhui@cuhk.edu.hk::07728535-8fdc-4325-b24f-20cc4d58a3a3" providerId="AD" clId="Web-{D418A6A0-382F-0D02-BDEC-943C2D78C899}" dt="2019-09-21T13:13:36.858" v="479" actId="14100"/>
        <pc:sldMkLst>
          <pc:docMk/>
          <pc:sldMk cId="965270603" sldId="353"/>
        </pc:sldMkLst>
      </pc:sldChg>
      <pc:sldChg chg="modSp add">
        <pc:chgData name="William Hui (IEG)" userId="S::kyhui@cuhk.edu.hk::07728535-8fdc-4325-b24f-20cc4d58a3a3" providerId="AD" clId="Web-{D418A6A0-382F-0D02-BDEC-943C2D78C899}" dt="2019-09-21T13:24:23.206" v="726" actId="20577"/>
        <pc:sldMkLst>
          <pc:docMk/>
          <pc:sldMk cId="3295559441" sldId="354"/>
        </pc:sldMkLst>
      </pc:sldChg>
      <pc:sldChg chg="addSp modSp add">
        <pc:chgData name="William Hui (IEG)" userId="S::kyhui@cuhk.edu.hk::07728535-8fdc-4325-b24f-20cc4d58a3a3" providerId="AD" clId="Web-{D418A6A0-382F-0D02-BDEC-943C2D78C899}" dt="2019-09-21T13:24:22.753" v="723" actId="20577"/>
        <pc:sldMkLst>
          <pc:docMk/>
          <pc:sldMk cId="591816102" sldId="355"/>
        </pc:sldMkLst>
      </pc:sldChg>
      <pc:sldChg chg="modSp add">
        <pc:chgData name="William Hui (IEG)" userId="S::kyhui@cuhk.edu.hk::07728535-8fdc-4325-b24f-20cc4d58a3a3" providerId="AD" clId="Web-{D418A6A0-382F-0D02-BDEC-943C2D78C899}" dt="2019-09-21T13:25:28.348" v="733" actId="20577"/>
        <pc:sldMkLst>
          <pc:docMk/>
          <pc:sldMk cId="3679510911" sldId="356"/>
        </pc:sldMkLst>
      </pc:sldChg>
      <pc:sldChg chg="modSp add">
        <pc:chgData name="William Hui (IEG)" userId="S::kyhui@cuhk.edu.hk::07728535-8fdc-4325-b24f-20cc4d58a3a3" providerId="AD" clId="Web-{D418A6A0-382F-0D02-BDEC-943C2D78C899}" dt="2019-09-21T13:25:10.629" v="731" actId="20577"/>
        <pc:sldMkLst>
          <pc:docMk/>
          <pc:sldMk cId="1741911581" sldId="357"/>
        </pc:sldMkLst>
      </pc:sldChg>
      <pc:sldChg chg="modSp new ord">
        <pc:chgData name="William Hui (IEG)" userId="S::kyhui@cuhk.edu.hk::07728535-8fdc-4325-b24f-20cc4d58a3a3" providerId="AD" clId="Web-{D418A6A0-382F-0D02-BDEC-943C2D78C899}" dt="2019-09-21T13:30:11.138" v="1181" actId="20577"/>
        <pc:sldMkLst>
          <pc:docMk/>
          <pc:sldMk cId="2472890935" sldId="358"/>
        </pc:sldMkLst>
      </pc:sldChg>
    </pc:docChg>
  </pc:docChgLst>
  <pc:docChgLst>
    <pc:chgData name="William Hui (IEG)" userId="S::kyhui@cuhk.edu.hk::07728535-8fdc-4325-b24f-20cc4d58a3a3" providerId="AD" clId="Web-{D1595F0A-D1F8-1698-F3C8-DE6AD52AED83}"/>
    <pc:docChg chg="delSld modSld">
      <pc:chgData name="William Hui (IEG)" userId="S::kyhui@cuhk.edu.hk::07728535-8fdc-4325-b24f-20cc4d58a3a3" providerId="AD" clId="Web-{D1595F0A-D1F8-1698-F3C8-DE6AD52AED83}" dt="2019-09-20T07:15:01.683" v="383" actId="20577"/>
      <pc:docMkLst>
        <pc:docMk/>
      </pc:docMkLst>
      <pc:sldChg chg="modSp">
        <pc:chgData name="William Hui (IEG)" userId="S::kyhui@cuhk.edu.hk::07728535-8fdc-4325-b24f-20cc4d58a3a3" providerId="AD" clId="Web-{D1595F0A-D1F8-1698-F3C8-DE6AD52AED83}" dt="2019-09-20T07:11:35.557" v="380" actId="20577"/>
        <pc:sldMkLst>
          <pc:docMk/>
          <pc:sldMk cId="2389990707" sldId="268"/>
        </pc:sldMkLst>
      </pc:sldChg>
      <pc:sldChg chg="modSp">
        <pc:chgData name="William Hui (IEG)" userId="S::kyhui@cuhk.edu.hk::07728535-8fdc-4325-b24f-20cc4d58a3a3" providerId="AD" clId="Web-{D1595F0A-D1F8-1698-F3C8-DE6AD52AED83}" dt="2019-09-20T06:53:41.539" v="0" actId="20577"/>
        <pc:sldMkLst>
          <pc:docMk/>
          <pc:sldMk cId="1971017547" sldId="334"/>
        </pc:sldMkLst>
      </pc:sldChg>
    </pc:docChg>
  </pc:docChgLst>
  <pc:docChgLst>
    <pc:chgData name="Yuli Jiang (CSD)" userId="7c291cd4-aa97-4867-8d2d-ebf5c1c3b419" providerId="ADAL" clId="{421F2DBC-CE5F-4EE8-A8C5-A8C897D9546C}"/>
    <pc:docChg chg="undo custSel modSld">
      <pc:chgData name="Yuli Jiang (CSD)" userId="7c291cd4-aa97-4867-8d2d-ebf5c1c3b419" providerId="ADAL" clId="{421F2DBC-CE5F-4EE8-A8C5-A8C897D9546C}" dt="2024-04-24T15:09:07.716" v="9"/>
      <pc:docMkLst>
        <pc:docMk/>
      </pc:docMkLst>
      <pc:sldChg chg="addSp modSp mod">
        <pc:chgData name="Yuli Jiang (CSD)" userId="7c291cd4-aa97-4867-8d2d-ebf5c1c3b419" providerId="ADAL" clId="{421F2DBC-CE5F-4EE8-A8C5-A8C897D9546C}" dt="2024-04-24T15:09:07.716" v="9"/>
        <pc:sldMkLst>
          <pc:docMk/>
          <pc:sldMk cId="591816102" sldId="355"/>
        </pc:sldMkLst>
      </pc:sldChg>
    </pc:docChg>
  </pc:docChgLst>
  <pc:docChgLst>
    <pc:chgData name="Chuck jee Chau (CSD)" userId="7aa7a09e-983f-4214-9e5a-071cbb678e81" providerId="ADAL" clId="{DBF23BF8-0118-864B-BF41-A3F5A498FE4D}"/>
    <pc:docChg chg="custSel">
      <pc:chgData name="Chuck jee Chau (CSD)" userId="7aa7a09e-983f-4214-9e5a-071cbb678e81" providerId="ADAL" clId="{DBF23BF8-0118-864B-BF41-A3F5A498FE4D}" dt="2019-10-11T02:20:20.495" v="8" actId="1592"/>
      <pc:docMkLst>
        <pc:docMk/>
      </pc:docMkLst>
      <pc:sldChg chg="delCm">
        <pc:chgData name="Chuck jee Chau (CSD)" userId="7aa7a09e-983f-4214-9e5a-071cbb678e81" providerId="ADAL" clId="{DBF23BF8-0118-864B-BF41-A3F5A498FE4D}" dt="2019-10-11T02:20:20.484" v="2" actId="1592"/>
        <pc:sldMkLst>
          <pc:docMk/>
          <pc:sldMk cId="1800300312" sldId="314"/>
        </pc:sldMkLst>
      </pc:sldChg>
      <pc:sldChg chg="delCm">
        <pc:chgData name="Chuck jee Chau (CSD)" userId="7aa7a09e-983f-4214-9e5a-071cbb678e81" providerId="ADAL" clId="{DBF23BF8-0118-864B-BF41-A3F5A498FE4D}" dt="2019-10-11T02:20:20.485" v="3" actId="1592"/>
        <pc:sldMkLst>
          <pc:docMk/>
          <pc:sldMk cId="1011948799" sldId="346"/>
        </pc:sldMkLst>
      </pc:sldChg>
      <pc:sldChg chg="delCm">
        <pc:chgData name="Chuck jee Chau (CSD)" userId="7aa7a09e-983f-4214-9e5a-071cbb678e81" providerId="ADAL" clId="{DBF23BF8-0118-864B-BF41-A3F5A498FE4D}" dt="2019-10-11T02:20:20.486" v="4" actId="1592"/>
        <pc:sldMkLst>
          <pc:docMk/>
          <pc:sldMk cId="1034927969" sldId="351"/>
        </pc:sldMkLst>
      </pc:sldChg>
      <pc:sldChg chg="delCm">
        <pc:chgData name="Chuck jee Chau (CSD)" userId="7aa7a09e-983f-4214-9e5a-071cbb678e81" providerId="ADAL" clId="{DBF23BF8-0118-864B-BF41-A3F5A498FE4D}" dt="2019-10-11T02:20:20.489" v="6" actId="1592"/>
        <pc:sldMkLst>
          <pc:docMk/>
          <pc:sldMk cId="3135408265" sldId="352"/>
        </pc:sldMkLst>
      </pc:sldChg>
      <pc:sldChg chg="delCm">
        <pc:chgData name="Chuck jee Chau (CSD)" userId="7aa7a09e-983f-4214-9e5a-071cbb678e81" providerId="ADAL" clId="{DBF23BF8-0118-864B-BF41-A3F5A498FE4D}" dt="2019-10-11T02:20:20.495" v="8" actId="1592"/>
        <pc:sldMkLst>
          <pc:docMk/>
          <pc:sldMk cId="591816102" sldId="355"/>
        </pc:sldMkLst>
      </pc:sldChg>
      <pc:sldChg chg="delCm">
        <pc:chgData name="Chuck jee Chau (CSD)" userId="7aa7a09e-983f-4214-9e5a-071cbb678e81" providerId="ADAL" clId="{DBF23BF8-0118-864B-BF41-A3F5A498FE4D}" dt="2019-10-11T02:20:20.480" v="0" actId="1592"/>
        <pc:sldMkLst>
          <pc:docMk/>
          <pc:sldMk cId="3114149895" sldId="362"/>
        </pc:sldMkLst>
      </pc:sldChg>
      <pc:sldChg chg="delCm">
        <pc:chgData name="Chuck jee Chau (CSD)" userId="7aa7a09e-983f-4214-9e5a-071cbb678e81" providerId="ADAL" clId="{DBF23BF8-0118-864B-BF41-A3F5A498FE4D}" dt="2019-10-11T02:20:20.482" v="1" actId="1592"/>
        <pc:sldMkLst>
          <pc:docMk/>
          <pc:sldMk cId="2472512755" sldId="363"/>
        </pc:sldMkLst>
      </pc:sldChg>
      <pc:sldChg chg="delCm">
        <pc:chgData name="Chuck jee Chau (CSD)" userId="7aa7a09e-983f-4214-9e5a-071cbb678e81" providerId="ADAL" clId="{DBF23BF8-0118-864B-BF41-A3F5A498FE4D}" dt="2019-10-11T02:20:20.488" v="5" actId="1592"/>
        <pc:sldMkLst>
          <pc:docMk/>
          <pc:sldMk cId="2847907901" sldId="3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87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579F0-C577-A1C7-2784-535D7408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2B6F4-389C-3EF9-3038-B9CF1222F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9F446-2D8C-EB6E-786B-728DC61A6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D1728-2AF8-199D-8292-9799DBE5E3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89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8F426-FD36-A22D-8CAE-F2D7F67BA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8C13D-E5ED-AACA-1F33-493B6E5E8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3BF85-C453-B6E1-6D15-762DAF7FE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2FE71-9C77-FD7D-DF4A-84F3AB392F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552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F1885-6372-74AC-FAB0-FB15A8BF5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258D1-6C40-B795-AD48-1C2CE428B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A47C4-B6CB-4EA5-49AF-3B8E7EFCD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447B7-49F9-1477-6969-4F992A395A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33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18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00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3EB1E-F61C-9C61-CE34-7B64CB6E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2C287-A20F-4DFA-7196-7DF5A14C0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2E21F-E378-5773-6CC3-26A4942D0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A4BBE-5D22-169A-FBE8-C5408E467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1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713E2-8471-4ED6-A7FB-97B0594E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164B5-11A2-07F4-5C9A-B3CCB4C39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2FD41-E191-3132-7906-B9A97BDF8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25C3C-E07A-B0AE-4A70-B3111EEA6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92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60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75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57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61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725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853B3-95C8-4BF8-BD47-E5356120F960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3640101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0E8853B3-95C8-4BF8-BD47-E5356120F960}" type="slidenum">
              <a:rPr lang="zh-TW" altLang="en-US" b="0">
                <a:latin typeface="Arial" panose="020B0604020202020204" pitchFamily="34" charset="0"/>
              </a:rPr>
              <a:pPr/>
              <a:t>19</a:t>
            </a:fld>
            <a:endParaRPr lang="en-US" altLang="zh-TW" b="0" dirty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18860628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9C21F-20A9-DA68-C2B9-FC5B997E6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3F8B9A90-D1B0-64D4-F90D-33900CF37D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853B3-95C8-4BF8-BD47-E5356120F960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0EF25ABC-130D-7720-3941-5B0E218C83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7620E2B4-C8F1-6D0D-BE9E-197672E2F6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2814593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16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563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599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E804-1594-8F90-CE50-376BD445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89F6B-AFD8-1271-BB27-9CD0BB999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1CE48-3EB0-04DE-363E-0A8685E4A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A6112-CCDC-C074-5291-6B8B128C2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160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DB87-0DB0-D221-D12A-83404AAD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6349E-3B28-FBAE-2CF7-86D850A7C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4475D-CBC1-5662-A0EC-03AF9253F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10B7B-5942-6DF2-4738-2510124844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668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795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812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14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987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6248A-89E2-A449-D7DD-4B069E22B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03EF5-A848-A77F-2DDB-FA5BCE2CC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3B741-49E2-8351-92F7-AD52ACFDD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3B470-70AB-835A-23DF-81B031BC5A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85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Review: </a:t>
            </a:r>
            <a:r>
              <a:rPr lang="en-US" altLang="zh-TW" b="1" dirty="0">
                <a:solidFill>
                  <a:srgbClr val="0070C0"/>
                </a:solidFill>
                <a:latin typeface="Consolas"/>
                <a:ea typeface="新細明體"/>
              </a:rPr>
              <a:t>for</a:t>
            </a:r>
            <a:r>
              <a:rPr lang="en-US" altLang="zh-TW" dirty="0">
                <a:ea typeface="新細明體"/>
              </a:rPr>
              <a:t>-loop vs. </a:t>
            </a:r>
            <a:r>
              <a:rPr lang="en-US" altLang="zh-TW" b="1" dirty="0">
                <a:solidFill>
                  <a:srgbClr val="0070C0"/>
                </a:solidFill>
                <a:latin typeface="Consolas"/>
                <a:ea typeface="新細明體"/>
              </a:rPr>
              <a:t>while</a:t>
            </a:r>
            <a:r>
              <a:rPr lang="en-US" altLang="zh-TW" dirty="0">
                <a:ea typeface="新細明體"/>
              </a:rPr>
              <a:t>-loop</a:t>
            </a:r>
            <a:endParaRPr lang="en-US" dirty="0">
              <a:latin typeface="Consolas"/>
              <a:ea typeface="新細明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24384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600" dirty="0">
                <a:latin typeface="Consolas"/>
                <a:cs typeface="Consolas" panose="020B0609020204030204" pitchFamily="49" charset="0"/>
              </a:rPr>
              <a:t>In general:</a:t>
            </a:r>
          </a:p>
          <a:p>
            <a:pPr lvl="1"/>
            <a:r>
              <a:rPr lang="en-US" sz="3200" dirty="0">
                <a:latin typeface="Consolas"/>
                <a:cs typeface="Consolas" panose="020B0609020204030204" pitchFamily="49" charset="0"/>
              </a:rPr>
              <a:t>for</a:t>
            </a:r>
            <a:r>
              <a:rPr lang="en-US" sz="3200" dirty="0"/>
              <a:t>-loop: </a:t>
            </a:r>
            <a:r>
              <a:rPr lang="en-US" altLang="zh-CN" sz="3200" dirty="0">
                <a:cs typeface="Calibri"/>
              </a:rPr>
              <a:t>Repeat a task a </a:t>
            </a:r>
            <a:r>
              <a:rPr lang="en-US" altLang="zh-CN" sz="3200" b="1" dirty="0">
                <a:cs typeface="Calibri"/>
              </a:rPr>
              <a:t>finite</a:t>
            </a:r>
            <a:r>
              <a:rPr lang="en-US" altLang="zh-CN" sz="3200" dirty="0">
                <a:cs typeface="Calibri"/>
              </a:rPr>
              <a:t> number of times </a:t>
            </a:r>
          </a:p>
          <a:p>
            <a:pPr lvl="1"/>
            <a:r>
              <a:rPr lang="en-US" altLang="zh-CN" sz="3200" dirty="0">
                <a:cs typeface="Calibri"/>
              </a:rPr>
              <a:t>while-Loop: Repeat a task </a:t>
            </a:r>
            <a:r>
              <a:rPr lang="en-US" altLang="zh-CN" sz="3200" b="1" dirty="0">
                <a:cs typeface="Calibri"/>
              </a:rPr>
              <a:t>indefinitely</a:t>
            </a:r>
            <a:r>
              <a:rPr lang="en-US" altLang="zh-CN" sz="3200" dirty="0">
                <a:cs typeface="Calibri"/>
              </a:rPr>
              <a:t> until a condition is met</a:t>
            </a:r>
          </a:p>
          <a:p>
            <a:r>
              <a:rPr lang="en-US" sz="3600" dirty="0">
                <a:cs typeface="Calibri"/>
              </a:rPr>
              <a:t>Consider the </a:t>
            </a:r>
            <a:r>
              <a:rPr lang="en-US" sz="3600" b="1" dirty="0">
                <a:cs typeface="Calibri"/>
              </a:rPr>
              <a:t>Loop start </a:t>
            </a:r>
            <a:r>
              <a:rPr lang="en-US" sz="3600" dirty="0">
                <a:cs typeface="Calibri"/>
              </a:rPr>
              <a:t>and </a:t>
            </a:r>
            <a:r>
              <a:rPr lang="en-US" sz="3600" b="1" dirty="0">
                <a:cs typeface="Calibri"/>
              </a:rPr>
              <a:t>end</a:t>
            </a:r>
            <a:r>
              <a:rPr lang="en-US" sz="3600" dirty="0">
                <a:cs typeface="Calibri"/>
              </a:rPr>
              <a:t> cases.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AED76E2-F2DA-A42D-76FA-5DD1A103E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019" y="4026932"/>
            <a:ext cx="5275381" cy="156966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for (</a:t>
            </a:r>
            <a:r>
              <a:rPr lang="en-US" altLang="zh-TW" sz="2400" b="1" dirty="0" err="1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init</a:t>
            </a:r>
            <a:r>
              <a:rPr lang="en-US" altLang="zh-TW" sz="2400" b="1" dirty="0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;</a:t>
            </a:r>
            <a:r>
              <a:rPr lang="en-US" altLang="zh-TW" sz="2400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sz="2400" b="1" dirty="0">
                <a:highlight>
                  <a:srgbClr val="C0C0C0"/>
                </a:highlight>
                <a:latin typeface="Consolas" pitchFamily="49" charset="0"/>
                <a:ea typeface="MS Gothic" pitchFamily="49" charset="-128"/>
              </a:rPr>
              <a:t>condition</a:t>
            </a:r>
            <a:r>
              <a:rPr lang="en-US" altLang="zh-TW" sz="2400" b="1" dirty="0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;</a:t>
            </a:r>
            <a:r>
              <a:rPr lang="en-US" altLang="zh-TW" sz="2400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sz="2400" b="1" dirty="0">
                <a:highlight>
                  <a:srgbClr val="00FF00"/>
                </a:highlight>
                <a:latin typeface="Consolas" pitchFamily="49" charset="0"/>
                <a:ea typeface="MS Gothic" pitchFamily="49" charset="-128"/>
              </a:rPr>
              <a:t>update</a:t>
            </a:r>
            <a:r>
              <a:rPr lang="en-US" altLang="zh-TW" sz="2400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  <a:r>
              <a:rPr lang="en-US" altLang="zh-TW" sz="2400" b="1" dirty="0"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sz="2400" b="1" dirty="0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sz="2400" b="1" dirty="0">
                <a:highlight>
                  <a:srgbClr val="008000"/>
                </a:highlight>
                <a:latin typeface="Consolas" pitchFamily="49" charset="0"/>
                <a:ea typeface="MS Gothic" pitchFamily="49" charset="-128"/>
              </a:rPr>
              <a:t>statement1-n</a:t>
            </a:r>
            <a:r>
              <a:rPr lang="en-US" altLang="zh-TW" sz="2400" b="1" dirty="0"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en-US" altLang="zh-TW" sz="2400" b="1" dirty="0"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sz="2400" b="1" dirty="0">
                <a:highlight>
                  <a:srgbClr val="FF99FF"/>
                </a:highlight>
                <a:latin typeface="Consolas" pitchFamily="49" charset="0"/>
                <a:ea typeface="MS Gothic" pitchFamily="49" charset="-128"/>
              </a:rPr>
              <a:t>statement2</a:t>
            </a:r>
            <a:r>
              <a:rPr lang="en-US" altLang="zh-TW" sz="2400" b="1" dirty="0">
                <a:latin typeface="Consolas" pitchFamily="49" charset="0"/>
                <a:ea typeface="MS Gothic" pitchFamily="49" charset="-128"/>
              </a:rPr>
              <a:t>;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44FAA01-1867-660A-EA85-A9CCD664F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657600"/>
            <a:ext cx="4254500" cy="23083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sz="2400" b="1" dirty="0" err="1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init</a:t>
            </a:r>
            <a:r>
              <a:rPr lang="en-US" altLang="zh-TW" sz="2400" b="1" dirty="0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;</a:t>
            </a:r>
            <a:endParaRPr lang="en-US" altLang="zh-TW" sz="2400" b="1" dirty="0">
              <a:solidFill>
                <a:srgbClr val="FF3300"/>
              </a:solidFill>
              <a:latin typeface="Consolas" pitchFamily="49" charset="0"/>
              <a:ea typeface="MS Gothic" pitchFamily="49" charset="-128"/>
            </a:endParaRPr>
          </a:p>
          <a:p>
            <a:r>
              <a:rPr lang="en-US" altLang="zh-TW" sz="2400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while (</a:t>
            </a:r>
            <a:r>
              <a:rPr lang="en-US" altLang="zh-TW" sz="2400" b="1" dirty="0">
                <a:highlight>
                  <a:srgbClr val="C0C0C0"/>
                </a:highlight>
                <a:latin typeface="Consolas" pitchFamily="49" charset="0"/>
                <a:ea typeface="MS Gothic" pitchFamily="49" charset="-128"/>
              </a:rPr>
              <a:t>condition</a:t>
            </a:r>
            <a:r>
              <a:rPr lang="en-US" altLang="zh-TW" sz="2400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  <a:r>
              <a:rPr lang="en-US" altLang="zh-TW" sz="24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sz="24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	</a:t>
            </a:r>
            <a:r>
              <a:rPr lang="en-US" altLang="zh-TW" sz="2400" b="1" dirty="0">
                <a:highlight>
                  <a:srgbClr val="008000"/>
                </a:highlight>
                <a:latin typeface="Consolas" pitchFamily="49" charset="0"/>
                <a:ea typeface="MS Gothic" pitchFamily="49" charset="-128"/>
              </a:rPr>
              <a:t>statement1-n</a:t>
            </a:r>
            <a:r>
              <a:rPr lang="en-US" altLang="zh-TW" sz="2400" b="1" dirty="0"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en-US" altLang="zh-TW" sz="2400" b="1" dirty="0">
                <a:latin typeface="Consolas" pitchFamily="49" charset="0"/>
                <a:ea typeface="MS Gothic" pitchFamily="49" charset="-128"/>
              </a:rPr>
              <a:t>	</a:t>
            </a:r>
            <a:r>
              <a:rPr lang="en-US" altLang="zh-TW" sz="2400" b="1" dirty="0">
                <a:highlight>
                  <a:srgbClr val="00FF00"/>
                </a:highlight>
                <a:latin typeface="Consolas" pitchFamily="49" charset="0"/>
                <a:ea typeface="MS Gothic" pitchFamily="49" charset="-128"/>
              </a:rPr>
              <a:t>update;</a:t>
            </a:r>
            <a:endParaRPr lang="en-US" altLang="zh-TW" sz="2400" b="1" dirty="0">
              <a:latin typeface="Consolas" pitchFamily="49" charset="0"/>
              <a:ea typeface="MS Gothic" pitchFamily="49" charset="-128"/>
            </a:endParaRPr>
          </a:p>
          <a:p>
            <a:r>
              <a:rPr lang="en-US" altLang="zh-TW" sz="24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sz="2400" b="1" dirty="0">
                <a:highlight>
                  <a:srgbClr val="FF99FF"/>
                </a:highlight>
                <a:latin typeface="Consolas" pitchFamily="49" charset="0"/>
                <a:ea typeface="MS Gothic" pitchFamily="49" charset="-128"/>
              </a:rPr>
              <a:t>statement2</a:t>
            </a:r>
            <a:r>
              <a:rPr lang="en-US" altLang="zh-TW" sz="2400" b="1" dirty="0">
                <a:latin typeface="Consolas" pitchFamily="49" charset="0"/>
                <a:ea typeface="MS Gothic" pitchFamily="49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3176814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2130428"/>
            <a:ext cx="8382000" cy="3279773"/>
          </a:xfrm>
        </p:spPr>
        <p:txBody>
          <a:bodyPr anchor="t" anchorCtr="0">
            <a:normAutofit/>
          </a:bodyPr>
          <a:lstStyle/>
          <a:p>
            <a:br>
              <a:rPr lang="en-US" dirty="0"/>
            </a:br>
            <a:r>
              <a:rPr lang="en-US" b="1" dirty="0"/>
              <a:t>Looping (III)</a:t>
            </a:r>
            <a:br>
              <a:rPr lang="en-US" b="1" dirty="0"/>
            </a:br>
            <a:br>
              <a:rPr lang="en-US" b="1" dirty="0"/>
            </a:br>
            <a:r>
              <a:rPr lang="en-GB" dirty="0"/>
              <a:t>Nested Loops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7101754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7404-8A97-9D8D-414C-AAB8C5493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6E5CA-3DD8-0FBF-F1CF-E797DD5B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Lab 6 Ex4, Prime or composite?</a:t>
            </a:r>
            <a:endParaRPr lang="en-US" dirty="0">
              <a:latin typeface="Consolas"/>
              <a:ea typeface="新細明體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30743-205D-0ADF-34F9-8DA9FF44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B750517-BB8F-AFF0-603F-64CA548A53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478"/>
          <a:stretch/>
        </p:blipFill>
        <p:spPr>
          <a:xfrm>
            <a:off x="115555" y="1219200"/>
            <a:ext cx="11212890" cy="15542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445BA42-79BD-5073-2605-17AAAC2B7ABF}"/>
              </a:ext>
            </a:extLst>
          </p:cNvPr>
          <p:cNvSpPr txBox="1"/>
          <p:nvPr/>
        </p:nvSpPr>
        <p:spPr>
          <a:xfrm>
            <a:off x="93784" y="2695545"/>
            <a:ext cx="668801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/>
              <a:t>Composite number x,</a:t>
            </a:r>
          </a:p>
          <a:p>
            <a:r>
              <a:rPr lang="en-US" altLang="zh-CN" sz="3600" dirty="0"/>
              <a:t>    find one </a:t>
            </a:r>
            <a:r>
              <a:rPr lang="en-US" altLang="zh-CN" sz="3600" dirty="0" err="1"/>
              <a:t>i</a:t>
            </a:r>
            <a:r>
              <a:rPr lang="en-US" altLang="zh-CN" sz="3600" dirty="0"/>
              <a:t>, </a:t>
            </a:r>
            <a:r>
              <a:rPr lang="en-US" altLang="zh-CN" sz="3600" dirty="0" err="1"/>
              <a:t>x%factors</a:t>
            </a:r>
            <a:r>
              <a:rPr lang="en-US" altLang="zh-CN" sz="3600" dirty="0"/>
              <a:t>[</a:t>
            </a:r>
            <a:r>
              <a:rPr lang="en-US" altLang="zh-CN" sz="3600" dirty="0" err="1"/>
              <a:t>i</a:t>
            </a:r>
            <a:r>
              <a:rPr lang="en-US" altLang="zh-CN" sz="3600" dirty="0"/>
              <a:t>]==0</a:t>
            </a:r>
          </a:p>
          <a:p>
            <a:r>
              <a:rPr lang="en-US" altLang="zh-CN" sz="3600" dirty="0"/>
              <a:t>    and x&gt;factors[</a:t>
            </a:r>
            <a:r>
              <a:rPr lang="en-US" altLang="zh-CN" sz="3600" dirty="0" err="1"/>
              <a:t>i</a:t>
            </a:r>
            <a:r>
              <a:rPr lang="en-US" altLang="zh-CN" sz="3600" dirty="0"/>
              <a:t>]</a:t>
            </a:r>
          </a:p>
          <a:p>
            <a:endParaRPr lang="en-US" altLang="zh-CN" sz="1400" dirty="0"/>
          </a:p>
          <a:p>
            <a:r>
              <a:rPr lang="en-US" altLang="zh-CN" sz="3600" dirty="0"/>
              <a:t>Prime number x</a:t>
            </a:r>
          </a:p>
          <a:p>
            <a:r>
              <a:rPr lang="en-US" altLang="zh-CN" sz="3600" dirty="0"/>
              <a:t>    for all </a:t>
            </a:r>
            <a:r>
              <a:rPr lang="en-US" altLang="zh-CN" sz="3600" dirty="0" err="1"/>
              <a:t>i</a:t>
            </a:r>
            <a:r>
              <a:rPr lang="en-US" altLang="zh-CN" sz="3600" dirty="0"/>
              <a:t>, </a:t>
            </a:r>
            <a:r>
              <a:rPr lang="en-US" altLang="zh-CN" sz="3600" dirty="0" err="1"/>
              <a:t>x%factors</a:t>
            </a:r>
            <a:r>
              <a:rPr lang="en-US" altLang="zh-CN" sz="3600" dirty="0"/>
              <a:t>[</a:t>
            </a:r>
            <a:r>
              <a:rPr lang="en-US" altLang="zh-CN" sz="3600" dirty="0" err="1"/>
              <a:t>i</a:t>
            </a:r>
            <a:r>
              <a:rPr lang="en-US" altLang="zh-CN" sz="3600" dirty="0"/>
              <a:t>]!=0</a:t>
            </a:r>
          </a:p>
          <a:p>
            <a:r>
              <a:rPr lang="en-US" altLang="zh-CN" sz="3600" dirty="0"/>
              <a:t>    but all factors[</a:t>
            </a:r>
            <a:r>
              <a:rPr lang="en-US" altLang="zh-CN" sz="3600" dirty="0" err="1"/>
              <a:t>i</a:t>
            </a:r>
            <a:r>
              <a:rPr lang="en-US" altLang="zh-CN" sz="3600" dirty="0"/>
              <a:t>] should be &lt; 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7B1EE6-2EE4-2918-2520-C09BE5F20C12}"/>
              </a:ext>
            </a:extLst>
          </p:cNvPr>
          <p:cNvSpPr txBox="1"/>
          <p:nvPr/>
        </p:nvSpPr>
        <p:spPr>
          <a:xfrm>
            <a:off x="7315200" y="3385464"/>
            <a:ext cx="3909612" cy="23083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Flag</a:t>
            </a:r>
          </a:p>
          <a:p>
            <a:pPr algn="ctr"/>
            <a:endParaRPr lang="en-US" altLang="zh-CN" sz="36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3600" dirty="0">
                <a:solidFill>
                  <a:schemeClr val="tx1"/>
                </a:solidFill>
              </a:rPr>
              <a:t>Break/Continue</a:t>
            </a:r>
          </a:p>
          <a:p>
            <a:pPr algn="ctr"/>
            <a:r>
              <a:rPr lang="en-US" altLang="zh-CN" sz="3600" dirty="0">
                <a:solidFill>
                  <a:schemeClr val="tx1"/>
                </a:solidFill>
              </a:rPr>
              <a:t>(Next week)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BBCF76-F127-A8B2-AC11-103490976782}"/>
              </a:ext>
            </a:extLst>
          </p:cNvPr>
          <p:cNvSpPr txBox="1"/>
          <p:nvPr/>
        </p:nvSpPr>
        <p:spPr>
          <a:xfrm>
            <a:off x="8902700" y="172134"/>
            <a:ext cx="25146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3600" b="1" dirty="0">
                <a:ea typeface="新細明體"/>
              </a:rPr>
              <a:t>Lab 7 again! 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12623127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3A5F-DFE1-3C46-B046-3B731DAF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ACB8D-7BCB-F949-937F-E7E5774D2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3600" dirty="0"/>
              <a:t>Flag</a:t>
            </a:r>
          </a:p>
          <a:p>
            <a:pPr marL="514350" indent="-514350">
              <a:buFont typeface="+mj-lt"/>
              <a:buAutoNum type="arabicPeriod"/>
            </a:pPr>
            <a:endParaRPr lang="en-GB" sz="3200" dirty="0"/>
          </a:p>
          <a:p>
            <a:pPr marL="514350" indent="-514350">
              <a:buFont typeface="+mj-lt"/>
              <a:buAutoNum type="arabicPeriod"/>
            </a:pPr>
            <a:r>
              <a:rPr lang="en-GB" sz="3600" dirty="0"/>
              <a:t>Nested Loops </a:t>
            </a:r>
          </a:p>
          <a:p>
            <a:pPr marL="400050" lvl="1" indent="0">
              <a:buNone/>
            </a:pPr>
            <a:r>
              <a:rPr lang="en-GB" sz="3200" dirty="0"/>
              <a:t>– A loop inside another loop</a:t>
            </a:r>
          </a:p>
          <a:p>
            <a:pPr marL="857250" lvl="1" indent="-457200">
              <a:buFont typeface="Courier New" panose="02070309020205020404" pitchFamily="49" charset="0"/>
              <a:buChar char="o"/>
            </a:pPr>
            <a:r>
              <a:rPr lang="en-GB" sz="3200" dirty="0"/>
              <a:t>2-D array</a:t>
            </a:r>
          </a:p>
          <a:p>
            <a:pPr marL="857250" lvl="1" indent="-457200">
              <a:buFont typeface="Courier New" panose="02070309020205020404" pitchFamily="49" charset="0"/>
              <a:buChar char="o"/>
            </a:pPr>
            <a:r>
              <a:rPr lang="en-GB" sz="3200" dirty="0"/>
              <a:t>Pattern printing</a:t>
            </a:r>
          </a:p>
          <a:p>
            <a:pPr marL="857250" lvl="1" indent="-457200">
              <a:buFont typeface="Courier New" panose="02070309020205020404" pitchFamily="49" charset="0"/>
              <a:buChar char="o"/>
            </a:pPr>
            <a:r>
              <a:rPr lang="en-US" altLang="zh-TW" sz="3200" dirty="0"/>
              <a:t>Brute-force search</a:t>
            </a:r>
            <a:endParaRPr lang="en-GB" sz="3200" dirty="0"/>
          </a:p>
          <a:p>
            <a:pPr marL="400050" lvl="1" indent="0">
              <a:buNone/>
            </a:pPr>
            <a:endParaRPr lang="en-GB" sz="3200" dirty="0"/>
          </a:p>
          <a:p>
            <a:pPr marL="1771650" lvl="3" indent="-514350">
              <a:buFont typeface="+mj-lt"/>
              <a:buAutoNum type="arabicPeriod"/>
            </a:pP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8E60A-6140-CA4F-B57E-6663A335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1689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In our previous lectures, we have learned how to use </a:t>
            </a:r>
            <a:r>
              <a:rPr lang="en-US" b="1" dirty="0">
                <a:cs typeface="Calibri"/>
              </a:rPr>
              <a:t>while</a:t>
            </a:r>
            <a:r>
              <a:rPr lang="en-US" dirty="0">
                <a:cs typeface="Calibri"/>
              </a:rPr>
              <a:t> loop and </a:t>
            </a:r>
            <a:r>
              <a:rPr lang="en-US" b="1" dirty="0">
                <a:cs typeface="Calibri"/>
              </a:rPr>
              <a:t>for</a:t>
            </a:r>
            <a:r>
              <a:rPr lang="en-US" dirty="0">
                <a:cs typeface="Calibri"/>
              </a:rPr>
              <a:t> loop.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We now move to more advanced usage of loops.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Loops are VERY IMPORTANT as they enable solutions and algorithms for many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9070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CF3F5-D554-4CDD-FBE0-473B324E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6C29-D76A-4DC1-E504-9C394EF4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Lab 6 Ex4, Prime or composite?</a:t>
            </a:r>
            <a:endParaRPr lang="en-US" dirty="0">
              <a:latin typeface="Consolas"/>
              <a:ea typeface="新細明體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87FA4-56AA-5D6D-4443-8EF02622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2C8E381-A406-41DB-E879-79391FD203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478"/>
          <a:stretch/>
        </p:blipFill>
        <p:spPr>
          <a:xfrm>
            <a:off x="115555" y="1219200"/>
            <a:ext cx="11212890" cy="15542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37949A6-DCD4-4E6C-BEB0-6EE46F713AAD}"/>
              </a:ext>
            </a:extLst>
          </p:cNvPr>
          <p:cNvSpPr txBox="1"/>
          <p:nvPr/>
        </p:nvSpPr>
        <p:spPr>
          <a:xfrm>
            <a:off x="93784" y="2695545"/>
            <a:ext cx="668801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/>
              <a:t>Composite number x,</a:t>
            </a:r>
          </a:p>
          <a:p>
            <a:r>
              <a:rPr lang="en-US" altLang="zh-CN" sz="3600" dirty="0"/>
              <a:t>    find one </a:t>
            </a:r>
            <a:r>
              <a:rPr lang="en-US" altLang="zh-CN" sz="3600" dirty="0" err="1"/>
              <a:t>i</a:t>
            </a:r>
            <a:r>
              <a:rPr lang="en-US" altLang="zh-CN" sz="3600" dirty="0"/>
              <a:t>, </a:t>
            </a:r>
            <a:r>
              <a:rPr lang="en-US" altLang="zh-CN" sz="3600" dirty="0" err="1"/>
              <a:t>x%factors</a:t>
            </a:r>
            <a:r>
              <a:rPr lang="en-US" altLang="zh-CN" sz="3600" dirty="0"/>
              <a:t>[</a:t>
            </a:r>
            <a:r>
              <a:rPr lang="en-US" altLang="zh-CN" sz="3600" dirty="0" err="1"/>
              <a:t>i</a:t>
            </a:r>
            <a:r>
              <a:rPr lang="en-US" altLang="zh-CN" sz="3600" dirty="0"/>
              <a:t>]==0</a:t>
            </a:r>
          </a:p>
          <a:p>
            <a:r>
              <a:rPr lang="en-US" altLang="zh-CN" sz="3600" dirty="0"/>
              <a:t>    and x&gt;factors[</a:t>
            </a:r>
            <a:r>
              <a:rPr lang="en-US" altLang="zh-CN" sz="3600" dirty="0" err="1"/>
              <a:t>i</a:t>
            </a:r>
            <a:r>
              <a:rPr lang="en-US" altLang="zh-CN" sz="3600" dirty="0"/>
              <a:t>]</a:t>
            </a:r>
          </a:p>
          <a:p>
            <a:endParaRPr lang="en-US" altLang="zh-CN" sz="1400" dirty="0"/>
          </a:p>
          <a:p>
            <a:r>
              <a:rPr lang="en-US" altLang="zh-CN" sz="3600" dirty="0"/>
              <a:t>Prime number x</a:t>
            </a:r>
          </a:p>
          <a:p>
            <a:r>
              <a:rPr lang="en-US" altLang="zh-CN" sz="3600" dirty="0"/>
              <a:t>    for all </a:t>
            </a:r>
            <a:r>
              <a:rPr lang="en-US" altLang="zh-CN" sz="3600" dirty="0" err="1"/>
              <a:t>i</a:t>
            </a:r>
            <a:r>
              <a:rPr lang="en-US" altLang="zh-CN" sz="3600" dirty="0"/>
              <a:t>, </a:t>
            </a:r>
            <a:r>
              <a:rPr lang="en-US" altLang="zh-CN" sz="3600" dirty="0" err="1"/>
              <a:t>x%factors</a:t>
            </a:r>
            <a:r>
              <a:rPr lang="en-US" altLang="zh-CN" sz="3600" dirty="0"/>
              <a:t>[</a:t>
            </a:r>
            <a:r>
              <a:rPr lang="en-US" altLang="zh-CN" sz="3600" dirty="0" err="1"/>
              <a:t>i</a:t>
            </a:r>
            <a:r>
              <a:rPr lang="en-US" altLang="zh-CN" sz="3600" dirty="0"/>
              <a:t>]!=0</a:t>
            </a:r>
          </a:p>
          <a:p>
            <a:r>
              <a:rPr lang="en-US" altLang="zh-CN" sz="3600" dirty="0"/>
              <a:t>    but all factors[</a:t>
            </a:r>
            <a:r>
              <a:rPr lang="en-US" altLang="zh-CN" sz="3600" dirty="0" err="1"/>
              <a:t>i</a:t>
            </a:r>
            <a:r>
              <a:rPr lang="en-US" altLang="zh-CN" sz="3600" dirty="0"/>
              <a:t>] should be &lt; x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128D333-594E-7045-41D6-28BEF8B6BEDD}"/>
              </a:ext>
            </a:extLst>
          </p:cNvPr>
          <p:cNvSpPr txBox="1"/>
          <p:nvPr/>
        </p:nvSpPr>
        <p:spPr>
          <a:xfrm>
            <a:off x="7848600" y="3611180"/>
            <a:ext cx="3733800" cy="110799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altLang="zh-CN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Flag</a:t>
            </a:r>
          </a:p>
          <a:p>
            <a:pPr algn="ctr"/>
            <a:endParaRPr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7C8F95-6827-DC21-C25A-9F47F516F258}"/>
              </a:ext>
            </a:extLst>
          </p:cNvPr>
          <p:cNvSpPr txBox="1"/>
          <p:nvPr/>
        </p:nvSpPr>
        <p:spPr>
          <a:xfrm>
            <a:off x="9601200" y="283462"/>
            <a:ext cx="1905000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b="1" dirty="0">
                <a:ea typeface="新細明體"/>
              </a:rPr>
              <a:t>Lab 7 again! </a:t>
            </a:r>
            <a:endParaRPr lang="LID4096" sz="2800" b="1" dirty="0"/>
          </a:p>
        </p:txBody>
      </p:sp>
    </p:spTree>
    <p:extLst>
      <p:ext uri="{BB962C8B-B14F-4D97-AF65-F5344CB8AC3E}">
        <p14:creationId xmlns:p14="http://schemas.microsoft.com/office/powerpoint/2010/main" val="26466025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256C-BB03-6698-74AB-405A61F8E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E5AB-74F5-EFAA-4591-89E6DCA35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Flag:  Lab 6 Ex4, Prime or composite?</a:t>
            </a:r>
            <a:endParaRPr lang="en-US" dirty="0">
              <a:latin typeface="Consolas"/>
              <a:ea typeface="新細明體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CA584-E729-4FA8-F48F-377FE8337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BB30838-C81D-6A0A-E3BF-10844E152E17}"/>
              </a:ext>
            </a:extLst>
          </p:cNvPr>
          <p:cNvGrpSpPr/>
          <p:nvPr/>
        </p:nvGrpSpPr>
        <p:grpSpPr>
          <a:xfrm>
            <a:off x="0" y="1040149"/>
            <a:ext cx="7588988" cy="5093906"/>
            <a:chOff x="93784" y="925894"/>
            <a:chExt cx="7588988" cy="5093906"/>
          </a:xfrm>
        </p:grpSpPr>
        <p:pic>
          <p:nvPicPr>
            <p:cNvPr id="3" name="Picture 14">
              <a:extLst>
                <a:ext uri="{FF2B5EF4-FFF2-40B4-BE49-F238E27FC236}">
                  <a16:creationId xmlns:a16="http://schemas.microsoft.com/office/drawing/2014/main" id="{8625762C-B368-65E6-BF1C-0EAA88B8B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042" y="988270"/>
              <a:ext cx="7558730" cy="5031530"/>
            </a:xfrm>
            <a:prstGeom prst="rect">
              <a:avLst/>
            </a:prstGeom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2750FD7-3FA1-B4B0-0D0E-CAF33E9AB797}"/>
                </a:ext>
              </a:extLst>
            </p:cNvPr>
            <p:cNvSpPr/>
            <p:nvPr/>
          </p:nvSpPr>
          <p:spPr>
            <a:xfrm>
              <a:off x="838200" y="2457196"/>
              <a:ext cx="1600200" cy="535730"/>
            </a:xfrm>
            <a:prstGeom prst="round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04E07B7-AF89-ED4C-17D1-2EDDDFC9BF68}"/>
                </a:ext>
              </a:extLst>
            </p:cNvPr>
            <p:cNvSpPr/>
            <p:nvPr/>
          </p:nvSpPr>
          <p:spPr>
            <a:xfrm>
              <a:off x="93784" y="925894"/>
              <a:ext cx="2536371" cy="535730"/>
            </a:xfrm>
            <a:prstGeom prst="round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3A876AE-A7B7-CB8B-A12A-4DBDB5C17533}"/>
                </a:ext>
              </a:extLst>
            </p:cNvPr>
            <p:cNvSpPr/>
            <p:nvPr/>
          </p:nvSpPr>
          <p:spPr>
            <a:xfrm>
              <a:off x="206828" y="3988498"/>
              <a:ext cx="2079172" cy="535729"/>
            </a:xfrm>
            <a:prstGeom prst="round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5963A4B-51A5-28BA-3177-AF5418432120}"/>
              </a:ext>
            </a:extLst>
          </p:cNvPr>
          <p:cNvSpPr txBox="1"/>
          <p:nvPr/>
        </p:nvSpPr>
        <p:spPr>
          <a:xfrm>
            <a:off x="7734300" y="955613"/>
            <a:ext cx="441960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kumimoji="1" lang="en-US" altLang="zh-TW" sz="3600" b="1" dirty="0">
                <a:ea typeface="新細明體" pitchFamily="18" charset="-120"/>
              </a:rPr>
              <a:t>Before the Loop</a:t>
            </a:r>
          </a:p>
          <a:p>
            <a:pPr marL="0" indent="0"/>
            <a:r>
              <a:rPr kumimoji="1" lang="en-US" altLang="zh-TW" sz="3600" dirty="0">
                <a:ea typeface="新細明體" pitchFamily="18" charset="-120"/>
              </a:rPr>
              <a:t>     0 is Prime(Default)</a:t>
            </a:r>
          </a:p>
          <a:p>
            <a:pPr marL="0" indent="0"/>
            <a:endParaRPr kumimoji="1" lang="en-US" altLang="zh-TW" sz="1600" b="1" dirty="0">
              <a:ea typeface="新細明體" pitchFamily="18" charset="-120"/>
            </a:endParaRPr>
          </a:p>
          <a:p>
            <a:pPr marL="0" indent="0"/>
            <a:endParaRPr kumimoji="1" lang="en-US" altLang="zh-TW" sz="1600" b="1" dirty="0">
              <a:ea typeface="新細明體" pitchFamily="18" charset="-120"/>
            </a:endParaRPr>
          </a:p>
          <a:p>
            <a:pPr marL="0" indent="0"/>
            <a:r>
              <a:rPr kumimoji="1" lang="en-US" altLang="zh-TW" sz="3600" b="1" dirty="0">
                <a:ea typeface="新細明體" pitchFamily="18" charset="-120"/>
              </a:rPr>
              <a:t>Inside the Loop</a:t>
            </a:r>
          </a:p>
          <a:p>
            <a:pPr marL="0" indent="0"/>
            <a:r>
              <a:rPr kumimoji="1" lang="en-US" altLang="zh-TW" sz="3600" dirty="0">
                <a:ea typeface="新細明體" pitchFamily="18" charset="-120"/>
              </a:rPr>
              <a:t>    if … set flag as 1,  </a:t>
            </a:r>
          </a:p>
          <a:p>
            <a:pPr marL="0" indent="0"/>
            <a:r>
              <a:rPr kumimoji="1" lang="en-US" altLang="zh-TW" sz="3600" dirty="0">
                <a:ea typeface="新細明體" pitchFamily="18" charset="-120"/>
              </a:rPr>
              <a:t>                      composite</a:t>
            </a:r>
          </a:p>
          <a:p>
            <a:pPr marL="0" indent="0"/>
            <a:endParaRPr kumimoji="1" lang="en-US" altLang="zh-TW" sz="1600" dirty="0">
              <a:ea typeface="新細明體" pitchFamily="18" charset="-120"/>
            </a:endParaRPr>
          </a:p>
          <a:p>
            <a:pPr marL="0" indent="0"/>
            <a:r>
              <a:rPr kumimoji="1" lang="en-US" altLang="zh-TW" sz="3600" b="1" dirty="0">
                <a:ea typeface="新細明體" pitchFamily="18" charset="-120"/>
              </a:rPr>
              <a:t>After the loop</a:t>
            </a:r>
          </a:p>
          <a:p>
            <a:r>
              <a:rPr kumimoji="1" lang="en-US" altLang="zh-TW" sz="3600" dirty="0">
                <a:ea typeface="新細明體" pitchFamily="18" charset="-120"/>
              </a:rPr>
              <a:t>    1 -&gt; Composite</a:t>
            </a:r>
          </a:p>
          <a:p>
            <a:r>
              <a:rPr kumimoji="1" lang="en-US" altLang="zh-TW" sz="3600" dirty="0">
                <a:ea typeface="新細明體" pitchFamily="18" charset="-120"/>
              </a:rPr>
              <a:t>    0 -&gt; Prime</a:t>
            </a:r>
            <a:endParaRPr kumimoji="1" lang="en-US" altLang="zh-TW" sz="3600" b="1" dirty="0">
              <a:ea typeface="新細明體" pitchFamily="18" charset="-12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4F7DB7-EBBD-5EB2-D9E6-E68374A0FA78}"/>
              </a:ext>
            </a:extLst>
          </p:cNvPr>
          <p:cNvSpPr txBox="1"/>
          <p:nvPr/>
        </p:nvSpPr>
        <p:spPr>
          <a:xfrm>
            <a:off x="9601200" y="283462"/>
            <a:ext cx="1905000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b="1" dirty="0">
                <a:ea typeface="新細明體"/>
              </a:rPr>
              <a:t>Lab 7 again! </a:t>
            </a:r>
            <a:endParaRPr lang="LID4096" sz="2800" b="1" dirty="0"/>
          </a:p>
        </p:txBody>
      </p:sp>
    </p:spTree>
    <p:extLst>
      <p:ext uri="{BB962C8B-B14F-4D97-AF65-F5344CB8AC3E}">
        <p14:creationId xmlns:p14="http://schemas.microsoft.com/office/powerpoint/2010/main" val="75417663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1" y="165101"/>
            <a:ext cx="8762999" cy="76676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1. Flage</a:t>
            </a: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304800" y="1066799"/>
            <a:ext cx="12496800" cy="5626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indent="0"/>
            <a:r>
              <a:rPr kumimoji="1" lang="en-US" altLang="zh-TW" sz="3600" dirty="0">
                <a:ea typeface="新細明體" pitchFamily="18" charset="-120"/>
              </a:rPr>
              <a:t>Flag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3200" b="0" dirty="0">
                <a:ea typeface="新細明體" pitchFamily="18" charset="-120"/>
              </a:rPr>
              <a:t>One more variable </a:t>
            </a:r>
            <a:r>
              <a:rPr kumimoji="1" lang="en-US" altLang="zh-TW" sz="3200" b="0" u="sng" dirty="0">
                <a:ea typeface="新細明體" pitchFamily="18" charset="-120"/>
              </a:rPr>
              <a:t>flag</a:t>
            </a:r>
            <a:r>
              <a:rPr kumimoji="1" lang="en-US" altLang="zh-TW" sz="3200" b="0" dirty="0">
                <a:ea typeface="新細明體" pitchFamily="18" charset="-120"/>
              </a:rPr>
              <a:t> to </a:t>
            </a:r>
            <a:r>
              <a:rPr kumimoji="1" lang="en-US" altLang="zh-TW" sz="3200" b="0" u="sng" dirty="0">
                <a:ea typeface="新細明體" pitchFamily="18" charset="-120"/>
              </a:rPr>
              <a:t>mark different situations </a:t>
            </a:r>
            <a:r>
              <a:rPr kumimoji="1" lang="en-US" altLang="zh-TW" sz="3200" b="0" dirty="0">
                <a:ea typeface="新細明體" pitchFamily="18" charset="-120"/>
              </a:rPr>
              <a:t>in the 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1100" b="0" dirty="0">
              <a:ea typeface="新細明體" pitchFamily="18" charset="-120"/>
            </a:endParaRPr>
          </a:p>
          <a:p>
            <a:pPr marL="0" indent="0"/>
            <a:r>
              <a:rPr kumimoji="1" lang="en-US" altLang="zh-TW" sz="3200" b="0" dirty="0">
                <a:ea typeface="新細明體" pitchFamily="18" charset="-120"/>
              </a:rPr>
              <a:t>E.g., Lab 6 Ex4, Prime or composite?</a:t>
            </a:r>
          </a:p>
          <a:p>
            <a:pPr marL="0" indent="0"/>
            <a:r>
              <a:rPr kumimoji="1" lang="en-US" altLang="zh-TW" sz="3200" b="0" dirty="0">
                <a:ea typeface="新細明體" pitchFamily="18" charset="-120"/>
              </a:rPr>
              <a:t>    Before the Loop</a:t>
            </a:r>
          </a:p>
          <a:p>
            <a:pPr marL="0" indent="0"/>
            <a:r>
              <a:rPr kumimoji="1" lang="en-US" altLang="zh-TW" sz="3200" b="0" dirty="0">
                <a:solidFill>
                  <a:srgbClr val="C00000"/>
                </a:solidFill>
                <a:ea typeface="新細明體" pitchFamily="18" charset="-120"/>
              </a:rPr>
              <a:t>	int flag=0   </a:t>
            </a:r>
            <a:r>
              <a:rPr kumimoji="1" lang="en-US" altLang="zh-TW" sz="3200" b="0" dirty="0">
                <a:ea typeface="新細明體" pitchFamily="18" charset="-120"/>
              </a:rPr>
              <a:t>// -&gt; 0 is prime, 1 is composite</a:t>
            </a:r>
          </a:p>
          <a:p>
            <a:pPr marL="450850" lvl="1" indent="0"/>
            <a:r>
              <a:rPr kumimoji="1" lang="en-US" altLang="zh-TW" sz="3200" b="0" dirty="0">
                <a:ea typeface="新細明體" pitchFamily="18" charset="-120"/>
              </a:rPr>
              <a:t>Inside the Loop</a:t>
            </a:r>
          </a:p>
          <a:p>
            <a:pPr marL="450850" lvl="1" indent="0"/>
            <a:r>
              <a:rPr kumimoji="1" lang="en-US" altLang="zh-TW" sz="3200" b="0" dirty="0">
                <a:ea typeface="新細明體" pitchFamily="18" charset="-120"/>
              </a:rPr>
              <a:t>	if we find any </a:t>
            </a:r>
            <a:r>
              <a:rPr kumimoji="1" lang="en-US" altLang="zh-TW" sz="3200" b="0" dirty="0" err="1">
                <a:ea typeface="新細明體" pitchFamily="18" charset="-120"/>
              </a:rPr>
              <a:t>x%factors</a:t>
            </a:r>
            <a:r>
              <a:rPr kumimoji="1" lang="en-US" altLang="zh-TW" sz="3200" b="0" dirty="0">
                <a:ea typeface="新細明體" pitchFamily="18" charset="-120"/>
              </a:rPr>
              <a:t>[</a:t>
            </a:r>
            <a:r>
              <a:rPr kumimoji="1" lang="en-US" altLang="zh-TW" sz="3200" b="0" dirty="0" err="1">
                <a:ea typeface="新細明體" pitchFamily="18" charset="-120"/>
              </a:rPr>
              <a:t>i</a:t>
            </a:r>
            <a:r>
              <a:rPr kumimoji="1" lang="en-US" altLang="zh-TW" sz="3200" b="0" dirty="0">
                <a:ea typeface="新細明體" pitchFamily="18" charset="-120"/>
              </a:rPr>
              <a:t>]==0, set flag=1 </a:t>
            </a:r>
          </a:p>
          <a:p>
            <a:pPr marL="450850" lvl="1" indent="0"/>
            <a:r>
              <a:rPr kumimoji="1" lang="en-US" altLang="zh-TW" sz="3200" b="0" dirty="0">
                <a:ea typeface="新細明體" pitchFamily="18" charset="-120"/>
              </a:rPr>
              <a:t>	Mark as a composite number</a:t>
            </a:r>
          </a:p>
          <a:p>
            <a:pPr marL="450850" lvl="1" indent="0"/>
            <a:r>
              <a:rPr kumimoji="1" lang="en-US" altLang="zh-TW" sz="3200" b="0" dirty="0">
                <a:ea typeface="新細明體" pitchFamily="18" charset="-120"/>
              </a:rPr>
              <a:t>After the loop</a:t>
            </a:r>
          </a:p>
          <a:p>
            <a:pPr marL="450850" lvl="1" indent="0"/>
            <a:r>
              <a:rPr kumimoji="1" lang="en-US" altLang="zh-TW" sz="3200" b="0" dirty="0">
                <a:ea typeface="新細明體" pitchFamily="18" charset="-120"/>
              </a:rPr>
              <a:t>	we can easily use if flag==0/1 to output prime / composite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D9266B1-29FF-1647-96B1-08F5ADBF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E9DF936-52B2-C837-5F38-83C8DC6DBAB0}"/>
              </a:ext>
            </a:extLst>
          </p:cNvPr>
          <p:cNvSpPr txBox="1"/>
          <p:nvPr/>
        </p:nvSpPr>
        <p:spPr>
          <a:xfrm>
            <a:off x="9339669" y="3505200"/>
            <a:ext cx="2514600" cy="16312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altLang="zh-CN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Think about</a:t>
            </a:r>
          </a:p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“count”</a:t>
            </a:r>
          </a:p>
          <a:p>
            <a:pPr algn="ctr"/>
            <a:endParaRPr lang="en-US" altLang="zh-CN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882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D2BB1-B74A-E3AF-3478-572B853DD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8659-9380-10C8-EA75-27936AABC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9F13A-C41D-E05A-1F5F-72B7AE155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3600" dirty="0">
                <a:solidFill>
                  <a:schemeClr val="bg1">
                    <a:lumMod val="65000"/>
                  </a:schemeClr>
                </a:solidFill>
              </a:rPr>
              <a:t>Flag </a:t>
            </a:r>
          </a:p>
          <a:p>
            <a:pPr marL="914400" lvl="1" indent="-514350"/>
            <a:endParaRPr lang="en-GB" sz="3200" dirty="0">
              <a:solidFill>
                <a:schemeClr val="bg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3600" b="1" dirty="0"/>
              <a:t>Nested Loops </a:t>
            </a:r>
          </a:p>
          <a:p>
            <a:pPr marL="400050" lvl="1" indent="0">
              <a:buNone/>
            </a:pPr>
            <a:r>
              <a:rPr lang="en-GB" sz="3200" b="1" dirty="0"/>
              <a:t>– loops inside other loops</a:t>
            </a:r>
          </a:p>
          <a:p>
            <a:pPr marL="857250" lvl="1" indent="-457200">
              <a:buFont typeface="Courier New" panose="02070309020205020404" pitchFamily="49" charset="0"/>
              <a:buChar char="o"/>
            </a:pPr>
            <a:r>
              <a:rPr lang="en-GB" sz="3200" dirty="0"/>
              <a:t>2-D array</a:t>
            </a:r>
          </a:p>
          <a:p>
            <a:pPr marL="857250" lvl="1" indent="-457200">
              <a:buFont typeface="Courier New" panose="02070309020205020404" pitchFamily="49" charset="0"/>
              <a:buChar char="o"/>
            </a:pPr>
            <a:r>
              <a:rPr lang="en-GB" sz="3200" dirty="0"/>
              <a:t>Pattern printing</a:t>
            </a:r>
          </a:p>
          <a:p>
            <a:pPr marL="857250" lvl="1" indent="-457200">
              <a:buFont typeface="Courier New" panose="02070309020205020404" pitchFamily="49" charset="0"/>
              <a:buChar char="o"/>
            </a:pPr>
            <a:r>
              <a:rPr lang="en-US" altLang="zh-TW" sz="3200" dirty="0"/>
              <a:t>Brute-force search</a:t>
            </a:r>
            <a:endParaRPr lang="en-GB" sz="3200" dirty="0"/>
          </a:p>
          <a:p>
            <a:pPr marL="400050" lvl="1" indent="0">
              <a:buNone/>
            </a:pPr>
            <a:endParaRPr lang="en-GB" sz="3200" b="1" dirty="0"/>
          </a:p>
          <a:p>
            <a:pPr marL="3143250" lvl="6" indent="-514350">
              <a:buFont typeface="+mj-lt"/>
              <a:buAutoNum type="arabicPeriod"/>
            </a:pPr>
            <a:endParaRPr lang="en-GB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C25BE-83C1-11EA-BB1A-135F3F2A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4112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7FE6B5D-DDE7-884A-B18F-0AAE32E16274}"/>
              </a:ext>
            </a:extLst>
          </p:cNvPr>
          <p:cNvSpPr/>
          <p:nvPr/>
        </p:nvSpPr>
        <p:spPr>
          <a:xfrm>
            <a:off x="1641672" y="1555758"/>
            <a:ext cx="6435528" cy="233044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341747" y="1981201"/>
            <a:ext cx="5561047" cy="1447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4EA40A-E32C-4A4B-BCD3-E7FDF645D4AE}"/>
              </a:ext>
            </a:extLst>
          </p:cNvPr>
          <p:cNvSpPr/>
          <p:nvPr/>
        </p:nvSpPr>
        <p:spPr>
          <a:xfrm>
            <a:off x="2971800" y="4185496"/>
            <a:ext cx="2147764" cy="5317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5C2FD71-B1DA-6641-82A5-BCDDFDB4D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698" y="4770518"/>
            <a:ext cx="2022101" cy="5317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3" cy="838200"/>
          </a:xfrm>
        </p:spPr>
        <p:txBody>
          <a:bodyPr>
            <a:normAutofit/>
          </a:bodyPr>
          <a:lstStyle/>
          <a:p>
            <a:r>
              <a:rPr lang="en-US" sz="3600" dirty="0"/>
              <a:t>2. Nested Loops – A Loop Inside Another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234890-C6FC-8F4D-9964-8EC69F424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375" y="990600"/>
            <a:ext cx="461963" cy="2895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8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8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53CF598-799B-8F39-917F-968B7AACC4DB}"/>
              </a:ext>
            </a:extLst>
          </p:cNvPr>
          <p:cNvGrpSpPr/>
          <p:nvPr/>
        </p:nvGrpSpPr>
        <p:grpSpPr>
          <a:xfrm>
            <a:off x="9699566" y="778621"/>
            <a:ext cx="2336113" cy="6167658"/>
            <a:chOff x="9699566" y="778621"/>
            <a:chExt cx="2336113" cy="6167658"/>
          </a:xfrm>
        </p:grpSpPr>
        <p:grpSp>
          <p:nvGrpSpPr>
            <p:cNvPr id="24" name="Group 23"/>
            <p:cNvGrpSpPr/>
            <p:nvPr/>
          </p:nvGrpSpPr>
          <p:grpSpPr>
            <a:xfrm>
              <a:off x="9699566" y="778621"/>
              <a:ext cx="2336113" cy="5286383"/>
              <a:chOff x="7259638" y="471488"/>
              <a:chExt cx="1880394" cy="3840162"/>
            </a:xfrm>
          </p:grpSpPr>
          <p:sp>
            <p:nvSpPr>
              <p:cNvPr id="17" name="Rectangle 7"/>
              <p:cNvSpPr>
                <a:spLocks noChangeArrowheads="1"/>
              </p:cNvSpPr>
              <p:nvPr/>
            </p:nvSpPr>
            <p:spPr bwMode="auto">
              <a:xfrm>
                <a:off x="7259638" y="471488"/>
                <a:ext cx="1728787" cy="3840162"/>
              </a:xfrm>
              <a:prstGeom prst="rect">
                <a:avLst/>
              </a:prstGeom>
              <a:solidFill>
                <a:srgbClr val="D9D8E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9933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1 1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9933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1 2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9933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1 3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9933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1 4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2 1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2 2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2 3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2 4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3 1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3 2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3 3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3 4</a:t>
                </a:r>
              </a:p>
            </p:txBody>
          </p:sp>
          <p:sp>
            <p:nvSpPr>
              <p:cNvPr id="18" name="AutoShape 8"/>
              <p:cNvSpPr>
                <a:spLocks/>
              </p:cNvSpPr>
              <p:nvPr/>
            </p:nvSpPr>
            <p:spPr bwMode="auto">
              <a:xfrm>
                <a:off x="7913688" y="549275"/>
                <a:ext cx="153987" cy="1150938"/>
              </a:xfrm>
              <a:prstGeom prst="rightBrace">
                <a:avLst>
                  <a:gd name="adj1" fmla="val 62285"/>
                  <a:gd name="adj2" fmla="val 50000"/>
                </a:avLst>
              </a:prstGeom>
              <a:noFill/>
              <a:ln w="25400">
                <a:solidFill>
                  <a:srgbClr val="9933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400" kern="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9" name="Text Box 9"/>
              <p:cNvSpPr txBox="1">
                <a:spLocks noChangeArrowheads="1"/>
              </p:cNvSpPr>
              <p:nvPr/>
            </p:nvSpPr>
            <p:spPr bwMode="auto">
              <a:xfrm>
                <a:off x="8105775" y="971550"/>
                <a:ext cx="103425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2400" b="0" dirty="0" err="1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</a:t>
                </a:r>
                <a:r>
                  <a:rPr lang="en-US" altLang="zh-TW" sz="2400" b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= 1</a:t>
                </a:r>
              </a:p>
            </p:txBody>
          </p:sp>
          <p:sp>
            <p:nvSpPr>
              <p:cNvPr id="20" name="AutoShape 10"/>
              <p:cNvSpPr>
                <a:spLocks/>
              </p:cNvSpPr>
              <p:nvPr/>
            </p:nvSpPr>
            <p:spPr bwMode="auto">
              <a:xfrm>
                <a:off x="7913688" y="1778000"/>
                <a:ext cx="153987" cy="1150938"/>
              </a:xfrm>
              <a:prstGeom prst="rightBrace">
                <a:avLst>
                  <a:gd name="adj1" fmla="val 62285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400" kern="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1" name="Text Box 11"/>
              <p:cNvSpPr txBox="1">
                <a:spLocks noChangeArrowheads="1"/>
              </p:cNvSpPr>
              <p:nvPr/>
            </p:nvSpPr>
            <p:spPr bwMode="auto">
              <a:xfrm>
                <a:off x="8105775" y="2200275"/>
                <a:ext cx="103425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2400" b="0" dirty="0" err="1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</a:t>
                </a:r>
                <a:r>
                  <a:rPr lang="en-US" altLang="zh-TW" sz="2400" b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= 2</a:t>
                </a:r>
              </a:p>
            </p:txBody>
          </p:sp>
          <p:sp>
            <p:nvSpPr>
              <p:cNvPr id="22" name="AutoShape 12"/>
              <p:cNvSpPr>
                <a:spLocks/>
              </p:cNvSpPr>
              <p:nvPr/>
            </p:nvSpPr>
            <p:spPr bwMode="auto">
              <a:xfrm>
                <a:off x="7913688" y="3006725"/>
                <a:ext cx="153987" cy="1150938"/>
              </a:xfrm>
              <a:prstGeom prst="rightBrace">
                <a:avLst>
                  <a:gd name="adj1" fmla="val 62285"/>
                  <a:gd name="adj2" fmla="val 50000"/>
                </a:avLst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400" kern="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3" name="Text Box 13"/>
              <p:cNvSpPr txBox="1">
                <a:spLocks noChangeArrowheads="1"/>
              </p:cNvSpPr>
              <p:nvPr/>
            </p:nvSpPr>
            <p:spPr bwMode="auto">
              <a:xfrm>
                <a:off x="8105775" y="3429000"/>
                <a:ext cx="103425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2400" b="0" dirty="0" err="1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</a:t>
                </a:r>
                <a:r>
                  <a:rPr lang="en-US" altLang="zh-TW" sz="2400" b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= 3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D0C0E0-B0D7-4C43-92A4-65046BA54EE4}"/>
                </a:ext>
              </a:extLst>
            </p:cNvPr>
            <p:cNvSpPr txBox="1"/>
            <p:nvPr/>
          </p:nvSpPr>
          <p:spPr>
            <a:xfrm>
              <a:off x="9754633" y="5869061"/>
              <a:ext cx="3810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/>
                <a:t>↑</a:t>
              </a:r>
            </a:p>
            <a:p>
              <a:pPr algn="ctr"/>
              <a:r>
                <a:rPr lang="en-GB" sz="3200" b="1" dirty="0">
                  <a:solidFill>
                    <a:schemeClr val="accent3">
                      <a:lumMod val="50000"/>
                    </a:schemeClr>
                  </a:solidFill>
                </a:rPr>
                <a:t> </a:t>
              </a:r>
              <a:r>
                <a:rPr lang="en-GB" sz="3200" b="1" dirty="0" err="1">
                  <a:solidFill>
                    <a:schemeClr val="accent3">
                      <a:lumMod val="50000"/>
                    </a:schemeClr>
                  </a:solidFill>
                </a:rPr>
                <a:t>i</a:t>
              </a:r>
              <a:endParaRPr lang="en-GB" sz="3200" b="1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AB37CF5-2782-7B45-84D0-3889C2DFE234}"/>
                </a:ext>
              </a:extLst>
            </p:cNvPr>
            <p:cNvSpPr txBox="1"/>
            <p:nvPr/>
          </p:nvSpPr>
          <p:spPr>
            <a:xfrm>
              <a:off x="10135633" y="5853025"/>
              <a:ext cx="3810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/>
                <a:t>↑</a:t>
              </a:r>
            </a:p>
            <a:p>
              <a:pPr algn="ctr"/>
              <a:r>
                <a:rPr lang="en-GB" sz="3200" b="1" dirty="0">
                  <a:solidFill>
                    <a:schemeClr val="accent5">
                      <a:lumMod val="50000"/>
                    </a:schemeClr>
                  </a:solidFill>
                </a:rPr>
                <a:t> j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4161556"/>
            <a:ext cx="8840233" cy="20106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3600" dirty="0">
                <a:ea typeface="新細明體"/>
              </a:rPr>
              <a:t>For each </a:t>
            </a:r>
            <a:r>
              <a:rPr lang="en-US" altLang="zh-TW" sz="3600" b="1" dirty="0">
                <a:ea typeface="新細明體"/>
              </a:rPr>
              <a:t>outer loop</a:t>
            </a:r>
            <a:r>
              <a:rPr lang="en-US" altLang="zh-TW" sz="3600" dirty="0">
                <a:ea typeface="新細明體"/>
              </a:rPr>
              <a:t> iteration, the </a:t>
            </a:r>
            <a:br>
              <a:rPr lang="en-US" altLang="zh-TW" sz="3600" dirty="0">
                <a:ea typeface="新細明體"/>
              </a:rPr>
            </a:br>
            <a:r>
              <a:rPr lang="en-US" altLang="zh-TW" sz="3600" b="1" dirty="0">
                <a:ea typeface="新細明體"/>
              </a:rPr>
              <a:t>inner loop</a:t>
            </a:r>
            <a:r>
              <a:rPr lang="en-US" altLang="zh-TW" sz="3600" dirty="0">
                <a:ea typeface="新細明體"/>
              </a:rPr>
              <a:t> iterates for 4 times.</a:t>
            </a:r>
          </a:p>
          <a:p>
            <a:pPr lvl="1"/>
            <a:r>
              <a:rPr lang="en-US" sz="3200" dirty="0"/>
              <a:t>Total # of </a:t>
            </a:r>
            <a:r>
              <a:rPr lang="en-US" sz="3200" dirty="0" err="1"/>
              <a:t>printf</a:t>
            </a:r>
            <a:r>
              <a:rPr lang="en-US" sz="3200" dirty="0"/>
              <a:t>() = 3 * 4 = 12 times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94338" y="990600"/>
            <a:ext cx="8456221" cy="2895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8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8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8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8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8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8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800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(j = </a:t>
            </a:r>
            <a:r>
              <a:rPr lang="en-US" altLang="zh-TW" sz="28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j &lt;= </a:t>
            </a:r>
            <a:r>
              <a:rPr lang="en-US" altLang="zh-TW" sz="28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8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j++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8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8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%d\n"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800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8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3003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912E8-AF27-3127-8649-9FC437C07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>
            <a:extLst>
              <a:ext uri="{FF2B5EF4-FFF2-40B4-BE49-F238E27FC236}">
                <a16:creationId xmlns:a16="http://schemas.microsoft.com/office/drawing/2014/main" id="{4A88B377-2D68-696C-14CE-4286061D7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4338" y="3962400"/>
            <a:ext cx="2147764" cy="5317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F5A9935-BD36-27AB-8961-CADBA84178A3}"/>
              </a:ext>
            </a:extLst>
          </p:cNvPr>
          <p:cNvSpPr txBox="1">
            <a:spLocks/>
          </p:cNvSpPr>
          <p:nvPr/>
        </p:nvSpPr>
        <p:spPr>
          <a:xfrm>
            <a:off x="396119" y="3864429"/>
            <a:ext cx="9314333" cy="2711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/>
              <a:t>The whole loop is considered as only </a:t>
            </a:r>
            <a:r>
              <a:rPr lang="en-US" altLang="zh-TW" sz="3600" u="sng" dirty="0"/>
              <a:t>ONE</a:t>
            </a:r>
            <a:r>
              <a:rPr lang="en-US" altLang="zh-TW" sz="3600" dirty="0"/>
              <a:t> statement</a:t>
            </a:r>
          </a:p>
          <a:p>
            <a:r>
              <a:rPr lang="en-US" altLang="zh-TW" sz="3600" dirty="0"/>
              <a:t>We can </a:t>
            </a:r>
            <a:r>
              <a:rPr lang="en-US" altLang="zh-TW" sz="3600" dirty="0">
                <a:highlight>
                  <a:srgbClr val="FFFF00"/>
                </a:highlight>
              </a:rPr>
              <a:t>delete</a:t>
            </a:r>
            <a:r>
              <a:rPr lang="en-US" altLang="zh-TW" sz="3600" dirty="0"/>
              <a:t> the brace </a:t>
            </a:r>
            <a:r>
              <a:rPr lang="en-US" altLang="zh-TW" sz="3600" dirty="0">
                <a:highlight>
                  <a:srgbClr val="FFFF00"/>
                </a:highlight>
              </a:rPr>
              <a:t>{}</a:t>
            </a:r>
          </a:p>
          <a:p>
            <a:r>
              <a:rPr lang="en-US" altLang="zh-TW" sz="3600" dirty="0"/>
              <a:t> i.e. no semi-colon (;) required in line 2 &amp; 3</a:t>
            </a:r>
            <a:endParaRPr lang="en-US" sz="3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A85DB-B24D-9C39-67B1-6A6998CD2DE2}"/>
              </a:ext>
            </a:extLst>
          </p:cNvPr>
          <p:cNvSpPr/>
          <p:nvPr/>
        </p:nvSpPr>
        <p:spPr>
          <a:xfrm>
            <a:off x="1641672" y="1555758"/>
            <a:ext cx="6435528" cy="233044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E41AA2-83BA-B814-775B-3A5D6FDAE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747" y="1981201"/>
            <a:ext cx="5561047" cy="1447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F3244-E2E1-3D30-FDCB-A92380B1E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4338" y="990600"/>
            <a:ext cx="8456221" cy="2895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8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8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8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8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8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8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800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r>
              <a:rPr lang="en-US" altLang="zh-TW" sz="2800" strike="sngStrike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(j = </a:t>
            </a:r>
            <a:r>
              <a:rPr lang="en-US" altLang="zh-TW" sz="28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j &lt;= </a:t>
            </a:r>
            <a:r>
              <a:rPr lang="en-US" altLang="zh-TW" sz="28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800" dirty="0" err="1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j++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8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8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%d\n"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800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8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strike="sngStrike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36AE19-F35B-EAC9-53F6-D3E91AC83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3" cy="838200"/>
          </a:xfrm>
        </p:spPr>
        <p:txBody>
          <a:bodyPr>
            <a:normAutofit/>
          </a:bodyPr>
          <a:lstStyle/>
          <a:p>
            <a:r>
              <a:rPr lang="en-US" sz="3600" dirty="0"/>
              <a:t>2. Nested Loops – A Loop Inside Another Loop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F7037-70EA-CDD5-2B70-8D2FDC8F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506EA3-0CB9-F4DC-01C6-37BB31533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375" y="990600"/>
            <a:ext cx="461963" cy="2895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8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8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28F15D4-D78F-B1BC-D7DC-7F755932A527}"/>
              </a:ext>
            </a:extLst>
          </p:cNvPr>
          <p:cNvGrpSpPr/>
          <p:nvPr/>
        </p:nvGrpSpPr>
        <p:grpSpPr>
          <a:xfrm>
            <a:off x="9699566" y="778621"/>
            <a:ext cx="2336113" cy="6167658"/>
            <a:chOff x="9699566" y="778621"/>
            <a:chExt cx="2336113" cy="616765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F61ED11-66A5-6657-4D1A-FA81B76D5B73}"/>
                </a:ext>
              </a:extLst>
            </p:cNvPr>
            <p:cNvGrpSpPr/>
            <p:nvPr/>
          </p:nvGrpSpPr>
          <p:grpSpPr>
            <a:xfrm>
              <a:off x="9699566" y="778621"/>
              <a:ext cx="2336113" cy="5286383"/>
              <a:chOff x="7259638" y="471488"/>
              <a:chExt cx="1880394" cy="3840162"/>
            </a:xfrm>
          </p:grpSpPr>
          <p:sp>
            <p:nvSpPr>
              <p:cNvPr id="17" name="Rectangle 7">
                <a:extLst>
                  <a:ext uri="{FF2B5EF4-FFF2-40B4-BE49-F238E27FC236}">
                    <a16:creationId xmlns:a16="http://schemas.microsoft.com/office/drawing/2014/main" id="{CF1FD991-360B-06EE-8D2C-ED5F614CA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9638" y="471488"/>
                <a:ext cx="1728787" cy="3840162"/>
              </a:xfrm>
              <a:prstGeom prst="rect">
                <a:avLst/>
              </a:prstGeom>
              <a:solidFill>
                <a:srgbClr val="D9D8E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9933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1 1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9933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1 2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9933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1 3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9933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1 4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2 1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2 2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2 3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2 4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3 1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3 2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3 3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800" b="0" kern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3 4</a:t>
                </a:r>
              </a:p>
            </p:txBody>
          </p:sp>
          <p:sp>
            <p:nvSpPr>
              <p:cNvPr id="18" name="AutoShape 8">
                <a:extLst>
                  <a:ext uri="{FF2B5EF4-FFF2-40B4-BE49-F238E27FC236}">
                    <a16:creationId xmlns:a16="http://schemas.microsoft.com/office/drawing/2014/main" id="{883786F2-952D-223C-A065-743771D591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3688" y="549275"/>
                <a:ext cx="153987" cy="1150938"/>
              </a:xfrm>
              <a:prstGeom prst="rightBrace">
                <a:avLst>
                  <a:gd name="adj1" fmla="val 62285"/>
                  <a:gd name="adj2" fmla="val 50000"/>
                </a:avLst>
              </a:prstGeom>
              <a:noFill/>
              <a:ln w="25400">
                <a:solidFill>
                  <a:srgbClr val="9933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400" kern="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9" name="Text Box 9">
                <a:extLst>
                  <a:ext uri="{FF2B5EF4-FFF2-40B4-BE49-F238E27FC236}">
                    <a16:creationId xmlns:a16="http://schemas.microsoft.com/office/drawing/2014/main" id="{B4174B9A-4C5D-B4D9-920A-FD9CF7288A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05775" y="971550"/>
                <a:ext cx="103425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2400" b="0" dirty="0" err="1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</a:t>
                </a:r>
                <a:r>
                  <a:rPr lang="en-US" altLang="zh-TW" sz="2400" b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= 1</a:t>
                </a:r>
              </a:p>
            </p:txBody>
          </p:sp>
          <p:sp>
            <p:nvSpPr>
              <p:cNvPr id="20" name="AutoShape 10">
                <a:extLst>
                  <a:ext uri="{FF2B5EF4-FFF2-40B4-BE49-F238E27FC236}">
                    <a16:creationId xmlns:a16="http://schemas.microsoft.com/office/drawing/2014/main" id="{BB3CBB07-6AEB-B655-4DB5-8E7DAAE03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3688" y="1778000"/>
                <a:ext cx="153987" cy="1150938"/>
              </a:xfrm>
              <a:prstGeom prst="rightBrace">
                <a:avLst>
                  <a:gd name="adj1" fmla="val 62285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400" kern="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1" name="Text Box 11">
                <a:extLst>
                  <a:ext uri="{FF2B5EF4-FFF2-40B4-BE49-F238E27FC236}">
                    <a16:creationId xmlns:a16="http://schemas.microsoft.com/office/drawing/2014/main" id="{DD5F32D6-25C6-FA3B-6D84-69B7585B2C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05775" y="2200275"/>
                <a:ext cx="103425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2400" b="0" dirty="0" err="1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</a:t>
                </a:r>
                <a:r>
                  <a:rPr lang="en-US" altLang="zh-TW" sz="2400" b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= 2</a:t>
                </a:r>
              </a:p>
            </p:txBody>
          </p:sp>
          <p:sp>
            <p:nvSpPr>
              <p:cNvPr id="22" name="AutoShape 12">
                <a:extLst>
                  <a:ext uri="{FF2B5EF4-FFF2-40B4-BE49-F238E27FC236}">
                    <a16:creationId xmlns:a16="http://schemas.microsoft.com/office/drawing/2014/main" id="{83720456-8957-2BAD-4CE2-82F34078CA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3688" y="3006725"/>
                <a:ext cx="153987" cy="1150938"/>
              </a:xfrm>
              <a:prstGeom prst="rightBrace">
                <a:avLst>
                  <a:gd name="adj1" fmla="val 62285"/>
                  <a:gd name="adj2" fmla="val 50000"/>
                </a:avLst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no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400" kern="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3" name="Text Box 13">
                <a:extLst>
                  <a:ext uri="{FF2B5EF4-FFF2-40B4-BE49-F238E27FC236}">
                    <a16:creationId xmlns:a16="http://schemas.microsoft.com/office/drawing/2014/main" id="{C0AEBA74-F6F7-B81E-CA48-4C688DE0F2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05775" y="3429000"/>
                <a:ext cx="103425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2400" b="0" dirty="0" err="1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</a:t>
                </a:r>
                <a:r>
                  <a:rPr lang="en-US" altLang="zh-TW" sz="2400" b="0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= 3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C4C526-3E2B-D885-11DE-E0CE705E0102}"/>
                </a:ext>
              </a:extLst>
            </p:cNvPr>
            <p:cNvSpPr txBox="1"/>
            <p:nvPr/>
          </p:nvSpPr>
          <p:spPr>
            <a:xfrm>
              <a:off x="9754633" y="5869061"/>
              <a:ext cx="3810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/>
                <a:t>↑</a:t>
              </a:r>
            </a:p>
            <a:p>
              <a:pPr algn="ctr"/>
              <a:r>
                <a:rPr lang="en-GB" sz="3200" b="1" dirty="0">
                  <a:solidFill>
                    <a:schemeClr val="accent3">
                      <a:lumMod val="50000"/>
                    </a:schemeClr>
                  </a:solidFill>
                </a:rPr>
                <a:t> </a:t>
              </a:r>
              <a:r>
                <a:rPr lang="en-GB" sz="3200" b="1" dirty="0" err="1">
                  <a:solidFill>
                    <a:schemeClr val="accent3">
                      <a:lumMod val="50000"/>
                    </a:schemeClr>
                  </a:solidFill>
                </a:rPr>
                <a:t>i</a:t>
              </a:r>
              <a:endParaRPr lang="en-GB" sz="3200" b="1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695A2FC-75E8-A52E-02C2-606899D5A223}"/>
                </a:ext>
              </a:extLst>
            </p:cNvPr>
            <p:cNvSpPr txBox="1"/>
            <p:nvPr/>
          </p:nvSpPr>
          <p:spPr>
            <a:xfrm>
              <a:off x="10135633" y="5853025"/>
              <a:ext cx="3810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/>
                <a:t>↑</a:t>
              </a:r>
            </a:p>
            <a:p>
              <a:pPr algn="ctr"/>
              <a:r>
                <a:rPr lang="en-GB" sz="3200" b="1" dirty="0">
                  <a:solidFill>
                    <a:schemeClr val="accent5">
                      <a:lumMod val="50000"/>
                    </a:schemeClr>
                  </a:solidFill>
                </a:rPr>
                <a:t> j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535179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ACA9-44D6-0172-40A7-F2E27799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CDF7-E300-1334-8869-97657C994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>
            <a:normAutofit/>
          </a:bodyPr>
          <a:lstStyle/>
          <a:p>
            <a:r>
              <a:rPr lang="en-US" dirty="0"/>
              <a:t>2.0. Nested Loop Common Mistakes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544FA-3AB8-DD7A-914C-82DEAF228C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9240" y="990600"/>
                <a:ext cx="10879137" cy="5105400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dirty="0"/>
                  <a:t>Always use a </a:t>
                </a:r>
                <a:r>
                  <a:rPr lang="en-US" b="1" i="1" u="sng" dirty="0"/>
                  <a:t>different looping variables </a:t>
                </a:r>
                <a:r>
                  <a:rPr lang="en-US" dirty="0"/>
                  <a:t>in each layer of nested loops</a:t>
                </a:r>
              </a:p>
              <a:p>
                <a:pPr lvl="1"/>
                <a:r>
                  <a:rPr lang="en-US" dirty="0"/>
                  <a:t>By convention we often use </a:t>
                </a:r>
                <a14:m>
                  <m:oMath xmlns:m="http://schemas.openxmlformats.org/officeDocument/2006/math">
                    <m:r>
                      <a:rPr lang="en-US" b="1" i="1" u="sng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u="sng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u="sng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b="1" i="1" u="sng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u="sng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i="1" u="sng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dirty="0"/>
                  <a:t>What happens if you mistakenly use the same index for different layers of a nested loop? Check out a modified Example #1 below: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9240" y="990600"/>
                <a:ext cx="10879137" cy="5105400"/>
              </a:xfrm>
              <a:blipFill>
                <a:blip r:embed="rId3"/>
                <a:stretch>
                  <a:fillRect l="-1289" t="-155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1804C-3091-09CE-F693-2C21EB9E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EDB0DB-5FA3-501C-6047-3D084005A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616203"/>
            <a:ext cx="6206929" cy="255599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4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4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4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4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4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4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400" b="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4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400" b="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 &lt;= </a:t>
            </a:r>
            <a:r>
              <a:rPr lang="en-US" altLang="zh-TW" sz="24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400" b="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sz="24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4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 "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sz="24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); </a:t>
            </a:r>
            <a:endParaRPr lang="en-US" altLang="zh-TW" sz="24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4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4CA3B-8669-A3F3-4113-0374698671E9}"/>
              </a:ext>
            </a:extLst>
          </p:cNvPr>
          <p:cNvSpPr txBox="1"/>
          <p:nvPr/>
        </p:nvSpPr>
        <p:spPr>
          <a:xfrm>
            <a:off x="7772400" y="3886200"/>
            <a:ext cx="3909777" cy="175432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Can you </a:t>
            </a:r>
            <a:r>
              <a:rPr lang="en-US" sz="2400" u="sng" dirty="0"/>
              <a:t>dry run</a:t>
            </a:r>
            <a:r>
              <a:rPr lang="en-US" sz="2400" dirty="0"/>
              <a:t> the program to see the expected output?</a:t>
            </a:r>
          </a:p>
          <a:p>
            <a:endParaRPr lang="en-US" sz="2400" dirty="0"/>
          </a:p>
          <a:p>
            <a:pPr algn="ctr"/>
            <a:r>
              <a:rPr lang="en-US" sz="3600" dirty="0" err="1"/>
              <a:t>Ureply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8953844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8C46A-76AB-4851-BCBA-1BE465DF0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11658600" cy="4876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cs typeface="Calibri"/>
              </a:rPr>
              <a:t>A nested loop always has an </a:t>
            </a:r>
            <a:r>
              <a:rPr lang="en-US" sz="4000" b="1" dirty="0">
                <a:highlight>
                  <a:srgbClr val="CCFFCC"/>
                </a:highlight>
                <a:cs typeface="Calibri"/>
              </a:rPr>
              <a:t>outer loop</a:t>
            </a:r>
            <a:r>
              <a:rPr lang="en-US" sz="4000" dirty="0">
                <a:cs typeface="Calibri"/>
              </a:rPr>
              <a:t> and </a:t>
            </a:r>
            <a:r>
              <a:rPr lang="en-US" sz="4000" u="sng" dirty="0">
                <a:cs typeface="Calibri"/>
              </a:rPr>
              <a:t>one or more</a:t>
            </a:r>
            <a:r>
              <a:rPr lang="en-US" sz="4000" dirty="0">
                <a:cs typeface="Calibri"/>
              </a:rPr>
              <a:t> </a:t>
            </a:r>
            <a:r>
              <a:rPr lang="en-US" sz="4000" b="1" dirty="0">
                <a:highlight>
                  <a:srgbClr val="00FFFF"/>
                </a:highlight>
                <a:cs typeface="Calibri"/>
              </a:rPr>
              <a:t>inner loops</a:t>
            </a:r>
          </a:p>
          <a:p>
            <a:pPr lvl="4"/>
            <a:endParaRPr lang="en-US" sz="2800" b="1" dirty="0">
              <a:cs typeface="Calibri"/>
            </a:endParaRPr>
          </a:p>
          <a:p>
            <a:r>
              <a:rPr lang="en-US" sz="4000" dirty="0">
                <a:cs typeface="Calibri"/>
              </a:rPr>
              <a:t>Assuming a simple nested loop of 2 levels</a:t>
            </a:r>
            <a:endParaRPr lang="en-US" sz="4000" b="1" dirty="0">
              <a:cs typeface="Calibri"/>
            </a:endParaRPr>
          </a:p>
          <a:p>
            <a:pPr lvl="1"/>
            <a:r>
              <a:rPr lang="en-US" sz="3600" b="1" dirty="0">
                <a:cs typeface="Calibri"/>
              </a:rPr>
              <a:t>Outer loop</a:t>
            </a:r>
            <a:r>
              <a:rPr lang="en-US" sz="3600" dirty="0">
                <a:cs typeface="Calibri"/>
              </a:rPr>
              <a:t> represents repetition at the topmost level</a:t>
            </a:r>
          </a:p>
          <a:p>
            <a:pPr lvl="1"/>
            <a:r>
              <a:rPr lang="en-US" sz="3600" dirty="0">
                <a:cs typeface="Calibri"/>
              </a:rPr>
              <a:t>The inner loop </a:t>
            </a:r>
            <a:r>
              <a:rPr lang="en-US" sz="3600" b="1" dirty="0">
                <a:cs typeface="Calibri"/>
              </a:rPr>
              <a:t>represents a repetition that repeats in every outer loop</a:t>
            </a:r>
          </a:p>
          <a:p>
            <a:pPr marL="0" indent="0">
              <a:buNone/>
            </a:pPr>
            <a:endParaRPr lang="en-US" sz="40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9C263-4067-4022-9803-16AFC1F0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49DC16-112F-924B-83F1-E791F036A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Outer Loop and Inner Loop(s)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7352871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AE64F-3D42-4673-83E8-0B6DB52D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Outer Loop and Inner Loop(s)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8C46A-76AB-4851-BCBA-1BE465DF0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109440"/>
            <a:ext cx="12039600" cy="525779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600" dirty="0">
                <a:cs typeface="Calibri"/>
              </a:rPr>
              <a:t>A good example would be your university life, which involves </a:t>
            </a:r>
            <a:r>
              <a:rPr lang="en-US" sz="3600" u="sng" dirty="0">
                <a:cs typeface="Calibri"/>
              </a:rPr>
              <a:t>nested repetition</a:t>
            </a:r>
            <a:r>
              <a:rPr lang="en-US" sz="3600" dirty="0">
                <a:cs typeface="Calibri"/>
              </a:rPr>
              <a:t>:</a:t>
            </a:r>
          </a:p>
          <a:p>
            <a:pPr lvl="1"/>
            <a:r>
              <a:rPr lang="en-US" sz="3200" dirty="0">
                <a:cs typeface="Calibri"/>
              </a:rPr>
              <a:t>You will likely study for </a:t>
            </a:r>
            <a:r>
              <a:rPr lang="en-US" sz="3200" b="1" dirty="0">
                <a:solidFill>
                  <a:srgbClr val="0070C0"/>
                </a:solidFill>
                <a:cs typeface="Calibri"/>
              </a:rPr>
              <a:t>4 years</a:t>
            </a:r>
          </a:p>
          <a:p>
            <a:pPr lvl="1"/>
            <a:r>
              <a:rPr lang="en-US" sz="3200" dirty="0">
                <a:cs typeface="Calibri"/>
              </a:rPr>
              <a:t>Each year you will have </a:t>
            </a:r>
            <a:r>
              <a:rPr lang="en-US" sz="3200" b="1" dirty="0">
                <a:solidFill>
                  <a:srgbClr val="0070C0"/>
                </a:solidFill>
                <a:cs typeface="Calibri"/>
              </a:rPr>
              <a:t>2 semesters </a:t>
            </a:r>
            <a:r>
              <a:rPr lang="en-US" sz="3200" dirty="0">
                <a:cs typeface="Calibri"/>
              </a:rPr>
              <a:t>(simplified)</a:t>
            </a:r>
          </a:p>
          <a:p>
            <a:pPr lvl="1"/>
            <a:r>
              <a:rPr lang="en-US" sz="3200" dirty="0">
                <a:cs typeface="Calibri"/>
              </a:rPr>
              <a:t>Each semester you will have </a:t>
            </a:r>
            <a:r>
              <a:rPr lang="en-US" sz="3200" b="1" dirty="0">
                <a:solidFill>
                  <a:srgbClr val="0070C0"/>
                </a:solidFill>
                <a:cs typeface="Calibri"/>
              </a:rPr>
              <a:t>13 weeks </a:t>
            </a:r>
            <a:r>
              <a:rPr lang="en-US" sz="3200" dirty="0">
                <a:cs typeface="Calibri"/>
              </a:rPr>
              <a:t>of study (simplified)</a:t>
            </a:r>
          </a:p>
          <a:p>
            <a:pPr lvl="4"/>
            <a:endParaRPr lang="en-US" sz="2400" dirty="0">
              <a:cs typeface="Calibri"/>
            </a:endParaRPr>
          </a:p>
          <a:p>
            <a:r>
              <a:rPr lang="en-US" sz="3600" b="1" dirty="0">
                <a:cs typeface="Calibri"/>
              </a:rPr>
              <a:t>Question:</a:t>
            </a:r>
            <a:r>
              <a:rPr lang="en-US" sz="3600" dirty="0">
                <a:cs typeface="Calibri"/>
              </a:rPr>
              <a:t> Which one of them is the outer loop? Inner loop(s)?</a:t>
            </a:r>
          </a:p>
          <a:p>
            <a:pPr lvl="6"/>
            <a:endParaRPr lang="en-US" sz="2400" dirty="0">
              <a:cs typeface="Calibri"/>
            </a:endParaRPr>
          </a:p>
          <a:p>
            <a:r>
              <a:rPr lang="en-US" sz="3600" b="1" dirty="0">
                <a:solidFill>
                  <a:srgbClr val="C00000"/>
                </a:solidFill>
                <a:cs typeface="Calibri"/>
              </a:rPr>
              <a:t>From lager to smaller, outer to inner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9C263-4067-4022-9803-16AFC1F0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999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B63891-1ECE-E86F-5E56-99AA62177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636093"/>
            <a:ext cx="3733801" cy="1401379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2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3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4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29F1B757-812F-0226-194F-B9C966551CAE}"/>
              </a:ext>
            </a:extLst>
          </p:cNvPr>
          <p:cNvSpPr/>
          <p:nvPr/>
        </p:nvSpPr>
        <p:spPr>
          <a:xfrm>
            <a:off x="1962702" y="1545110"/>
            <a:ext cx="5047698" cy="102029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1D8E6C-14EB-1749-ADF7-FF66C1428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155566"/>
            <a:ext cx="418352" cy="346683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0030C5A-58BF-5C42-BCE7-46A9CD4FD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Outer Loop and Inner Loop(s)</a:t>
            </a:r>
            <a:endParaRPr lang="en-US" sz="40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42353" y="1155566"/>
            <a:ext cx="8725647" cy="34668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year,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week;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(year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year &lt;= 4; year++) {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"Year %d\n"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year);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634F5F-ACE1-4D88-AB0A-7A22D697D53C}"/>
              </a:ext>
            </a:extLst>
          </p:cNvPr>
          <p:cNvSpPr txBox="1"/>
          <p:nvPr/>
        </p:nvSpPr>
        <p:spPr>
          <a:xfrm>
            <a:off x="6836130" y="3784713"/>
            <a:ext cx="4898669" cy="1569660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The outer loop is obviously the </a:t>
            </a:r>
            <a:r>
              <a:rPr lang="en-US" sz="2400" b="1" dirty="0">
                <a:solidFill>
                  <a:srgbClr val="0070C0"/>
                </a:solidFill>
              </a:rPr>
              <a:t>4 years </a:t>
            </a:r>
            <a:r>
              <a:rPr lang="en-US" sz="2400" dirty="0"/>
              <a:t>you will spend in the university. In the example above, we model your 4 years of university life in C.</a:t>
            </a:r>
            <a:endParaRPr lang="en-US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94340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DC2C83-1514-9648-8B98-5988BE7BA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848" y="1084358"/>
            <a:ext cx="418352" cy="346683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36F34D-9B44-F64A-982F-6222125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Outer Loop and Inner Loop(s)</a:t>
            </a:r>
            <a:endParaRPr lang="en-US" sz="4000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EB5060F-F8E8-98FB-DFE5-E448571DB732}"/>
              </a:ext>
            </a:extLst>
          </p:cNvPr>
          <p:cNvSpPr/>
          <p:nvPr/>
        </p:nvSpPr>
        <p:spPr>
          <a:xfrm>
            <a:off x="851648" y="1499302"/>
            <a:ext cx="6851098" cy="16910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05AEBD3-D154-27CD-9B1B-7C6B9626D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8146" y="1779732"/>
            <a:ext cx="6128302" cy="10667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200" y="1084358"/>
            <a:ext cx="8725648" cy="34668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year,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week;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(year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year &lt;= 4; year++)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"Year %d </a:t>
            </a:r>
            <a:r>
              <a:rPr lang="en-US" altLang="zh-TW" sz="2000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 %d\n"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year,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}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C847E3CC-8AD4-19E1-563F-D39D19AEA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848" y="4195992"/>
            <a:ext cx="4223463" cy="25146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2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2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3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3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4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4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</a:p>
          <a:p>
            <a:endParaRPr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44283-EFA9-45ED-B2CC-11984A48BDC4}"/>
              </a:ext>
            </a:extLst>
          </p:cNvPr>
          <p:cNvSpPr txBox="1"/>
          <p:nvPr/>
        </p:nvSpPr>
        <p:spPr>
          <a:xfrm>
            <a:off x="8218358" y="1192743"/>
            <a:ext cx="3668486" cy="1938992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In each year, you will have </a:t>
            </a:r>
            <a:r>
              <a:rPr lang="en-US" sz="2400" b="1" dirty="0">
                <a:solidFill>
                  <a:srgbClr val="0070C0"/>
                </a:solidFill>
              </a:rPr>
              <a:t>2 semesters</a:t>
            </a:r>
            <a:r>
              <a:rPr lang="en-US" sz="2400" dirty="0"/>
              <a:t>. So the repetitions of semester is modelled by the </a:t>
            </a:r>
            <a:r>
              <a:rPr lang="en-US" sz="2400" dirty="0">
                <a:highlight>
                  <a:srgbClr val="00FFFF"/>
                </a:highlight>
              </a:rPr>
              <a:t>inner loop </a:t>
            </a:r>
            <a:r>
              <a:rPr lang="en-US" sz="2400" dirty="0"/>
              <a:t>here.</a:t>
            </a:r>
            <a:endParaRPr lang="en-US" sz="2400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A80E6-CC4E-2B86-DB7A-B6A833E29ECF}"/>
              </a:ext>
            </a:extLst>
          </p:cNvPr>
          <p:cNvSpPr txBox="1"/>
          <p:nvPr/>
        </p:nvSpPr>
        <p:spPr>
          <a:xfrm>
            <a:off x="6074940" y="3815026"/>
            <a:ext cx="5734424" cy="2966774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How is the code executed?</a:t>
            </a:r>
          </a:p>
          <a:p>
            <a:r>
              <a:rPr lang="en-US" sz="2800" dirty="0"/>
              <a:t>How is the loop jumping/running?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(year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year &lt;= 4; year++)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"Year %d\n"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year);</a:t>
            </a:r>
          </a:p>
          <a:p>
            <a:pPr>
              <a:lnSpc>
                <a:spcPct val="11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“\t </a:t>
            </a:r>
            <a:r>
              <a:rPr lang="en-US" altLang="zh-TW" sz="2000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 %d\n"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}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52196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6AA62A6A-18AA-194F-53CD-99AD224D8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622402"/>
            <a:ext cx="8383633" cy="2235598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 week 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 week 2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1 week 13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2 week 1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Year 1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2 week 2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B9455D-5965-7043-A009-A861F0ACA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155566"/>
            <a:ext cx="418352" cy="346683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55B39D9-5497-9542-88DD-32258298D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2.1. Outer Loop and Inner Loop(s)</a:t>
            </a:r>
            <a:endParaRPr lang="en-US" sz="4000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249A49F4-329A-E094-C12C-F7B3766956CC}"/>
              </a:ext>
            </a:extLst>
          </p:cNvPr>
          <p:cNvSpPr/>
          <p:nvPr/>
        </p:nvSpPr>
        <p:spPr>
          <a:xfrm>
            <a:off x="1942352" y="1581722"/>
            <a:ext cx="8420848" cy="239189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834A7F9-507D-FF96-937F-0444E2FFC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1616" y="1893899"/>
            <a:ext cx="7819185" cy="16558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70879" y="2241438"/>
            <a:ext cx="7292647" cy="10667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42352" y="1155566"/>
            <a:ext cx="8725648" cy="34668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year,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week;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(year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year &lt;= 4; year++)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  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sem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</a:t>
            </a: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(week = 1; week &lt;= 13; week++) {</a:t>
            </a:r>
          </a:p>
          <a:p>
            <a:pPr>
              <a:lnSpc>
                <a:spcPct val="110000"/>
              </a:lnSpc>
            </a:pPr>
            <a:r>
              <a:rPr lang="en-US" sz="2000" b="0" dirty="0">
                <a:latin typeface="Consolas"/>
                <a:ea typeface="新細明體"/>
                <a:cs typeface="Times New Roman"/>
              </a:rPr>
              <a:t>        </a:t>
            </a:r>
            <a:r>
              <a:rPr lang="en-US" sz="2000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Times New Roman"/>
              </a:rPr>
              <a:t>"Year %d </a:t>
            </a:r>
            <a:r>
              <a:rPr lang="en-US" sz="2000" b="0" dirty="0" err="1">
                <a:solidFill>
                  <a:srgbClr val="3399FF"/>
                </a:solidFill>
                <a:latin typeface="Consolas"/>
                <a:ea typeface="新細明體"/>
                <a:cs typeface="Times New Roman"/>
              </a:rPr>
              <a:t>sem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Times New Roman"/>
              </a:rPr>
              <a:t> %d week %d\n"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,year,sem,week);</a:t>
            </a:r>
            <a:endParaRPr lang="en-US" dirty="0"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}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44283-EFA9-45ED-B2CC-11984A48BDC4}"/>
              </a:ext>
            </a:extLst>
          </p:cNvPr>
          <p:cNvSpPr txBox="1"/>
          <p:nvPr/>
        </p:nvSpPr>
        <p:spPr>
          <a:xfrm>
            <a:off x="6391800" y="4012049"/>
            <a:ext cx="5266799" cy="1938992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cs typeface="Calibri"/>
              </a:rPr>
              <a:t>If we go further, we have roughly </a:t>
            </a:r>
            <a:r>
              <a:rPr lang="en-US" sz="2400" b="1" dirty="0">
                <a:solidFill>
                  <a:srgbClr val="0070C0"/>
                </a:solidFill>
                <a:cs typeface="Calibri"/>
              </a:rPr>
              <a:t>13 weeks </a:t>
            </a:r>
            <a:r>
              <a:rPr lang="en-US" sz="2400" dirty="0">
                <a:cs typeface="Calibri"/>
              </a:rPr>
              <a:t>in each semester. So we can have a </a:t>
            </a:r>
            <a:r>
              <a:rPr lang="en-US" sz="2400" dirty="0">
                <a:highlight>
                  <a:srgbClr val="CCCCFF"/>
                </a:highlight>
                <a:cs typeface="Calibri"/>
              </a:rPr>
              <a:t>further inner loop </a:t>
            </a:r>
            <a:r>
              <a:rPr lang="en-US" sz="2400" dirty="0">
                <a:cs typeface="Calibri"/>
              </a:rPr>
              <a:t>to the semester loop. This makes our nested loop a 3-layer one. </a:t>
            </a:r>
          </a:p>
        </p:txBody>
      </p:sp>
    </p:spTree>
    <p:extLst>
      <p:ext uri="{BB962C8B-B14F-4D97-AF65-F5344CB8AC3E}">
        <p14:creationId xmlns:p14="http://schemas.microsoft.com/office/powerpoint/2010/main" val="34060954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Line 2"/>
          <p:cNvSpPr>
            <a:spLocks noChangeShapeType="1"/>
          </p:cNvSpPr>
          <p:nvPr/>
        </p:nvSpPr>
        <p:spPr bwMode="auto">
          <a:xfrm flipH="1">
            <a:off x="4038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>
            <a:off x="4114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 flipH="1">
            <a:off x="4038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H="1">
            <a:off x="4038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1D50921-2CCD-1D4D-8CBB-0BA283C0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6D1E57-6900-5B54-8A9C-E746214F9023}"/>
              </a:ext>
            </a:extLst>
          </p:cNvPr>
          <p:cNvGrpSpPr/>
          <p:nvPr/>
        </p:nvGrpSpPr>
        <p:grpSpPr>
          <a:xfrm>
            <a:off x="457199" y="1717313"/>
            <a:ext cx="11628518" cy="2384300"/>
            <a:chOff x="451337" y="3202077"/>
            <a:chExt cx="11628518" cy="2384300"/>
          </a:xfrm>
        </p:grpSpPr>
        <p:pic>
          <p:nvPicPr>
            <p:cNvPr id="2" name="Picture 2" descr="Transpose of a Matrix in Python | Python Program to Print Transpose of a  matrix">
              <a:extLst>
                <a:ext uri="{FF2B5EF4-FFF2-40B4-BE49-F238E27FC236}">
                  <a16:creationId xmlns:a16="http://schemas.microsoft.com/office/drawing/2014/main" id="{CED3F0DA-C196-B467-B130-0183A33274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41338" y="3202077"/>
              <a:ext cx="3138517" cy="2384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3F30424-2BE6-0E7C-1719-28A61D0106DC}"/>
                    </a:ext>
                  </a:extLst>
                </p:cNvPr>
                <p:cNvSpPr txBox="1"/>
                <p:nvPr/>
              </p:nvSpPr>
              <p:spPr>
                <a:xfrm>
                  <a:off x="1966516" y="3922482"/>
                  <a:ext cx="2897845" cy="14650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CN" sz="3600" dirty="0"/>
                    <a:t>A=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a14:m>
                  <a:endParaRPr lang="LID4096" sz="3600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3F30424-2BE6-0E7C-1719-28A61D0106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6516" y="3922482"/>
                  <a:ext cx="2897845" cy="1465016"/>
                </a:xfrm>
                <a:prstGeom prst="rect">
                  <a:avLst/>
                </a:prstGeom>
                <a:blipFill>
                  <a:blip r:embed="rId4"/>
                  <a:stretch>
                    <a:fillRect l="-96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11A3807-D5AF-54CF-9163-43EDF73571EB}"/>
                    </a:ext>
                  </a:extLst>
                </p:cNvPr>
                <p:cNvSpPr txBox="1"/>
                <p:nvPr/>
              </p:nvSpPr>
              <p:spPr>
                <a:xfrm>
                  <a:off x="5101476" y="3830149"/>
                  <a:ext cx="4145507" cy="15573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36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LID4096" sz="3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11A3807-D5AF-54CF-9163-43EDF7357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1476" y="3830149"/>
                  <a:ext cx="4145507" cy="155734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DA19265-3D46-AB92-A0F1-A2EF9A73FEBC}"/>
                </a:ext>
              </a:extLst>
            </p:cNvPr>
            <p:cNvSpPr txBox="1"/>
            <p:nvPr/>
          </p:nvSpPr>
          <p:spPr>
            <a:xfrm>
              <a:off x="451337" y="4347213"/>
              <a:ext cx="139662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200" b="1" dirty="0"/>
                <a:t>Matrix: </a:t>
              </a:r>
              <a:endParaRPr lang="LID4096" sz="3200" b="1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9C9087E-999A-CB63-A3C6-A6B35E1A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/>
              <a:t>2.2. Nested Loops (Example #1)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0B9C6-7A96-DA35-D5AA-A8E5F625982E}"/>
              </a:ext>
            </a:extLst>
          </p:cNvPr>
          <p:cNvSpPr txBox="1"/>
          <p:nvPr/>
        </p:nvSpPr>
        <p:spPr>
          <a:xfrm>
            <a:off x="457199" y="1262098"/>
            <a:ext cx="89239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Calibri"/>
                <a:ea typeface="新細明體"/>
                <a:cs typeface="Times New Roman"/>
              </a:rPr>
              <a:t>Example: Using a nested loop to handle a 2D array</a:t>
            </a:r>
            <a:endParaRPr lang="en-US" altLang="zh-TW" sz="3200" b="1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A96E6A-F905-CCCD-2775-87A2C1701B0B}"/>
                  </a:ext>
                </a:extLst>
              </p:cNvPr>
              <p:cNvSpPr txBox="1"/>
              <p:nvPr/>
            </p:nvSpPr>
            <p:spPr>
              <a:xfrm>
                <a:off x="3200400" y="4642916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TW" sz="2800" b="0" dirty="0">
                    <a:latin typeface="Consolas" panose="020B0609020204030204" pitchFamily="49" charset="0"/>
                    <a:ea typeface="新細明體" pitchFamily="18" charset="-12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TW" sz="2800" b="0" dirty="0">
                    <a:latin typeface="Consolas" panose="020B0609020204030204" pitchFamily="49" charset="0"/>
                    <a:ea typeface="新細明體" pitchFamily="18" charset="-120"/>
                  </a:rPr>
                  <a:t>[</a:t>
                </a:r>
                <a:r>
                  <a:rPr lang="en-US" altLang="zh-TW" sz="2800" b="0" dirty="0" err="1">
                    <a:highlight>
                      <a:srgbClr val="FFFF00"/>
                    </a:highlight>
                    <a:latin typeface="Consolas" panose="020B0609020204030204" pitchFamily="49" charset="0"/>
                    <a:ea typeface="新細明體" pitchFamily="18" charset="-120"/>
                  </a:rPr>
                  <a:t>i</a:t>
                </a:r>
                <a:r>
                  <a:rPr lang="en-US" altLang="zh-TW" sz="2800" b="0" dirty="0">
                    <a:latin typeface="Consolas" panose="020B0609020204030204" pitchFamily="49" charset="0"/>
                    <a:ea typeface="新細明體" pitchFamily="18" charset="-120"/>
                  </a:rPr>
                  <a:t>][</a:t>
                </a:r>
                <a:r>
                  <a:rPr lang="en-US" altLang="zh-TW" sz="2800" b="0" dirty="0">
                    <a:highlight>
                      <a:srgbClr val="00FF00"/>
                    </a:highlight>
                    <a:latin typeface="Consolas" panose="020B0609020204030204" pitchFamily="49" charset="0"/>
                    <a:ea typeface="新細明體" pitchFamily="18" charset="-120"/>
                  </a:rPr>
                  <a:t>j</a:t>
                </a:r>
                <a:r>
                  <a:rPr lang="en-US" altLang="zh-TW" sz="2800" b="0" dirty="0">
                    <a:latin typeface="Consolas" panose="020B0609020204030204" pitchFamily="49" charset="0"/>
                    <a:ea typeface="新細明體" pitchFamily="18" charset="-120"/>
                  </a:rPr>
                  <a:t>] = A[</a:t>
                </a:r>
                <a:r>
                  <a:rPr lang="en-US" altLang="zh-TW" sz="2800" b="0" dirty="0">
                    <a:highlight>
                      <a:srgbClr val="00FF00"/>
                    </a:highlight>
                    <a:latin typeface="Consolas" panose="020B0609020204030204" pitchFamily="49" charset="0"/>
                    <a:ea typeface="新細明體" pitchFamily="18" charset="-120"/>
                  </a:rPr>
                  <a:t>j</a:t>
                </a:r>
                <a:r>
                  <a:rPr lang="en-US" altLang="zh-TW" sz="2800" b="0" dirty="0">
                    <a:latin typeface="Consolas" panose="020B0609020204030204" pitchFamily="49" charset="0"/>
                    <a:ea typeface="新細明體" pitchFamily="18" charset="-120"/>
                  </a:rPr>
                  <a:t>][</a:t>
                </a:r>
                <a:r>
                  <a:rPr lang="en-US" altLang="zh-TW" sz="2800" b="0" dirty="0" err="1">
                    <a:highlight>
                      <a:srgbClr val="FFFF00"/>
                    </a:highlight>
                    <a:latin typeface="Consolas" panose="020B0609020204030204" pitchFamily="49" charset="0"/>
                    <a:ea typeface="新細明體" pitchFamily="18" charset="-120"/>
                  </a:rPr>
                  <a:t>i</a:t>
                </a:r>
                <a:r>
                  <a:rPr lang="en-US" altLang="zh-TW" sz="2800" b="0" dirty="0">
                    <a:latin typeface="Consolas" panose="020B0609020204030204" pitchFamily="49" charset="0"/>
                    <a:ea typeface="新細明體" pitchFamily="18" charset="-120"/>
                  </a:rPr>
                  <a:t>];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A96E6A-F905-CCCD-2775-87A2C1701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642916"/>
                <a:ext cx="6096000" cy="523220"/>
              </a:xfrm>
              <a:prstGeom prst="rect">
                <a:avLst/>
              </a:prstGeom>
              <a:blipFill>
                <a:blip r:embed="rId6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2AB097B-4D52-9944-D3ED-351A686B4565}"/>
              </a:ext>
            </a:extLst>
          </p:cNvPr>
          <p:cNvSpPr txBox="1"/>
          <p:nvPr/>
        </p:nvSpPr>
        <p:spPr>
          <a:xfrm>
            <a:off x="8001000" y="4273377"/>
            <a:ext cx="4108684" cy="17543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3600" b="1" dirty="0"/>
              <a:t>In General</a:t>
            </a:r>
          </a:p>
          <a:p>
            <a:pPr algn="ctr"/>
            <a:r>
              <a:rPr lang="en-US" altLang="zh-CN" sz="3600" b="1" dirty="0"/>
              <a:t>outer is for row</a:t>
            </a:r>
          </a:p>
          <a:p>
            <a:pPr algn="ctr"/>
            <a:r>
              <a:rPr lang="en-US" altLang="zh-CN" sz="3600" b="1" dirty="0"/>
              <a:t>inner for column</a:t>
            </a:r>
            <a:endParaRPr lang="en-US" altLang="zh-CN" sz="3600" b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759271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F3D816F0-4441-496C-84D5-BFC4C90346CF}" type="slidenum">
              <a:rPr lang="zh-TW" altLang="en-US" b="0">
                <a:latin typeface="Calibri" panose="020F0502020204030204" pitchFamily="34" charset="0"/>
              </a:rPr>
              <a:pPr/>
              <a:t>19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32771" name="Line 2"/>
          <p:cNvSpPr>
            <a:spLocks noChangeShapeType="1"/>
          </p:cNvSpPr>
          <p:nvPr/>
        </p:nvSpPr>
        <p:spPr bwMode="auto">
          <a:xfrm flipH="1">
            <a:off x="4038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>
            <a:off x="4114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 flipH="1">
            <a:off x="4038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H="1">
            <a:off x="4038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2057400" y="994360"/>
            <a:ext cx="8610600" cy="57963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A and B represent two 3x3 matrices</a:t>
            </a:r>
          </a:p>
          <a:p>
            <a:pPr eaLnBrk="1" hangingPunct="1"/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A[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][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] = { {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}, {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-1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}, {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} };</a:t>
            </a:r>
          </a:p>
          <a:p>
            <a:pPr eaLnBrk="1" hangingPunct="1"/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B[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][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];	</a:t>
            </a:r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To store the transpose of matrix A</a:t>
            </a:r>
          </a:p>
          <a:p>
            <a:pPr eaLnBrk="1" hangingPunct="1"/>
            <a:r>
              <a:rPr lang="en-US" altLang="zh-TW" b="0" dirty="0" err="1">
                <a:solidFill>
                  <a:schemeClr val="hlink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b="0" dirty="0">
                <a:solidFill>
                  <a:schemeClr val="hlink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, j;</a:t>
            </a:r>
          </a:p>
          <a:p>
            <a:pPr eaLnBrk="1" hangingPunct="1"/>
            <a:endParaRPr lang="en-US" altLang="zh-TW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Store transpose of A in B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for (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&lt;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++)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   for (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j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j &lt;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j++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)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       B[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][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j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] = A[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j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][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];</a:t>
            </a:r>
          </a:p>
          <a:p>
            <a:pPr eaLnBrk="1" hangingPunct="1"/>
            <a:endParaRPr lang="en-US" altLang="zh-TW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Print matrix A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for (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&lt;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++) {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   for (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j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j &lt;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j++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)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"%4d"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, A[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][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j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]);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);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}</a:t>
            </a:r>
          </a:p>
          <a:p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);</a:t>
            </a:r>
          </a:p>
          <a:p>
            <a:pPr eaLnBrk="1" hangingPunct="1"/>
            <a:endParaRPr lang="en-US" altLang="zh-TW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Repeat the above for-loop for matrix B</a:t>
            </a:r>
          </a:p>
          <a:p>
            <a:pPr eaLnBrk="1" hangingPunct="1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</a:rPr>
              <a:t>...</a:t>
            </a: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1524000" y="994359"/>
            <a:ext cx="5334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18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19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20</a:t>
            </a:r>
          </a:p>
        </p:txBody>
      </p:sp>
      <p:sp>
        <p:nvSpPr>
          <p:cNvPr id="32777" name="Rectangle 8"/>
          <p:cNvSpPr>
            <a:spLocks noChangeArrowheads="1"/>
          </p:cNvSpPr>
          <p:nvPr/>
        </p:nvSpPr>
        <p:spPr bwMode="auto">
          <a:xfrm>
            <a:off x="8212138" y="4162318"/>
            <a:ext cx="2286000" cy="201930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>
            <a:lvl1pPr marL="457200" indent="-4572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1   2   3   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0  -1   2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0   0   1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1   0   0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2  -1   0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3   2   1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32778" name="Text Box 9"/>
          <p:cNvSpPr txBox="1">
            <a:spLocks noChangeArrowheads="1"/>
          </p:cNvSpPr>
          <p:nvPr/>
        </p:nvSpPr>
        <p:spPr bwMode="auto">
          <a:xfrm>
            <a:off x="7010400" y="2823159"/>
            <a:ext cx="3487738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alibri"/>
                <a:ea typeface="新細明體"/>
                <a:cs typeface="Times New Roman"/>
              </a:rPr>
              <a:t>Example: Using a nested loop to handle a 2D array</a:t>
            </a:r>
            <a:endParaRPr lang="en-US" altLang="zh-TW" b="0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C56AE-6B52-4166-832C-0D774AB8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/>
              <a:t>2.2. Nested Loops (Example #1)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F5326183-3297-05DB-B99E-EB4F33A91D4A}"/>
              </a:ext>
            </a:extLst>
          </p:cNvPr>
          <p:cNvSpPr/>
          <p:nvPr/>
        </p:nvSpPr>
        <p:spPr>
          <a:xfrm rot="19691695">
            <a:off x="8485157" y="4390328"/>
            <a:ext cx="1446667" cy="3773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12">
            <a:extLst>
              <a:ext uri="{FF2B5EF4-FFF2-40B4-BE49-F238E27FC236}">
                <a16:creationId xmlns:a16="http://schemas.microsoft.com/office/drawing/2014/main" id="{3AA7E351-3E4A-B3D1-3199-761BF85328D8}"/>
              </a:ext>
            </a:extLst>
          </p:cNvPr>
          <p:cNvSpPr/>
          <p:nvPr/>
        </p:nvSpPr>
        <p:spPr>
          <a:xfrm rot="19691695">
            <a:off x="8498048" y="5507614"/>
            <a:ext cx="1446667" cy="3773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3">
            <a:extLst>
              <a:ext uri="{FF2B5EF4-FFF2-40B4-BE49-F238E27FC236}">
                <a16:creationId xmlns:a16="http://schemas.microsoft.com/office/drawing/2014/main" id="{12DF7F7F-B6C4-5B5D-C831-E9B8F2C4BA57}"/>
              </a:ext>
            </a:extLst>
          </p:cNvPr>
          <p:cNvCxnSpPr/>
          <p:nvPr/>
        </p:nvCxnSpPr>
        <p:spPr>
          <a:xfrm flipV="1">
            <a:off x="8942268" y="3566183"/>
            <a:ext cx="1357086" cy="7749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15">
            <a:extLst>
              <a:ext uri="{FF2B5EF4-FFF2-40B4-BE49-F238E27FC236}">
                <a16:creationId xmlns:a16="http://schemas.microsoft.com/office/drawing/2014/main" id="{80796BDE-C384-0647-B36E-7416BAABDD56}"/>
              </a:ext>
            </a:extLst>
          </p:cNvPr>
          <p:cNvCxnSpPr>
            <a:cxnSpLocks/>
          </p:cNvCxnSpPr>
          <p:nvPr/>
        </p:nvCxnSpPr>
        <p:spPr>
          <a:xfrm flipH="1">
            <a:off x="8324654" y="5938201"/>
            <a:ext cx="1204686" cy="73025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5902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7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7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7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7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7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7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7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77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77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59E37-C057-CBAC-2F8A-BEE21C75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Line 2">
            <a:extLst>
              <a:ext uri="{FF2B5EF4-FFF2-40B4-BE49-F238E27FC236}">
                <a16:creationId xmlns:a16="http://schemas.microsoft.com/office/drawing/2014/main" id="{9F229245-15FA-B6AF-874D-0B26D3C63A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2" name="Line 3">
            <a:extLst>
              <a:ext uri="{FF2B5EF4-FFF2-40B4-BE49-F238E27FC236}">
                <a16:creationId xmlns:a16="http://schemas.microsoft.com/office/drawing/2014/main" id="{67874830-7A28-1EB9-F921-28177E712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3" name="Line 4">
            <a:extLst>
              <a:ext uri="{FF2B5EF4-FFF2-40B4-BE49-F238E27FC236}">
                <a16:creationId xmlns:a16="http://schemas.microsoft.com/office/drawing/2014/main" id="{E04A4D5B-AE9C-6D84-E4B1-67EBE4ECBD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4" name="Line 5">
            <a:extLst>
              <a:ext uri="{FF2B5EF4-FFF2-40B4-BE49-F238E27FC236}">
                <a16:creationId xmlns:a16="http://schemas.microsoft.com/office/drawing/2014/main" id="{1B1A72AD-19B4-4ABF-4208-A447C46375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6BB72F3E-392D-F889-C52B-23B71DEA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749D43-B1F9-1291-3089-71FBC7B5C54B}"/>
              </a:ext>
            </a:extLst>
          </p:cNvPr>
          <p:cNvGrpSpPr/>
          <p:nvPr/>
        </p:nvGrpSpPr>
        <p:grpSpPr>
          <a:xfrm>
            <a:off x="457199" y="2376161"/>
            <a:ext cx="6759054" cy="1557349"/>
            <a:chOff x="451337" y="3860925"/>
            <a:chExt cx="6759054" cy="15573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9C7801A-19DB-A9BB-903E-7236526A94BF}"/>
                    </a:ext>
                  </a:extLst>
                </p:cNvPr>
                <p:cNvSpPr txBox="1"/>
                <p:nvPr/>
              </p:nvSpPr>
              <p:spPr>
                <a:xfrm>
                  <a:off x="3064884" y="3860925"/>
                  <a:ext cx="4145507" cy="15573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6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36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LID4096" sz="3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9C7801A-19DB-A9BB-903E-7236526A9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4884" y="3860925"/>
                  <a:ext cx="4145507" cy="155734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0194605-A271-C148-79C9-733543269BD6}"/>
                </a:ext>
              </a:extLst>
            </p:cNvPr>
            <p:cNvSpPr txBox="1"/>
            <p:nvPr/>
          </p:nvSpPr>
          <p:spPr>
            <a:xfrm>
              <a:off x="451337" y="4347213"/>
              <a:ext cx="426720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200" b="1" dirty="0"/>
                <a:t>Identity matrix: </a:t>
              </a:r>
              <a:endParaRPr lang="LID4096" sz="3200" b="1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41010D1-95C7-7F4A-1DDF-2F104E0BD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/>
              <a:t>2.2. Nested Loops (Example #)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52B2D-4F3F-9E24-8F88-FA8B72C1E9B7}"/>
              </a:ext>
            </a:extLst>
          </p:cNvPr>
          <p:cNvSpPr txBox="1"/>
          <p:nvPr/>
        </p:nvSpPr>
        <p:spPr>
          <a:xfrm>
            <a:off x="457199" y="1262098"/>
            <a:ext cx="89239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Calibri"/>
                <a:ea typeface="新細明體"/>
                <a:cs typeface="Times New Roman"/>
              </a:rPr>
              <a:t>Example: Using a nested loop to handle a 2D array</a:t>
            </a:r>
            <a:endParaRPr lang="en-US" altLang="zh-TW" sz="3200" b="1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19652E-EE74-3F87-64E2-DE1BA700AB0C}"/>
              </a:ext>
            </a:extLst>
          </p:cNvPr>
          <p:cNvSpPr txBox="1"/>
          <p:nvPr/>
        </p:nvSpPr>
        <p:spPr>
          <a:xfrm>
            <a:off x="8153400" y="2133600"/>
            <a:ext cx="3733800" cy="34470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/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</a:rPr>
              <a:t>Hints:</a:t>
            </a:r>
          </a:p>
          <a:p>
            <a:pPr eaLnBrk="1" hangingPunct="1"/>
            <a:r>
              <a:rPr lang="en-US" altLang="zh-TW" sz="400" b="0" dirty="0">
                <a:latin typeface="Consolas" panose="020B0609020204030204" pitchFamily="49" charset="0"/>
                <a:ea typeface="新細明體" pitchFamily="18" charset="-120"/>
              </a:rPr>
              <a:t> </a:t>
            </a:r>
          </a:p>
          <a:p>
            <a:pPr algn="ctr" eaLnBrk="1" hangingPunct="1"/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</a:rPr>
              <a:t>A[</a:t>
            </a:r>
            <a:r>
              <a:rPr lang="en-US" altLang="zh-TW" sz="2800" b="0" dirty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</a:rPr>
              <a:t>][</a:t>
            </a:r>
            <a:r>
              <a:rPr lang="en-US" altLang="zh-TW" sz="2800" b="0" dirty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</a:rPr>
              <a:t>]==1</a:t>
            </a:r>
          </a:p>
          <a:p>
            <a:pPr algn="ctr" eaLnBrk="1" hangingPunct="1"/>
            <a:endParaRPr lang="en-US" altLang="zh-TW" sz="900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algn="ctr" eaLnBrk="1" hangingPunct="1"/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</a:rPr>
              <a:t>All other ==0</a:t>
            </a:r>
          </a:p>
          <a:p>
            <a:pPr algn="ctr" eaLnBrk="1" hangingPunct="1"/>
            <a:endParaRPr lang="en-US" altLang="zh-TW" sz="900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algn="ctr" eaLnBrk="1" hangingPunct="1"/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</a:rPr>
              <a:t>Need Flag?</a:t>
            </a:r>
          </a:p>
          <a:p>
            <a:pPr algn="ctr" eaLnBrk="1" hangingPunct="1"/>
            <a:endParaRPr lang="en-US" altLang="zh-TW" sz="2800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algn="ctr" eaLnBrk="1" hangingPunct="1"/>
            <a:r>
              <a:rPr lang="en-US" altLang="zh-TW" sz="2800" dirty="0"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</a:rPr>
              <a:t>Practice by yourself</a:t>
            </a:r>
            <a:endParaRPr lang="en-US" altLang="zh-TW" sz="2800" b="0" dirty="0">
              <a:highlight>
                <a:srgbClr val="CCFFCC"/>
              </a:highlight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9802F89-8CBE-82F7-5B8C-D42D80575F6C}"/>
              </a:ext>
            </a:extLst>
          </p:cNvPr>
          <p:cNvSpPr txBox="1"/>
          <p:nvPr/>
        </p:nvSpPr>
        <p:spPr>
          <a:xfrm>
            <a:off x="342900" y="4576263"/>
            <a:ext cx="7543800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/>
            <a:r>
              <a:rPr lang="en-US" altLang="zh-TW" sz="3600" b="0" dirty="0">
                <a:latin typeface="Consolas" panose="020B0609020204030204" pitchFamily="49" charset="0"/>
                <a:ea typeface="新細明體" pitchFamily="18" charset="-120"/>
              </a:rPr>
              <a:t>Given a matrix A[][], </a:t>
            </a:r>
          </a:p>
          <a:p>
            <a:pPr algn="ctr" eaLnBrk="1" hangingPunct="1"/>
            <a:r>
              <a:rPr lang="en-US" altLang="zh-TW" sz="3600" b="0" dirty="0">
                <a:latin typeface="Consolas" panose="020B0609020204030204" pitchFamily="49" charset="0"/>
                <a:ea typeface="新細明體" pitchFamily="18" charset="-120"/>
              </a:rPr>
              <a:t>Output Identity matrix or not</a:t>
            </a:r>
          </a:p>
        </p:txBody>
      </p:sp>
    </p:spTree>
    <p:extLst>
      <p:ext uri="{BB962C8B-B14F-4D97-AF65-F5344CB8AC3E}">
        <p14:creationId xmlns:p14="http://schemas.microsoft.com/office/powerpoint/2010/main" val="28552272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2.3. Nested Loops (Example #2)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11125199" cy="5257800"/>
          </a:xfrm>
        </p:spPr>
        <p:txBody>
          <a:bodyPr>
            <a:normAutofit/>
          </a:bodyPr>
          <a:lstStyle/>
          <a:p>
            <a:r>
              <a:rPr lang="en-US" dirty="0"/>
              <a:t>Objective: Given a positive integer </a:t>
            </a:r>
            <a:r>
              <a:rPr lang="en-US" i="1" dirty="0"/>
              <a:t>N</a:t>
            </a:r>
            <a:r>
              <a:rPr lang="en-US" dirty="0"/>
              <a:t>, output a triangle in the following format (e.g., when </a:t>
            </a:r>
            <a:r>
              <a:rPr lang="en-US" i="1" dirty="0"/>
              <a:t>N</a:t>
            </a:r>
            <a:r>
              <a:rPr lang="en-US" dirty="0"/>
              <a:t> = 5):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855843" y="2410145"/>
            <a:ext cx="1166973" cy="2133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</a:p>
          <a:p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**</a:t>
            </a:r>
          </a:p>
          <a:p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***</a:t>
            </a:r>
          </a:p>
          <a:p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****</a:t>
            </a:r>
          </a:p>
          <a:p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*****</a:t>
            </a:r>
          </a:p>
        </p:txBody>
      </p:sp>
      <p:sp>
        <p:nvSpPr>
          <p:cNvPr id="10" name="Left Brace 9"/>
          <p:cNvSpPr/>
          <p:nvPr/>
        </p:nvSpPr>
        <p:spPr>
          <a:xfrm>
            <a:off x="5367757" y="2445457"/>
            <a:ext cx="304800" cy="2098288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355816" y="3292279"/>
            <a:ext cx="9280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7387" y="4950485"/>
            <a:ext cx="130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 columns</a:t>
            </a:r>
          </a:p>
        </p:txBody>
      </p:sp>
      <p:sp>
        <p:nvSpPr>
          <p:cNvPr id="13" name="Left Brace 12"/>
          <p:cNvSpPr/>
          <p:nvPr/>
        </p:nvSpPr>
        <p:spPr>
          <a:xfrm rot="16200000">
            <a:off x="6286929" y="4188859"/>
            <a:ext cx="304800" cy="1166973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284AC3-CF95-1C10-FAAD-717CB2E90841}"/>
              </a:ext>
            </a:extLst>
          </p:cNvPr>
          <p:cNvSpPr txBox="1">
            <a:spLocks/>
          </p:cNvSpPr>
          <p:nvPr/>
        </p:nvSpPr>
        <p:spPr>
          <a:xfrm>
            <a:off x="-110677" y="4924746"/>
            <a:ext cx="12302677" cy="1447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There are 5 rows (</a:t>
            </a:r>
            <a:r>
              <a:rPr lang="en-US" b="1" dirty="0"/>
              <a:t>outer loop</a:t>
            </a:r>
            <a:r>
              <a:rPr lang="en-US" dirty="0"/>
              <a:t>)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Each row contains * (</a:t>
            </a:r>
            <a:r>
              <a:rPr lang="en-US" b="1" dirty="0"/>
              <a:t>inner loop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BA3F7-97DC-07E8-711A-2E4F694476B8}"/>
              </a:ext>
            </a:extLst>
          </p:cNvPr>
          <p:cNvSpPr txBox="1"/>
          <p:nvPr/>
        </p:nvSpPr>
        <p:spPr>
          <a:xfrm>
            <a:off x="8001000" y="4273377"/>
            <a:ext cx="4108684" cy="17543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3600" b="1" dirty="0"/>
              <a:t>In General</a:t>
            </a:r>
          </a:p>
          <a:p>
            <a:pPr algn="ctr"/>
            <a:r>
              <a:rPr lang="en-US" altLang="zh-CN" sz="3600" b="1" dirty="0"/>
              <a:t>outer is for row</a:t>
            </a:r>
          </a:p>
          <a:p>
            <a:pPr algn="ctr"/>
            <a:r>
              <a:rPr lang="en-US" altLang="zh-CN" sz="3600" b="1" dirty="0"/>
              <a:t>inner for column</a:t>
            </a:r>
            <a:endParaRPr lang="en-US" altLang="zh-CN" sz="3600" b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048719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2.3. Nested Loops (Example #2)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57402" y="1143000"/>
            <a:ext cx="8453437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j, N;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 = ?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40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40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4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40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&lt;= N; </a:t>
            </a:r>
            <a:r>
              <a:rPr lang="en-US" altLang="zh-TW" sz="2400" dirty="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++</a:t>
            </a:r>
            <a:r>
              <a:rPr lang="en-US" altLang="zh-TW" sz="2000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) {        </a:t>
            </a:r>
            <a:r>
              <a:rPr lang="en-US" altLang="zh-TW" sz="2000" b="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// N rows</a:t>
            </a:r>
            <a:endParaRPr lang="en-US" altLang="zh-TW" sz="2000" b="0" dirty="0"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95440" y="1143000"/>
            <a:ext cx="461963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B3B66-CAEF-49BA-8BC1-D27971053EDE}"/>
              </a:ext>
            </a:extLst>
          </p:cNvPr>
          <p:cNvSpPr txBox="1"/>
          <p:nvPr/>
        </p:nvSpPr>
        <p:spPr>
          <a:xfrm>
            <a:off x="6106886" y="3733800"/>
            <a:ext cx="5806234" cy="2308324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To write a nested loop, we first</a:t>
            </a:r>
            <a:r>
              <a:rPr lang="en-US" sz="2400" dirty="0">
                <a:cs typeface="Calibri"/>
              </a:rPr>
              <a:t> need to </a:t>
            </a:r>
            <a:r>
              <a:rPr lang="en-US" altLang="zh-TW" sz="2400" dirty="0">
                <a:cs typeface="Calibri"/>
              </a:rPr>
              <a:t>consider</a:t>
            </a:r>
            <a:r>
              <a:rPr lang="en-US" sz="2400" dirty="0">
                <a:cs typeface="Calibri"/>
              </a:rPr>
              <a:t> what constitutes our </a:t>
            </a:r>
            <a:r>
              <a:rPr lang="en-US" sz="2400" b="1" dirty="0">
                <a:cs typeface="Calibri"/>
              </a:rPr>
              <a:t>outer loop</a:t>
            </a:r>
            <a:r>
              <a:rPr lang="en-US" sz="2400" dirty="0">
                <a:cs typeface="Calibri"/>
              </a:rPr>
              <a:t>. </a:t>
            </a:r>
          </a:p>
          <a:p>
            <a:endParaRPr lang="en-US" sz="2400" dirty="0">
              <a:cs typeface="Calibri"/>
            </a:endParaRPr>
          </a:p>
          <a:p>
            <a:r>
              <a:rPr lang="en-US" sz="2400" dirty="0">
                <a:cs typeface="Calibri"/>
              </a:rPr>
              <a:t>In this example problem, we need to print a total of </a:t>
            </a:r>
            <a:r>
              <a:rPr lang="en-US" sz="2400" i="1" dirty="0">
                <a:cs typeface="Calibri"/>
              </a:rPr>
              <a:t>N</a:t>
            </a:r>
            <a:r>
              <a:rPr lang="en-US" sz="2400" dirty="0">
                <a:cs typeface="Calibri"/>
              </a:rPr>
              <a:t> lines, so an outer loop to count for </a:t>
            </a:r>
            <a:r>
              <a:rPr lang="en-US" sz="2400" i="1" dirty="0">
                <a:cs typeface="Calibri"/>
              </a:rPr>
              <a:t>N</a:t>
            </a:r>
            <a:r>
              <a:rPr lang="en-US" sz="2400" dirty="0">
                <a:cs typeface="Calibri"/>
              </a:rPr>
              <a:t> times would be good.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7C6132-7194-71D2-F0D1-EEB9B871E51D}"/>
              </a:ext>
            </a:extLst>
          </p:cNvPr>
          <p:cNvGrpSpPr/>
          <p:nvPr/>
        </p:nvGrpSpPr>
        <p:grpSpPr>
          <a:xfrm>
            <a:off x="8969646" y="374904"/>
            <a:ext cx="2667000" cy="2133600"/>
            <a:chOff x="8969646" y="374904"/>
            <a:chExt cx="2667000" cy="2133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BF2E2A-27BD-08D1-02A0-D01B8390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9673" y="374904"/>
              <a:ext cx="1166973" cy="21336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9pPr>
            </a:lstStyle>
            <a:p>
              <a:r>
                <a:rPr lang="en-US" altLang="zh-TW" sz="2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</a:t>
              </a:r>
            </a:p>
            <a:p>
              <a:r>
                <a:rPr lang="en-US" altLang="zh-TW" sz="2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**</a:t>
              </a:r>
            </a:p>
            <a:p>
              <a:r>
                <a:rPr lang="en-US" altLang="zh-TW" sz="2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***</a:t>
              </a:r>
            </a:p>
            <a:p>
              <a:r>
                <a:rPr lang="en-US" altLang="zh-TW" sz="2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****</a:t>
              </a:r>
            </a:p>
            <a:p>
              <a:r>
                <a:rPr lang="en-US" altLang="zh-TW" sz="2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*****</a:t>
              </a:r>
            </a:p>
          </p:txBody>
        </p:sp>
        <p:sp>
          <p:nvSpPr>
            <p:cNvPr id="7" name="Left Brace 9">
              <a:extLst>
                <a:ext uri="{FF2B5EF4-FFF2-40B4-BE49-F238E27FC236}">
                  <a16:creationId xmlns:a16="http://schemas.microsoft.com/office/drawing/2014/main" id="{71A20774-5FCC-EA43-52F2-BF5C77248F57}"/>
                </a:ext>
              </a:extLst>
            </p:cNvPr>
            <p:cNvSpPr/>
            <p:nvPr/>
          </p:nvSpPr>
          <p:spPr>
            <a:xfrm>
              <a:off x="9981587" y="410216"/>
              <a:ext cx="304800" cy="2098288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8319E0F-3896-4BE0-64F1-B565AB29015A}"/>
                </a:ext>
              </a:extLst>
            </p:cNvPr>
            <p:cNvSpPr txBox="1"/>
            <p:nvPr/>
          </p:nvSpPr>
          <p:spPr>
            <a:xfrm>
              <a:off x="8969646" y="1257038"/>
              <a:ext cx="9280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N rows</a:t>
              </a:r>
            </a:p>
          </p:txBody>
        </p:sp>
      </p:grpSp>
      <p:sp>
        <p:nvSpPr>
          <p:cNvPr id="11" name="TextBox 6">
            <a:extLst>
              <a:ext uri="{FF2B5EF4-FFF2-40B4-BE49-F238E27FC236}">
                <a16:creationId xmlns:a16="http://schemas.microsoft.com/office/drawing/2014/main" id="{CCEB3D15-C2FF-3774-CE11-C295B3E50BCF}"/>
              </a:ext>
            </a:extLst>
          </p:cNvPr>
          <p:cNvSpPr txBox="1"/>
          <p:nvPr/>
        </p:nvSpPr>
        <p:spPr>
          <a:xfrm>
            <a:off x="256160" y="5153920"/>
            <a:ext cx="3044445" cy="13849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800" b="1" dirty="0"/>
              <a:t>In General</a:t>
            </a:r>
          </a:p>
          <a:p>
            <a:pPr algn="ctr"/>
            <a:r>
              <a:rPr lang="en-US" altLang="zh-CN" sz="2800" b="1" dirty="0"/>
              <a:t>outer is for row</a:t>
            </a:r>
          </a:p>
          <a:p>
            <a:pPr algn="ctr"/>
            <a:r>
              <a:rPr lang="en-US" altLang="zh-CN" sz="2800" b="1" dirty="0"/>
              <a:t>inner for column</a:t>
            </a:r>
            <a:endParaRPr lang="en-US" altLang="zh-CN" sz="2800" b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947806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2.3. Nested Loops (Example #2)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92800" y="1082604"/>
            <a:ext cx="8453437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j, N;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 = ?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N;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++) {        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N rows</a:t>
            </a: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Step 1: print </a:t>
            </a:r>
            <a:r>
              <a:rPr lang="en-US" sz="2000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number of stars</a:t>
            </a:r>
            <a:endParaRPr lang="en-US" sz="2000" b="0" dirty="0">
              <a:solidFill>
                <a:srgbClr val="000000"/>
              </a:solidFill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// i.e. 1 star in line 1, 2 stars in line 2... etc.</a:t>
            </a: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// Step 2: print a new line character</a:t>
            </a:r>
            <a:endParaRPr lang="en-US" sz="20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30838" y="1082604"/>
            <a:ext cx="461963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1B3B66-CAEF-49BA-8BC1-D27971053EDE}"/>
                  </a:ext>
                </a:extLst>
              </p:cNvPr>
              <p:cNvSpPr txBox="1"/>
              <p:nvPr/>
            </p:nvSpPr>
            <p:spPr>
              <a:xfrm>
                <a:off x="5454565" y="4426118"/>
                <a:ext cx="6566070" cy="2246769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4472C4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 dirty="0">
                    <a:cs typeface="Calibri"/>
                  </a:rPr>
                  <a:t>what is in the </a:t>
                </a:r>
                <a:r>
                  <a:rPr lang="en-US" sz="2800" b="1" dirty="0">
                    <a:cs typeface="Calibri"/>
                  </a:rPr>
                  <a:t>inner loop</a:t>
                </a:r>
                <a:r>
                  <a:rPr lang="en-US" sz="2800" dirty="0">
                    <a:cs typeface="Calibri"/>
                  </a:rPr>
                  <a:t>? </a:t>
                </a:r>
              </a:p>
              <a:p>
                <a:r>
                  <a:rPr lang="en-US" sz="2800" dirty="0">
                    <a:cs typeface="Calibri"/>
                  </a:rPr>
                  <a:t>In each line, line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Calibri"/>
                      </a:rPr>
                      <m:t>𝑖</m:t>
                    </m:r>
                  </m:oMath>
                </a14:m>
                <a:r>
                  <a:rPr lang="en-US" sz="2800" dirty="0">
                    <a:cs typeface="Calibri"/>
                  </a:rPr>
                  <a:t>, how many * ?</a:t>
                </a:r>
              </a:p>
              <a:p>
                <a:endParaRPr lang="en-US" sz="2800" dirty="0">
                  <a:cs typeface="Calibri"/>
                </a:endParaRPr>
              </a:p>
              <a:p>
                <a:r>
                  <a:rPr lang="en-US" sz="2800" dirty="0">
                    <a:cs typeface="Calibri"/>
                  </a:rPr>
                  <a:t>Also, need to print a </a:t>
                </a:r>
                <a:r>
                  <a:rPr lang="en-US" sz="2800" b="1" i="1" dirty="0">
                    <a:cs typeface="Calibri"/>
                  </a:rPr>
                  <a:t>new line character</a:t>
                </a:r>
                <a:r>
                  <a:rPr lang="en-US" sz="2800" dirty="0">
                    <a:cs typeface="Calibri"/>
                  </a:rPr>
                  <a:t> after finishing each row.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1B3B66-CAEF-49BA-8BC1-D27971053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565" y="4426118"/>
                <a:ext cx="6566070" cy="2246769"/>
              </a:xfrm>
              <a:prstGeom prst="rect">
                <a:avLst/>
              </a:prstGeom>
              <a:blipFill>
                <a:blip r:embed="rId2"/>
                <a:stretch>
                  <a:fillRect l="-1854" t="-2156" b="-6469"/>
                </a:stretch>
              </a:blipFill>
              <a:ln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41E8421-ABAD-F8A2-D2C6-0DD9F7CD07BB}"/>
              </a:ext>
            </a:extLst>
          </p:cNvPr>
          <p:cNvGrpSpPr/>
          <p:nvPr/>
        </p:nvGrpSpPr>
        <p:grpSpPr>
          <a:xfrm>
            <a:off x="8062854" y="0"/>
            <a:ext cx="3748146" cy="3587496"/>
            <a:chOff x="10078163" y="374904"/>
            <a:chExt cx="3028237" cy="328269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44ED41B-4FB8-0822-7537-92018C3EC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9673" y="374904"/>
              <a:ext cx="2636727" cy="328269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9pPr>
            </a:lstStyle>
            <a:p>
              <a:r>
                <a:rPr lang="en-US" altLang="zh-TW" sz="4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</a:t>
              </a:r>
            </a:p>
            <a:p>
              <a:r>
                <a:rPr lang="en-US" altLang="zh-TW" sz="4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**</a:t>
              </a:r>
            </a:p>
            <a:p>
              <a:r>
                <a:rPr lang="en-US" altLang="zh-TW" sz="4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***</a:t>
              </a:r>
            </a:p>
            <a:p>
              <a:r>
                <a:rPr lang="en-US" altLang="zh-TW" sz="4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****</a:t>
              </a:r>
            </a:p>
            <a:p>
              <a:r>
                <a:rPr lang="en-US" altLang="zh-TW" sz="4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*****</a:t>
              </a:r>
              <a:endParaRPr lang="en-US" altLang="zh-TW" sz="36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B8AB38E6-6A9D-53BF-D465-62B2A09A41CF}"/>
                </a:ext>
              </a:extLst>
            </p:cNvPr>
            <p:cNvSpPr/>
            <p:nvPr/>
          </p:nvSpPr>
          <p:spPr>
            <a:xfrm>
              <a:off x="10078163" y="608004"/>
              <a:ext cx="304800" cy="2897196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1F3ECE-D8C2-C7BC-3D24-2F594A9463CB}"/>
                  </a:ext>
                </a:extLst>
              </p:cNvPr>
              <p:cNvSpPr txBox="1"/>
              <p:nvPr/>
            </p:nvSpPr>
            <p:spPr>
              <a:xfrm>
                <a:off x="304800" y="5061857"/>
                <a:ext cx="4428126" cy="107721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3200" b="1" dirty="0"/>
                  <a:t>Relationship between 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latin typeface="Cambria Math" panose="02040503050406030204" pitchFamily="18" charset="0"/>
                        <a:cs typeface="Calibri"/>
                      </a:rPr>
                      <m:t>𝒊</m:t>
                    </m:r>
                  </m:oMath>
                </a14:m>
                <a:r>
                  <a:rPr lang="en-US" altLang="zh-CN" sz="3200" b="1" dirty="0"/>
                  <a:t> and output</a:t>
                </a:r>
                <a:endParaRPr lang="en-US" altLang="zh-CN" sz="3200" b="1" dirty="0">
                  <a:cs typeface="Calibri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1F3ECE-D8C2-C7BC-3D24-2F594A946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061857"/>
                <a:ext cx="4428126" cy="1077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0">
            <a:extLst>
              <a:ext uri="{FF2B5EF4-FFF2-40B4-BE49-F238E27FC236}">
                <a16:creationId xmlns:a16="http://schemas.microsoft.com/office/drawing/2014/main" id="{193C51E7-0B3A-05ED-7663-527883D0F689}"/>
              </a:ext>
            </a:extLst>
          </p:cNvPr>
          <p:cNvSpPr txBox="1"/>
          <p:nvPr/>
        </p:nvSpPr>
        <p:spPr>
          <a:xfrm>
            <a:off x="6911131" y="1545456"/>
            <a:ext cx="1055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N =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0">
                <a:extLst>
                  <a:ext uri="{FF2B5EF4-FFF2-40B4-BE49-F238E27FC236}">
                    <a16:creationId xmlns:a16="http://schemas.microsoft.com/office/drawing/2014/main" id="{6746A286-3F38-3A21-183C-D07B89F5C432}"/>
                  </a:ext>
                </a:extLst>
              </p:cNvPr>
              <p:cNvSpPr txBox="1"/>
              <p:nvPr/>
            </p:nvSpPr>
            <p:spPr>
              <a:xfrm>
                <a:off x="11066584" y="1447800"/>
                <a:ext cx="91563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  <a:cs typeface="Calibri"/>
                      </a:rPr>
                      <m:t>𝒊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en-US" sz="3200" b="1" dirty="0"/>
                  <a:t>= ?</a:t>
                </a:r>
              </a:p>
            </p:txBody>
          </p:sp>
        </mc:Choice>
        <mc:Fallback xmlns="">
          <p:sp>
            <p:nvSpPr>
              <p:cNvPr id="15" name="TextBox 10">
                <a:extLst>
                  <a:ext uri="{FF2B5EF4-FFF2-40B4-BE49-F238E27FC236}">
                    <a16:creationId xmlns:a16="http://schemas.microsoft.com/office/drawing/2014/main" id="{6746A286-3F38-3A21-183C-D07B89F5C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6584" y="1447800"/>
                <a:ext cx="915635" cy="584775"/>
              </a:xfrm>
              <a:prstGeom prst="rect">
                <a:avLst/>
              </a:prstGeom>
              <a:blipFill>
                <a:blip r:embed="rId4"/>
                <a:stretch>
                  <a:fillRect t="-12632" r="-15232" b="-3473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948799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2.3. Nested Loops (Example #2)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5800" y="1143000"/>
            <a:ext cx="8453437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j, N;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 = ?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N;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   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 rows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   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40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j = </a:t>
            </a:r>
            <a:r>
              <a:rPr lang="en-US" altLang="zh-TW" sz="2400" dirty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40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j &lt;= </a:t>
            </a:r>
            <a:r>
              <a:rPr lang="en-US" altLang="zh-TW" sz="2400" dirty="0" err="1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400" dirty="0" err="1">
                <a:latin typeface="Consolas"/>
                <a:ea typeface="新細明體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row #i has </a:t>
            </a:r>
            <a:r>
              <a:rPr lang="en-US" altLang="zh-TW" sz="2000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stars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"*"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23838" y="1143000"/>
            <a:ext cx="461963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20287B-1D55-4497-8ABC-99E56093C4E6}"/>
              </a:ext>
            </a:extLst>
          </p:cNvPr>
          <p:cNvSpPr txBox="1"/>
          <p:nvPr/>
        </p:nvSpPr>
        <p:spPr>
          <a:xfrm>
            <a:off x="5756366" y="3918972"/>
            <a:ext cx="6324599" cy="2677656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This is already the solution.</a:t>
            </a:r>
          </a:p>
          <a:p>
            <a:endParaRPr lang="en-US" sz="2800" dirty="0"/>
          </a:p>
          <a:p>
            <a:r>
              <a:rPr lang="en-US" sz="2800" dirty="0"/>
              <a:t>For beginners, </a:t>
            </a:r>
            <a:r>
              <a:rPr lang="en-US" sz="2800" u="sng" dirty="0"/>
              <a:t>always make sure you plan for the </a:t>
            </a:r>
            <a:r>
              <a:rPr lang="en-US" sz="2800" b="1" u="sng" dirty="0"/>
              <a:t>outer loop </a:t>
            </a:r>
            <a:r>
              <a:rPr lang="en-US" sz="2800" u="sng" dirty="0"/>
              <a:t>and </a:t>
            </a:r>
            <a:r>
              <a:rPr lang="en-US" sz="2800" b="1" u="sng" dirty="0"/>
              <a:t>inner loop</a:t>
            </a:r>
            <a:r>
              <a:rPr lang="en-US" sz="2800" b="1" dirty="0"/>
              <a:t> </a:t>
            </a:r>
            <a:r>
              <a:rPr lang="en-US" sz="2800" dirty="0"/>
              <a:t>before you start writing your code or pseudocode.</a:t>
            </a:r>
            <a:endParaRPr lang="en-US" sz="2800" dirty="0">
              <a:cs typeface="Calibri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44FA3DC-57C5-F047-ACE7-16E0DE7C0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762500"/>
            <a:ext cx="2286000" cy="201930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N = ?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</a:p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**</a:t>
            </a:r>
          </a:p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***</a:t>
            </a:r>
          </a:p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****</a:t>
            </a:r>
          </a:p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*****</a:t>
            </a:r>
          </a:p>
          <a:p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******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9869CAC-AC9A-E2D8-EF6C-072FC298D7BC}"/>
              </a:ext>
            </a:extLst>
          </p:cNvPr>
          <p:cNvGrpSpPr/>
          <p:nvPr/>
        </p:nvGrpSpPr>
        <p:grpSpPr>
          <a:xfrm>
            <a:off x="7561872" y="136522"/>
            <a:ext cx="4381152" cy="3587496"/>
            <a:chOff x="3446551" y="469770"/>
            <a:chExt cx="4381152" cy="3587496"/>
          </a:xfrm>
        </p:grpSpPr>
        <p:grpSp>
          <p:nvGrpSpPr>
            <p:cNvPr id="14" name="Group 12">
              <a:extLst>
                <a:ext uri="{FF2B5EF4-FFF2-40B4-BE49-F238E27FC236}">
                  <a16:creationId xmlns:a16="http://schemas.microsoft.com/office/drawing/2014/main" id="{72CCBFD3-C63F-7A7C-D142-E0B80F2FD817}"/>
                </a:ext>
              </a:extLst>
            </p:cNvPr>
            <p:cNvGrpSpPr/>
            <p:nvPr/>
          </p:nvGrpSpPr>
          <p:grpSpPr>
            <a:xfrm>
              <a:off x="4598276" y="469770"/>
              <a:ext cx="3003731" cy="3587496"/>
              <a:chOff x="10078163" y="374904"/>
              <a:chExt cx="2426802" cy="3282696"/>
            </a:xfrm>
          </p:grpSpPr>
          <p:sp>
            <p:nvSpPr>
              <p:cNvPr id="15" name="Rectangle 4">
                <a:extLst>
                  <a:ext uri="{FF2B5EF4-FFF2-40B4-BE49-F238E27FC236}">
                    <a16:creationId xmlns:a16="http://schemas.microsoft.com/office/drawing/2014/main" id="{AA6E2920-D86A-B0F7-CC9C-F88A08F37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69673" y="374904"/>
                <a:ext cx="2035292" cy="328269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1pPr>
                <a:lvl2pPr marL="742950" indent="-28575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2pPr>
                <a:lvl3pPr marL="11430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3pPr>
                <a:lvl4pPr marL="16002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4pPr>
                <a:lvl5pPr marL="2057400" indent="-228600" defTabSz="463550"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5pPr>
                <a:lvl6pPr marL="25146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6pPr>
                <a:lvl7pPr marL="29718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7pPr>
                <a:lvl8pPr marL="34290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8pPr>
                <a:lvl9pPr marL="3886200" indent="-228600" defTabSz="46355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b="1">
                    <a:solidFill>
                      <a:schemeClr val="tx1"/>
                    </a:solidFill>
                    <a:latin typeface="Arial" pitchFamily="34" charset="0"/>
                    <a:cs typeface="Times New Roman" pitchFamily="18" charset="0"/>
                  </a:defRPr>
                </a:lvl9pPr>
              </a:lstStyle>
              <a:p>
                <a:r>
                  <a:rPr lang="en-US" altLang="zh-TW" sz="4800" dirty="0">
                    <a:latin typeface="Consolas" panose="020B0609020204030204" pitchFamily="49" charset="0"/>
                    <a:ea typeface="新細明體" pitchFamily="18" charset="-120"/>
                    <a:cs typeface="Consolas" panose="020B0609020204030204" pitchFamily="49" charset="0"/>
                  </a:rPr>
                  <a:t>*</a:t>
                </a:r>
              </a:p>
              <a:p>
                <a:r>
                  <a:rPr lang="en-US" altLang="zh-TW" sz="4800" dirty="0">
                    <a:latin typeface="Consolas" panose="020B0609020204030204" pitchFamily="49" charset="0"/>
                    <a:ea typeface="新細明體" pitchFamily="18" charset="-120"/>
                    <a:cs typeface="Consolas" panose="020B0609020204030204" pitchFamily="49" charset="0"/>
                  </a:rPr>
                  <a:t>**</a:t>
                </a:r>
              </a:p>
              <a:p>
                <a:r>
                  <a:rPr lang="en-US" altLang="zh-TW" sz="4800" dirty="0">
                    <a:latin typeface="Consolas" panose="020B0609020204030204" pitchFamily="49" charset="0"/>
                    <a:ea typeface="新細明體" pitchFamily="18" charset="-120"/>
                    <a:cs typeface="Consolas" panose="020B0609020204030204" pitchFamily="49" charset="0"/>
                  </a:rPr>
                  <a:t>***</a:t>
                </a:r>
              </a:p>
              <a:p>
                <a:r>
                  <a:rPr lang="en-US" altLang="zh-TW" sz="4800" dirty="0">
                    <a:latin typeface="Consolas" panose="020B0609020204030204" pitchFamily="49" charset="0"/>
                    <a:ea typeface="新細明體" pitchFamily="18" charset="-120"/>
                    <a:cs typeface="Consolas" panose="020B0609020204030204" pitchFamily="49" charset="0"/>
                  </a:rPr>
                  <a:t>****</a:t>
                </a:r>
              </a:p>
              <a:p>
                <a:r>
                  <a:rPr lang="en-US" altLang="zh-TW" sz="4800" dirty="0">
                    <a:latin typeface="Consolas" panose="020B0609020204030204" pitchFamily="49" charset="0"/>
                    <a:ea typeface="新細明體" pitchFamily="18" charset="-120"/>
                    <a:cs typeface="Consolas" panose="020B0609020204030204" pitchFamily="49" charset="0"/>
                  </a:rPr>
                  <a:t>*****</a:t>
                </a:r>
                <a:endParaRPr lang="en-US" altLang="zh-TW" sz="36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endParaRPr>
              </a:p>
            </p:txBody>
          </p:sp>
          <p:sp>
            <p:nvSpPr>
              <p:cNvPr id="16" name="Left Brace 5">
                <a:extLst>
                  <a:ext uri="{FF2B5EF4-FFF2-40B4-BE49-F238E27FC236}">
                    <a16:creationId xmlns:a16="http://schemas.microsoft.com/office/drawing/2014/main" id="{844E1DAF-7A05-8BCE-CB0B-9E5D41C1EFFA}"/>
                  </a:ext>
                </a:extLst>
              </p:cNvPr>
              <p:cNvSpPr/>
              <p:nvPr/>
            </p:nvSpPr>
            <p:spPr>
              <a:xfrm>
                <a:off x="10078163" y="608004"/>
                <a:ext cx="304800" cy="2897196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11040055-BA49-16C7-C26E-A69DC55BDB52}"/>
                </a:ext>
              </a:extLst>
            </p:cNvPr>
            <p:cNvSpPr txBox="1"/>
            <p:nvPr/>
          </p:nvSpPr>
          <p:spPr>
            <a:xfrm>
              <a:off x="3446551" y="2015226"/>
              <a:ext cx="105509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N = 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0">
                  <a:extLst>
                    <a:ext uri="{FF2B5EF4-FFF2-40B4-BE49-F238E27FC236}">
                      <a16:creationId xmlns:a16="http://schemas.microsoft.com/office/drawing/2014/main" id="{C20B6A3F-34FF-2A8F-385B-EB85EDD21981}"/>
                    </a:ext>
                  </a:extLst>
                </p:cNvPr>
                <p:cNvSpPr txBox="1"/>
                <p:nvPr/>
              </p:nvSpPr>
              <p:spPr>
                <a:xfrm>
                  <a:off x="6912068" y="1933448"/>
                  <a:ext cx="91563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3200" b="1" i="1" dirty="0" smtClean="0">
                          <a:latin typeface="Cambria Math" panose="02040503050406030204" pitchFamily="18" charset="0"/>
                          <a:cs typeface="Calibri"/>
                        </a:rPr>
                        <m:t>𝒊</m:t>
                      </m:r>
                      <m:r>
                        <a:rPr lang="en-US" sz="3200" b="1" i="1" dirty="0" smtClean="0">
                          <a:latin typeface="Cambria Math" panose="02040503050406030204" pitchFamily="18" charset="0"/>
                          <a:cs typeface="Calibri"/>
                        </a:rPr>
                        <m:t> </m:t>
                      </m:r>
                    </m:oMath>
                  </a14:m>
                  <a:r>
                    <a:rPr lang="en-US" sz="3200" b="1" dirty="0"/>
                    <a:t>= ?</a:t>
                  </a:r>
                </a:p>
              </p:txBody>
            </p:sp>
          </mc:Choice>
          <mc:Fallback xmlns="">
            <p:sp>
              <p:nvSpPr>
                <p:cNvPr id="18" name="TextBox 10">
                  <a:extLst>
                    <a:ext uri="{FF2B5EF4-FFF2-40B4-BE49-F238E27FC236}">
                      <a16:creationId xmlns:a16="http://schemas.microsoft.com/office/drawing/2014/main" id="{C20B6A3F-34FF-2A8F-385B-EB85EDD219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2068" y="1933448"/>
                  <a:ext cx="915635" cy="584775"/>
                </a:xfrm>
                <a:prstGeom prst="rect">
                  <a:avLst/>
                </a:prstGeom>
                <a:blipFill>
                  <a:blip r:embed="rId3"/>
                  <a:stretch>
                    <a:fillRect t="-12632" r="-15333" b="-3473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1326159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FE3CC-4CA5-3F3B-E812-3A6F3234D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A95DD-00C2-76FE-2A96-ACF546BB0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2.3.0 Nested Loop 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BCA70-4218-437A-F4B0-CABD1AD9D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aware of the placement of new lines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Indentation and relationship between loops</a:t>
            </a:r>
          </a:p>
          <a:p>
            <a:pPr lvl="1"/>
            <a:r>
              <a:rPr lang="en-US" dirty="0"/>
              <a:t>Brace {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40E2C-0C16-C978-D952-B86F3503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3BA45B-D62B-D619-ABC3-AAFF31C19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6311" y="1625898"/>
            <a:ext cx="6206929" cy="241270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(j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j &lt;= </a:t>
            </a:r>
            <a:r>
              <a:rPr lang="en-US" altLang="zh-TW" sz="2000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"*"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2933FD-BF8F-1EB5-9D41-C5DFCFDA6B27}"/>
              </a:ext>
            </a:extLst>
          </p:cNvPr>
          <p:cNvSpPr txBox="1"/>
          <p:nvPr/>
        </p:nvSpPr>
        <p:spPr>
          <a:xfrm>
            <a:off x="7883601" y="2514600"/>
            <a:ext cx="4105514" cy="954107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When should the output finish printing a line?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5C65A1-9DAE-4148-13C1-7EA5E3C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6311" y="4519440"/>
            <a:ext cx="6206929" cy="18369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(j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j &lt;= </a:t>
            </a:r>
            <a:r>
              <a:rPr lang="en-US" altLang="zh-TW" sz="2000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  ...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 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where does this } come from??</a:t>
            </a:r>
          </a:p>
        </p:txBody>
      </p:sp>
    </p:spTree>
    <p:extLst>
      <p:ext uri="{BB962C8B-B14F-4D97-AF65-F5344CB8AC3E}">
        <p14:creationId xmlns:p14="http://schemas.microsoft.com/office/powerpoint/2010/main" val="386948635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D1311-CF7F-EBBC-35A8-F1113646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89B7F-9EDB-389E-6344-9FF08097F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2.3. Nested Loops (Example #)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8CFA1-BF12-883C-0523-08ED44424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0972799" cy="5257800"/>
          </a:xfrm>
        </p:spPr>
        <p:txBody>
          <a:bodyPr>
            <a:normAutofit/>
          </a:bodyPr>
          <a:lstStyle/>
          <a:p>
            <a:r>
              <a:rPr lang="en-US" dirty="0"/>
              <a:t>Objective: Given a positive integer </a:t>
            </a:r>
            <a:r>
              <a:rPr lang="en-US" i="1" dirty="0"/>
              <a:t>N</a:t>
            </a:r>
            <a:r>
              <a:rPr lang="en-US" dirty="0"/>
              <a:t>, output a triangle in the following format (e.g., when </a:t>
            </a:r>
            <a:r>
              <a:rPr lang="en-US" i="1" dirty="0"/>
              <a:t>N</a:t>
            </a:r>
            <a:r>
              <a:rPr lang="en-US" dirty="0"/>
              <a:t> = 5):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C02CD-C253-39F8-6FBE-705F31C1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8A6726-0ECB-7074-8879-4AC94794B832}"/>
              </a:ext>
            </a:extLst>
          </p:cNvPr>
          <p:cNvGrpSpPr/>
          <p:nvPr/>
        </p:nvGrpSpPr>
        <p:grpSpPr>
          <a:xfrm>
            <a:off x="3508611" y="2362200"/>
            <a:ext cx="3850896" cy="3015408"/>
            <a:chOff x="4150104" y="2410145"/>
            <a:chExt cx="3850896" cy="3015408"/>
          </a:xfrm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936A401D-E784-B5CE-9BFA-996223DDF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5843" y="2410145"/>
              <a:ext cx="2145157" cy="21336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pitchFamily="34" charset="0"/>
                  <a:cs typeface="Times New Roman" pitchFamily="18" charset="0"/>
                </a:defRPr>
              </a:lvl9pPr>
            </a:lstStyle>
            <a:p>
              <a:r>
                <a:rPr lang="en-US" altLang="zh-TW" sz="2800" dirty="0"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</a:t>
              </a:r>
            </a:p>
            <a:p>
              <a:r>
                <a:rPr lang="en-US" altLang="zh-TW" sz="2800" dirty="0"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</a:t>
              </a:r>
              <a:r>
                <a:rPr lang="en-US" altLang="zh-TW" sz="2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***</a:t>
              </a:r>
            </a:p>
            <a:p>
              <a:r>
                <a:rPr lang="en-US" altLang="zh-TW" sz="2800" dirty="0"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</a:t>
              </a:r>
              <a:r>
                <a:rPr lang="en-US" altLang="zh-TW" sz="2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*****</a:t>
              </a:r>
            </a:p>
            <a:p>
              <a:r>
                <a:rPr lang="en-US" altLang="zh-TW" sz="2800" dirty="0"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*******</a:t>
              </a:r>
            </a:p>
            <a:p>
              <a:r>
                <a:rPr lang="en-US" altLang="zh-TW" sz="28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*********</a:t>
              </a:r>
            </a:p>
            <a:p>
              <a:endPara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A52A8D8B-4346-D9A4-00C2-7C98FEA3E3BB}"/>
                </a:ext>
              </a:extLst>
            </p:cNvPr>
            <p:cNvSpPr/>
            <p:nvPr/>
          </p:nvSpPr>
          <p:spPr>
            <a:xfrm>
              <a:off x="5367757" y="2445457"/>
              <a:ext cx="304800" cy="2098288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814F625-1128-A4B7-4F23-AA6D3AC725BC}"/>
                </a:ext>
              </a:extLst>
            </p:cNvPr>
            <p:cNvSpPr txBox="1"/>
            <p:nvPr/>
          </p:nvSpPr>
          <p:spPr>
            <a:xfrm>
              <a:off x="4150104" y="3234035"/>
              <a:ext cx="10760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N rows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718F1F-E490-B2CF-EC38-8BE685ED08F1}"/>
                </a:ext>
              </a:extLst>
            </p:cNvPr>
            <p:cNvSpPr txBox="1"/>
            <p:nvPr/>
          </p:nvSpPr>
          <p:spPr>
            <a:xfrm>
              <a:off x="6096000" y="4963888"/>
              <a:ext cx="17525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??? columns</a:t>
              </a:r>
            </a:p>
          </p:txBody>
        </p:sp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18282B11-A1E9-E1EE-F709-2A4CA8393B49}"/>
                </a:ext>
              </a:extLst>
            </p:cNvPr>
            <p:cNvSpPr/>
            <p:nvPr/>
          </p:nvSpPr>
          <p:spPr>
            <a:xfrm rot="16200000">
              <a:off x="6685695" y="3790094"/>
              <a:ext cx="256856" cy="1916559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C5C306-90EF-ED68-41DB-C7107D8D4F4F}"/>
              </a:ext>
            </a:extLst>
          </p:cNvPr>
          <p:cNvSpPr txBox="1">
            <a:spLocks/>
          </p:cNvSpPr>
          <p:nvPr/>
        </p:nvSpPr>
        <p:spPr>
          <a:xfrm>
            <a:off x="-110677" y="5244600"/>
            <a:ext cx="12302677" cy="1447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There are 5 rows (</a:t>
            </a:r>
            <a:r>
              <a:rPr lang="en-US" b="1" dirty="0"/>
              <a:t>outer loop</a:t>
            </a:r>
            <a:r>
              <a:rPr lang="en-US" dirty="0"/>
              <a:t>)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Each row contains </a:t>
            </a:r>
            <a:r>
              <a:rPr lang="en-US" dirty="0">
                <a:highlight>
                  <a:srgbClr val="C0C0C0"/>
                </a:highlight>
              </a:rPr>
              <a:t>space</a:t>
            </a:r>
            <a:r>
              <a:rPr lang="en-US" dirty="0"/>
              <a:t>  ‘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/>
              <a:t>‘ and ‘*’ (</a:t>
            </a:r>
            <a:r>
              <a:rPr lang="en-US" b="1" dirty="0"/>
              <a:t>inner loop</a:t>
            </a:r>
            <a:r>
              <a:rPr lang="en-US" dirty="0"/>
              <a:t>),  how many columns?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A4E7C0-25CB-F09A-758B-3166B7120F5A}"/>
                  </a:ext>
                </a:extLst>
              </p:cNvPr>
              <p:cNvSpPr txBox="1"/>
              <p:nvPr/>
            </p:nvSpPr>
            <p:spPr>
              <a:xfrm>
                <a:off x="8169402" y="2366644"/>
                <a:ext cx="3554307" cy="2462213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800" b="1" dirty="0"/>
                  <a:t>How about this one?</a:t>
                </a:r>
              </a:p>
              <a:p>
                <a:pPr algn="ctr"/>
                <a:endParaRPr lang="en-US" altLang="zh-CN" sz="800" b="1" dirty="0"/>
              </a:p>
              <a:p>
                <a:pPr algn="ctr"/>
                <a:r>
                  <a:rPr lang="en-US" altLang="zh-CN" sz="2800" dirty="0">
                    <a:cs typeface="Calibri"/>
                  </a:rPr>
                  <a:t>Relationship between</a:t>
                </a:r>
                <a:br>
                  <a:rPr lang="en-US" altLang="zh-CN" sz="2800" b="0" i="1" dirty="0">
                    <a:latin typeface="Cambria Math" panose="02040503050406030204" pitchFamily="18" charset="0"/>
                    <a:cs typeface="Calibri"/>
                  </a:rPr>
                </a:b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cs typeface="Calibri"/>
                      </a:rPr>
                      <m:t>𝑖</m:t>
                    </m:r>
                  </m:oMath>
                </a14:m>
                <a:r>
                  <a:rPr lang="en-US" altLang="zh-CN" sz="2800" dirty="0">
                    <a:cs typeface="Calibri"/>
                  </a:rPr>
                  <a:t> (row number) and number of </a:t>
                </a:r>
                <a:r>
                  <a:rPr lang="en-US" altLang="zh-CN" sz="2800" dirty="0">
                    <a:highlight>
                      <a:srgbClr val="C0C0C0"/>
                    </a:highlight>
                    <a:cs typeface="Calibri"/>
                  </a:rPr>
                  <a:t>space</a:t>
                </a:r>
                <a:r>
                  <a:rPr lang="en-US" altLang="zh-CN" sz="2800" dirty="0">
                    <a:cs typeface="Calibri"/>
                  </a:rPr>
                  <a:t> and *</a:t>
                </a:r>
              </a:p>
              <a:p>
                <a:pPr algn="ctr"/>
                <a:endParaRPr lang="en-US" altLang="zh-CN" sz="1000" dirty="0">
                  <a:cs typeface="Calibri"/>
                </a:endParaRPr>
              </a:p>
              <a:p>
                <a:pPr algn="ctr"/>
                <a:r>
                  <a:rPr lang="en-US" altLang="zh-TW" sz="2400" dirty="0">
                    <a:highlight>
                      <a:srgbClr val="CCFFCC"/>
                    </a:highlight>
                    <a:latin typeface="Consolas" panose="020B0609020204030204" pitchFamily="49" charset="0"/>
                  </a:rPr>
                  <a:t>Practice by yourself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A4E7C0-25CB-F09A-758B-3166B7120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402" y="2366644"/>
                <a:ext cx="3554307" cy="24622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74E3028-05F3-7EEF-31D3-BEB7AF469AF7}"/>
              </a:ext>
            </a:extLst>
          </p:cNvPr>
          <p:cNvSpPr txBox="1"/>
          <p:nvPr/>
        </p:nvSpPr>
        <p:spPr>
          <a:xfrm>
            <a:off x="438152" y="3107612"/>
            <a:ext cx="30032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i="1" dirty="0"/>
              <a:t>N</a:t>
            </a:r>
            <a:r>
              <a:rPr lang="en-US" altLang="zh-CN" sz="3600" dirty="0"/>
              <a:t> = 5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52807946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2.4. Nested Loops (Example #3)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11429999" cy="1371600"/>
          </a:xfrm>
        </p:spPr>
        <p:txBody>
          <a:bodyPr>
            <a:normAutofit/>
          </a:bodyPr>
          <a:lstStyle/>
          <a:p>
            <a:r>
              <a:rPr lang="en-US" sz="3600" dirty="0"/>
              <a:t>Objective: To output a </a:t>
            </a:r>
            <a:r>
              <a:rPr lang="en-US" sz="3600" i="1" u="sng" dirty="0"/>
              <a:t>multiplication table</a:t>
            </a:r>
            <a:r>
              <a:rPr lang="en-US" sz="3600" dirty="0"/>
              <a:t> in the following format: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438400" y="2209800"/>
            <a:ext cx="5750696" cy="2133600"/>
          </a:xfrm>
          <a:prstGeom prst="roundRect">
            <a:avLst/>
          </a:prstGeom>
          <a:solidFill>
            <a:srgbClr val="CCCC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Consolas" pitchFamily="49" charset="0"/>
              </a:rPr>
              <a:t>1 2 3 4 5 6 7 8 9</a:t>
            </a:r>
          </a:p>
          <a:p>
            <a:r>
              <a:rPr lang="en-US" sz="2800" b="1" dirty="0">
                <a:solidFill>
                  <a:schemeClr val="tx1"/>
                </a:solidFill>
                <a:latin typeface="Consolas" pitchFamily="49" charset="0"/>
              </a:rPr>
              <a:t>2 4 6 8 10 12 14 16 18</a:t>
            </a:r>
          </a:p>
          <a:p>
            <a:r>
              <a:rPr lang="en-US" sz="2800" b="1" dirty="0">
                <a:solidFill>
                  <a:schemeClr val="tx1"/>
                </a:solidFill>
                <a:latin typeface="Consolas" pitchFamily="49" charset="0"/>
              </a:rPr>
              <a:t>......</a:t>
            </a:r>
          </a:p>
          <a:p>
            <a:r>
              <a:rPr lang="en-US" sz="2800" b="1" dirty="0">
                <a:solidFill>
                  <a:schemeClr val="tx1"/>
                </a:solidFill>
                <a:latin typeface="Consolas" pitchFamily="49" charset="0"/>
              </a:rPr>
              <a:t>9 18 27 36 45 54 63 72 81</a:t>
            </a:r>
          </a:p>
        </p:txBody>
      </p:sp>
      <p:sp>
        <p:nvSpPr>
          <p:cNvPr id="6" name="Left Brace 5"/>
          <p:cNvSpPr/>
          <p:nvPr/>
        </p:nvSpPr>
        <p:spPr>
          <a:xfrm>
            <a:off x="2057400" y="2590799"/>
            <a:ext cx="380999" cy="131557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14467" y="2929858"/>
            <a:ext cx="1314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9 rows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4550228"/>
            <a:ext cx="11429999" cy="169817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What are the things being repeated? </a:t>
            </a:r>
          </a:p>
          <a:p>
            <a:pPr lvl="1"/>
            <a:r>
              <a:rPr lang="en-US" sz="3200" dirty="0"/>
              <a:t>There are 9 rows (</a:t>
            </a:r>
            <a:r>
              <a:rPr lang="en-US" sz="3200" b="1" dirty="0"/>
              <a:t>outer loop</a:t>
            </a:r>
            <a:r>
              <a:rPr lang="en-US" sz="3200" dirty="0"/>
              <a:t>)</a:t>
            </a:r>
            <a:endParaRPr lang="en-US" sz="3200" dirty="0">
              <a:cs typeface="Calibri"/>
            </a:endParaRPr>
          </a:p>
          <a:p>
            <a:pPr lvl="1"/>
            <a:r>
              <a:rPr lang="en-US" sz="3200" dirty="0"/>
              <a:t>Each row contains 9 numbers (</a:t>
            </a:r>
            <a:r>
              <a:rPr lang="en-US" sz="3200" b="1" dirty="0"/>
              <a:t>inner loop</a:t>
            </a:r>
            <a:r>
              <a:rPr lang="en-US" sz="3200" dirty="0"/>
              <a:t>)</a:t>
            </a:r>
            <a:endParaRPr lang="en-US" sz="3200" dirty="0">
              <a:cs typeface="Calibri"/>
            </a:endParaRP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pic>
        <p:nvPicPr>
          <p:cNvPr id="9" name="Picture 2" descr="multiplication">
            <a:extLst>
              <a:ext uri="{FF2B5EF4-FFF2-40B4-BE49-F238E27FC236}">
                <a16:creationId xmlns:a16="http://schemas.microsoft.com/office/drawing/2014/main" id="{8C79D349-8CCF-0013-43E1-D7A2753020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1" r="24859" b="25121"/>
          <a:stretch>
            <a:fillRect/>
          </a:stretch>
        </p:blipFill>
        <p:spPr bwMode="auto">
          <a:xfrm>
            <a:off x="8335687" y="1970562"/>
            <a:ext cx="3671194" cy="248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43DC364F-1E8D-A2A2-EE15-459D33F8599D}"/>
              </a:ext>
            </a:extLst>
          </p:cNvPr>
          <p:cNvSpPr/>
          <p:nvPr/>
        </p:nvSpPr>
        <p:spPr>
          <a:xfrm>
            <a:off x="8809312" y="2210440"/>
            <a:ext cx="3197570" cy="224438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53671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43000" y="2943220"/>
            <a:ext cx="7802287" cy="3124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   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9 rows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(j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j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9 numbers per row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FF000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______________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Newline appears only once per row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2.4. Nested Loops (Example #3)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2" y="1047190"/>
            <a:ext cx="7021287" cy="1752600"/>
          </a:xfrm>
        </p:spPr>
        <p:txBody>
          <a:bodyPr>
            <a:normAutofit/>
          </a:bodyPr>
          <a:lstStyle/>
          <a:p>
            <a:r>
              <a:rPr lang="en-US" dirty="0"/>
              <a:t>What expression, in terms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US" dirty="0"/>
              <a:t>, will yield the numbers we need?</a:t>
            </a:r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81038" y="2943220"/>
            <a:ext cx="461963" cy="3124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8AECCA1-625D-2B0B-97CC-FB7E374A1B8B}"/>
              </a:ext>
            </a:extLst>
          </p:cNvPr>
          <p:cNvSpPr/>
          <p:nvPr/>
        </p:nvSpPr>
        <p:spPr>
          <a:xfrm>
            <a:off x="7467600" y="1028140"/>
            <a:ext cx="4607696" cy="1620370"/>
          </a:xfrm>
          <a:prstGeom prst="roundRect">
            <a:avLst/>
          </a:prstGeom>
          <a:solidFill>
            <a:srgbClr val="CCCC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Consolas" pitchFamily="49" charset="0"/>
              </a:rPr>
              <a:t>1 2 3 4 5 6 7 8 9</a:t>
            </a:r>
          </a:p>
          <a:p>
            <a:r>
              <a:rPr lang="en-US" sz="2400" b="1" dirty="0">
                <a:solidFill>
                  <a:schemeClr val="tx1"/>
                </a:solidFill>
                <a:latin typeface="Consolas" pitchFamily="49" charset="0"/>
              </a:rPr>
              <a:t>2 4 6 8 10 12 14 16 18</a:t>
            </a:r>
          </a:p>
          <a:p>
            <a:r>
              <a:rPr lang="en-US" sz="2400" b="1" dirty="0">
                <a:solidFill>
                  <a:schemeClr val="tx1"/>
                </a:solidFill>
                <a:latin typeface="Consolas" pitchFamily="49" charset="0"/>
              </a:rPr>
              <a:t>......</a:t>
            </a:r>
          </a:p>
          <a:p>
            <a:r>
              <a:rPr lang="en-US" sz="2400" b="1" dirty="0">
                <a:solidFill>
                  <a:schemeClr val="tx1"/>
                </a:solidFill>
                <a:latin typeface="Consolas" pitchFamily="49" charset="0"/>
              </a:rPr>
              <a:t>9 18 27 36 45 54 63 72 81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434F4D90-DB68-267F-1867-53EF6B0AD67B}"/>
              </a:ext>
            </a:extLst>
          </p:cNvPr>
          <p:cNvSpPr/>
          <p:nvPr/>
        </p:nvSpPr>
        <p:spPr>
          <a:xfrm rot="3336942">
            <a:off x="6880826" y="3155669"/>
            <a:ext cx="532613" cy="1935439"/>
          </a:xfrm>
          <a:prstGeom prst="downArrow">
            <a:avLst>
              <a:gd name="adj1" fmla="val 23662"/>
              <a:gd name="adj2" fmla="val 77234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2" descr="multiplication">
            <a:extLst>
              <a:ext uri="{FF2B5EF4-FFF2-40B4-BE49-F238E27FC236}">
                <a16:creationId xmlns:a16="http://schemas.microsoft.com/office/drawing/2014/main" id="{59EEA92E-B947-E011-6035-979B63C1C9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1" r="24859" b="25121"/>
          <a:stretch>
            <a:fillRect/>
          </a:stretch>
        </p:blipFill>
        <p:spPr bwMode="auto">
          <a:xfrm>
            <a:off x="8945287" y="4777197"/>
            <a:ext cx="2927773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AEDC8982-D1F7-EDEF-CB03-1DB324A38A61}"/>
              </a:ext>
            </a:extLst>
          </p:cNvPr>
          <p:cNvSpPr/>
          <p:nvPr/>
        </p:nvSpPr>
        <p:spPr>
          <a:xfrm>
            <a:off x="9296400" y="4953303"/>
            <a:ext cx="2652861" cy="180509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78F4014-5079-9B91-9ADB-90E1F4728DBA}"/>
              </a:ext>
            </a:extLst>
          </p:cNvPr>
          <p:cNvSpPr/>
          <p:nvPr/>
        </p:nvSpPr>
        <p:spPr>
          <a:xfrm>
            <a:off x="8852003" y="2963157"/>
            <a:ext cx="2667000" cy="1143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 err="1"/>
              <a:t>Ureply</a:t>
            </a:r>
            <a:endParaRPr lang="LID4096" sz="4800" dirty="0"/>
          </a:p>
        </p:txBody>
      </p:sp>
    </p:spTree>
    <p:extLst>
      <p:ext uri="{BB962C8B-B14F-4D97-AF65-F5344CB8AC3E}">
        <p14:creationId xmlns:p14="http://schemas.microsoft.com/office/powerpoint/2010/main" val="2226101510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C7A27-1D8E-7F0A-54D9-F087408E7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447800"/>
            <a:ext cx="6459415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/>
              <a:t>Outer loop -&gt; </a:t>
            </a:r>
            <a:r>
              <a:rPr lang="en-US" altLang="zh-CN" sz="3600" dirty="0">
                <a:latin typeface="Consolas" panose="020B0609020204030204" pitchFamily="49" charset="0"/>
              </a:rPr>
              <a:t>i</a:t>
            </a:r>
            <a:r>
              <a:rPr lang="en-US" altLang="zh-CN" sz="3600" dirty="0">
                <a:latin typeface="Consolas" panose="020B0609020204030204" pitchFamily="49" charset="0"/>
                <a:cs typeface="Consolas" panose="020B0609020204030204" pitchFamily="49" charset="0"/>
              </a:rPr>
              <a:t> -&gt; row</a:t>
            </a:r>
            <a:endParaRPr lang="en-US" altLang="zh-CN" sz="3600" dirty="0"/>
          </a:p>
          <a:p>
            <a:pPr marL="0" indent="0">
              <a:buNone/>
            </a:pPr>
            <a:r>
              <a:rPr lang="en-US" altLang="zh-CN" sz="3600" dirty="0"/>
              <a:t>Inner loop -&gt; </a:t>
            </a:r>
            <a:r>
              <a:rPr lang="en-US" altLang="zh-CN" sz="3600" dirty="0">
                <a:latin typeface="Consolas" panose="020B0609020204030204" pitchFamily="49" charset="0"/>
                <a:cs typeface="Consolas" panose="020B0609020204030204" pitchFamily="49" charset="0"/>
              </a:rPr>
              <a:t>j -&gt; column</a:t>
            </a:r>
          </a:p>
          <a:p>
            <a:pPr marL="0" indent="0">
              <a:buNone/>
            </a:pPr>
            <a:endParaRPr lang="en-US" altLang="zh-CN" sz="3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3600" dirty="0">
                <a:latin typeface="Consolas" panose="020B0609020204030204" pitchFamily="49" charset="0"/>
              </a:rPr>
              <a:t>M[</a:t>
            </a:r>
            <a:r>
              <a:rPr lang="en-US" altLang="zh-CN" sz="3600" dirty="0" err="1">
                <a:latin typeface="Consolas" panose="020B0609020204030204" pitchFamily="49" charset="0"/>
              </a:rPr>
              <a:t>i</a:t>
            </a:r>
            <a:r>
              <a:rPr lang="en-US" altLang="zh-CN" sz="3600" dirty="0">
                <a:latin typeface="Consolas" panose="020B0609020204030204" pitchFamily="49" charset="0"/>
              </a:rPr>
              <a:t>][j] = ?</a:t>
            </a:r>
          </a:p>
          <a:p>
            <a:endParaRPr lang="en-US" altLang="zh-CN" sz="3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3600" dirty="0">
                <a:latin typeface="Consolas" panose="020B0609020204030204" pitchFamily="49" charset="0"/>
              </a:rPr>
              <a:t>Relationship between output value and </a:t>
            </a:r>
            <a:r>
              <a:rPr lang="en-US" altLang="zh-CN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3600" dirty="0"/>
              <a:t> and </a:t>
            </a:r>
            <a:r>
              <a:rPr lang="en-US" altLang="zh-CN" sz="3600" dirty="0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endParaRPr lang="zh-CN" alt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25D8F-5385-C1CC-5821-CE41FE74F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026" name="Picture 2" descr="multiplication">
            <a:extLst>
              <a:ext uri="{FF2B5EF4-FFF2-40B4-BE49-F238E27FC236}">
                <a16:creationId xmlns:a16="http://schemas.microsoft.com/office/drawing/2014/main" id="{1E3C61F2-6265-865A-21D6-3624B54444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1" r="24859" b="25121"/>
          <a:stretch>
            <a:fillRect/>
          </a:stretch>
        </p:blipFill>
        <p:spPr bwMode="auto">
          <a:xfrm>
            <a:off x="6781800" y="1447800"/>
            <a:ext cx="50673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3F94840-55F1-37CA-F480-34BDE7246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>
            <a:normAutofit/>
          </a:bodyPr>
          <a:lstStyle/>
          <a:p>
            <a:r>
              <a:rPr lang="en-US" sz="4000" dirty="0"/>
              <a:t>2.4. Nested Loops (Example #3)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4D4EE7-2E17-A332-171F-8544BE5CBBAD}"/>
              </a:ext>
            </a:extLst>
          </p:cNvPr>
          <p:cNvSpPr/>
          <p:nvPr/>
        </p:nvSpPr>
        <p:spPr>
          <a:xfrm>
            <a:off x="7429500" y="1752600"/>
            <a:ext cx="4419600" cy="31242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508701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65100"/>
            <a:ext cx="9677400" cy="749300"/>
          </a:xfrm>
        </p:spPr>
        <p:txBody>
          <a:bodyPr>
            <a:noAutofit/>
          </a:bodyPr>
          <a:lstStyle/>
          <a:p>
            <a:r>
              <a:rPr lang="en-US" sz="4000" dirty="0">
                <a:ea typeface="+mj-lt"/>
                <a:cs typeface="+mj-lt"/>
              </a:rPr>
              <a:t>2.5. Three level Nested Loops (Example #4)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066800"/>
            <a:ext cx="10972800" cy="51054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 b="1" dirty="0">
                <a:ea typeface="新細明體" pitchFamily="18" charset="-120"/>
              </a:rPr>
              <a:t>Objective:</a:t>
            </a:r>
            <a:r>
              <a:rPr lang="en-US" altLang="zh-TW" sz="3600" dirty="0">
                <a:ea typeface="新細明體" pitchFamily="18" charset="-120"/>
              </a:rPr>
              <a:t> To find all sets of integers that satisfy the following equality:</a:t>
            </a:r>
          </a:p>
          <a:p>
            <a:pPr marL="457200" lvl="1" indent="0">
              <a:buNone/>
            </a:pPr>
            <a:r>
              <a:rPr lang="en-US" altLang="zh-TW" sz="3200" dirty="0">
                <a:ea typeface="新細明體" pitchFamily="18" charset="-120"/>
              </a:rPr>
              <a:t>	</a:t>
            </a:r>
            <a:r>
              <a:rPr lang="en-US" altLang="zh-TW" sz="3600" dirty="0">
                <a:ea typeface="新細明體" pitchFamily="18" charset="-120"/>
              </a:rPr>
              <a:t>x</a:t>
            </a:r>
            <a:r>
              <a:rPr lang="en-US" altLang="zh-TW" sz="3600" baseline="30000" dirty="0">
                <a:ea typeface="新細明體" pitchFamily="18" charset="-120"/>
              </a:rPr>
              <a:t>2</a:t>
            </a:r>
            <a:r>
              <a:rPr lang="en-US" altLang="zh-TW" sz="3600" dirty="0">
                <a:ea typeface="新細明體" pitchFamily="18" charset="-120"/>
              </a:rPr>
              <a:t> + y</a:t>
            </a:r>
            <a:r>
              <a:rPr lang="en-US" altLang="zh-TW" sz="3600" baseline="30000" dirty="0">
                <a:ea typeface="新細明體" pitchFamily="18" charset="-120"/>
              </a:rPr>
              <a:t>2</a:t>
            </a:r>
            <a:r>
              <a:rPr lang="en-US" altLang="zh-TW" sz="3600" dirty="0">
                <a:ea typeface="新細明體" pitchFamily="18" charset="-120"/>
              </a:rPr>
              <a:t> + z</a:t>
            </a:r>
            <a:r>
              <a:rPr lang="en-US" altLang="zh-TW" sz="3600" baseline="30000" dirty="0">
                <a:ea typeface="新細明體" pitchFamily="18" charset="-120"/>
              </a:rPr>
              <a:t>2</a:t>
            </a:r>
            <a:r>
              <a:rPr lang="en-US" altLang="zh-TW" sz="3600" dirty="0">
                <a:ea typeface="新細明體" pitchFamily="18" charset="-120"/>
              </a:rPr>
              <a:t> = 1000000,       0 ≤ x, y, z ≤ 1000</a:t>
            </a:r>
            <a:endParaRPr lang="en-US" altLang="zh-TW" sz="4000" dirty="0">
              <a:ea typeface="新細明體" pitchFamily="18" charset="-120"/>
            </a:endParaRPr>
          </a:p>
          <a:p>
            <a:pPr lvl="4"/>
            <a:endParaRPr lang="en-US" altLang="zh-TW" sz="2800" dirty="0">
              <a:ea typeface="新細明體" pitchFamily="18" charset="-120"/>
            </a:endParaRPr>
          </a:p>
          <a:p>
            <a:pPr lvl="4"/>
            <a:endParaRPr lang="en-US" altLang="zh-TW" sz="2400" dirty="0">
              <a:ea typeface="新細明體" pitchFamily="18" charset="-120"/>
            </a:endParaRPr>
          </a:p>
          <a:p>
            <a:pPr eaLnBrk="1" hangingPunct="1"/>
            <a:r>
              <a:rPr lang="en-US" altLang="zh-TW" sz="3600" dirty="0">
                <a:ea typeface="新細明體" pitchFamily="18" charset="-120"/>
              </a:rPr>
              <a:t>Brute-force search (</a:t>
            </a:r>
            <a:r>
              <a:rPr lang="zh-CN" altLang="en-US" sz="3600" dirty="0">
                <a:ea typeface="新細明體" pitchFamily="18" charset="-120"/>
              </a:rPr>
              <a:t>暴力搜索</a:t>
            </a:r>
            <a:r>
              <a:rPr lang="en-US" altLang="zh-CN" sz="3600" dirty="0">
                <a:ea typeface="新細明體" pitchFamily="18" charset="-120"/>
              </a:rPr>
              <a:t>)</a:t>
            </a:r>
          </a:p>
          <a:p>
            <a:pPr lvl="1"/>
            <a:r>
              <a:rPr lang="en-US" altLang="zh-TW" sz="3600" dirty="0">
                <a:ea typeface="新細明體" pitchFamily="18" charset="-120"/>
              </a:rPr>
              <a:t>One possible (quick and dirty) solution </a:t>
            </a:r>
          </a:p>
          <a:p>
            <a:pPr lvl="1"/>
            <a:r>
              <a:rPr lang="en-US" altLang="zh-TW" sz="3600" b="1" u="sng" dirty="0">
                <a:ea typeface="新細明體" pitchFamily="18" charset="-120"/>
              </a:rPr>
              <a:t>try all possible values</a:t>
            </a:r>
            <a:r>
              <a:rPr lang="en-US" altLang="zh-TW" sz="3600" dirty="0">
                <a:ea typeface="新細明體" pitchFamily="18" charset="-120"/>
              </a:rPr>
              <a:t> for x, y, and z.</a:t>
            </a:r>
          </a:p>
          <a:p>
            <a:pPr eaLnBrk="1" hangingPunct="1"/>
            <a:endParaRPr lang="en-US" altLang="zh-TW" sz="3600" dirty="0">
              <a:ea typeface="新細明體" pitchFamily="18" charset="-120"/>
            </a:endParaRPr>
          </a:p>
          <a:p>
            <a:pPr marL="0" indent="0">
              <a:buNone/>
            </a:pPr>
            <a:endParaRPr lang="en-US" altLang="zh-TW" sz="3600" dirty="0">
              <a:ea typeface="新細明體" pitchFamily="18" charset="-12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BED463E-604F-FB4E-87D7-A1B3B201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137CA4A-315B-629F-D5B2-12D69A148CE7}"/>
              </a:ext>
            </a:extLst>
          </p:cNvPr>
          <p:cNvGrpSpPr/>
          <p:nvPr/>
        </p:nvGrpSpPr>
        <p:grpSpPr>
          <a:xfrm>
            <a:off x="7010401" y="3619500"/>
            <a:ext cx="5029200" cy="1107996"/>
            <a:chOff x="6328475" y="3581400"/>
            <a:chExt cx="5711125" cy="1107996"/>
          </a:xfrm>
        </p:grpSpPr>
        <p:sp>
          <p:nvSpPr>
            <p:cNvPr id="2" name="TextBox 9">
              <a:extLst>
                <a:ext uri="{FF2B5EF4-FFF2-40B4-BE49-F238E27FC236}">
                  <a16:creationId xmlns:a16="http://schemas.microsoft.com/office/drawing/2014/main" id="{6311086E-7AB7-8B78-E2D2-51082AD7FFE9}"/>
                </a:ext>
              </a:extLst>
            </p:cNvPr>
            <p:cNvSpPr txBox="1"/>
            <p:nvPr/>
          </p:nvSpPr>
          <p:spPr>
            <a:xfrm>
              <a:off x="8491779" y="3581400"/>
              <a:ext cx="3547821" cy="1107996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eaLnBrk="1" hangingPunct="1"/>
              <a:r>
                <a:rPr lang="en-US" altLang="zh-TW" sz="2400" b="0" dirty="0">
                  <a:latin typeface="Consolas" panose="020B0609020204030204" pitchFamily="49" charset="0"/>
                  <a:ea typeface="新細明體" pitchFamily="18" charset="-120"/>
                </a:rPr>
                <a:t>Another example:</a:t>
              </a:r>
            </a:p>
            <a:p>
              <a:pPr eaLnBrk="1" hangingPunct="1"/>
              <a:r>
                <a:rPr lang="en-US" altLang="zh-TW" sz="2400" b="0" dirty="0">
                  <a:latin typeface="Consolas" panose="020B0609020204030204" pitchFamily="49" charset="0"/>
                  <a:ea typeface="新細明體" pitchFamily="18" charset="-120"/>
                </a:rPr>
                <a:t>Find factors</a:t>
              </a:r>
            </a:p>
            <a:p>
              <a:pPr eaLnBrk="1" hangingPunct="1"/>
              <a:r>
                <a:rPr lang="en-US" altLang="zh-TW" dirty="0">
                  <a:latin typeface="Consolas" panose="020B0609020204030204" pitchFamily="49" charset="0"/>
                  <a:ea typeface="新細明體" pitchFamily="18" charset="-120"/>
                </a:rPr>
                <a:t>Try all possible values</a:t>
              </a:r>
              <a:endParaRPr lang="en-US" altLang="zh-TW" b="0" dirty="0">
                <a:latin typeface="Consolas" panose="020B0609020204030204" pitchFamily="49" charset="0"/>
                <a:ea typeface="新細明體" pitchFamily="18" charset="-120"/>
              </a:endParaRPr>
            </a:p>
          </p:txBody>
        </p:sp>
        <p:sp>
          <p:nvSpPr>
            <p:cNvPr id="5" name="箭头: 右 4">
              <a:extLst>
                <a:ext uri="{FF2B5EF4-FFF2-40B4-BE49-F238E27FC236}">
                  <a16:creationId xmlns:a16="http://schemas.microsoft.com/office/drawing/2014/main" id="{516622E6-ACEB-489C-AD6B-121CCB8D4B56}"/>
                </a:ext>
              </a:extLst>
            </p:cNvPr>
            <p:cNvSpPr/>
            <p:nvPr/>
          </p:nvSpPr>
          <p:spPr>
            <a:xfrm>
              <a:off x="6328475" y="4020544"/>
              <a:ext cx="1901125" cy="426719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1741911581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1" y="165101"/>
            <a:ext cx="9906000" cy="498475"/>
          </a:xfrm>
        </p:spPr>
        <p:txBody>
          <a:bodyPr>
            <a:noAutofit/>
          </a:bodyPr>
          <a:lstStyle/>
          <a:p>
            <a:r>
              <a:rPr lang="en-US" sz="4000" dirty="0">
                <a:ea typeface="新細明體"/>
              </a:rPr>
              <a:t>2.5. </a:t>
            </a:r>
            <a:r>
              <a:rPr lang="en-US" sz="4000" dirty="0">
                <a:ea typeface="+mj-lt"/>
                <a:cs typeface="+mj-lt"/>
              </a:rPr>
              <a:t>Three level </a:t>
            </a:r>
            <a:r>
              <a:rPr lang="en-US" sz="4000" dirty="0">
                <a:ea typeface="新細明體"/>
              </a:rPr>
              <a:t>Nested Loops (Example #4)</a:t>
            </a:r>
            <a:endParaRPr lang="en-US" sz="4000" dirty="0">
              <a:ea typeface="+mj-lt"/>
              <a:cs typeface="+mj-lt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2100264" y="1524000"/>
            <a:ext cx="8682037" cy="3581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x, y, z;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x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x++)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for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y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y++)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for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(z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z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z++) {      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if (x*x + y*y + z*z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1000000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</a:t>
            </a: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"%d, %d, %d\n"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x, y, z);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638301" y="1524000"/>
            <a:ext cx="461963" cy="35814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915036E-B0D0-8144-828E-321CA19F3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2581CF-59BF-9DC5-F83A-8B53E49E788C}"/>
              </a:ext>
            </a:extLst>
          </p:cNvPr>
          <p:cNvSpPr txBox="1"/>
          <p:nvPr/>
        </p:nvSpPr>
        <p:spPr>
          <a:xfrm>
            <a:off x="2438400" y="5334000"/>
            <a:ext cx="82200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ea typeface="新細明體" pitchFamily="18" charset="-120"/>
              </a:rPr>
              <a:t>Brute-force search: try all possible solutions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7951091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>
            <a:normAutofit/>
          </a:bodyPr>
          <a:lstStyle/>
          <a:p>
            <a:r>
              <a:rPr lang="en-US" dirty="0"/>
              <a:t>2.6. Nested Loop Common Mistakes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79240" y="990600"/>
                <a:ext cx="10879137" cy="5105400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dirty="0"/>
                  <a:t>Always use a </a:t>
                </a:r>
                <a:r>
                  <a:rPr lang="en-US" b="1" i="1" u="sng" dirty="0"/>
                  <a:t>different looping variables </a:t>
                </a:r>
                <a:r>
                  <a:rPr lang="en-US" dirty="0"/>
                  <a:t>in each layer of nested loops</a:t>
                </a:r>
              </a:p>
              <a:p>
                <a:pPr lvl="1"/>
                <a:r>
                  <a:rPr lang="en-US" dirty="0"/>
                  <a:t>By convention we often use </a:t>
                </a:r>
                <a14:m>
                  <m:oMath xmlns:m="http://schemas.openxmlformats.org/officeDocument/2006/math">
                    <m:r>
                      <a:rPr lang="en-US" b="1" i="1" u="sng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u="sng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u="sng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b="1" i="1" u="sng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u="sng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i="1" u="sng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dirty="0"/>
                  <a:t>What happens if you mistakenly use the same index for different layers of a nested loop? Check out a modified Example #1 below: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9240" y="990600"/>
                <a:ext cx="10879137" cy="5105400"/>
              </a:xfrm>
              <a:blipFill>
                <a:blip r:embed="rId3"/>
                <a:stretch>
                  <a:fillRect l="-1289" t="-155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D0D890-8309-4CC7-93B4-79FAF48B6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6311" y="3800356"/>
            <a:ext cx="6206929" cy="21034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highlight>
                  <a:srgbClr val="FF00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highlight>
                  <a:srgbClr val="FF00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highlight>
                  <a:srgbClr val="FF00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4133B4-9A77-4D2F-860A-BF1B65B38DA0}"/>
              </a:ext>
            </a:extLst>
          </p:cNvPr>
          <p:cNvSpPr txBox="1"/>
          <p:nvPr/>
        </p:nvSpPr>
        <p:spPr>
          <a:xfrm>
            <a:off x="7848600" y="4436575"/>
            <a:ext cx="3909777" cy="830997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Can you </a:t>
            </a:r>
            <a:r>
              <a:rPr lang="en-US" sz="2400" u="sng" dirty="0"/>
              <a:t>dry run</a:t>
            </a:r>
            <a:r>
              <a:rPr lang="en-US" sz="2400" dirty="0"/>
              <a:t> the program to see the expected output?</a:t>
            </a:r>
          </a:p>
        </p:txBody>
      </p:sp>
    </p:spTree>
    <p:extLst>
      <p:ext uri="{BB962C8B-B14F-4D97-AF65-F5344CB8AC3E}">
        <p14:creationId xmlns:p14="http://schemas.microsoft.com/office/powerpoint/2010/main" val="195591032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E3C014-EECF-3C90-BDCF-683E08E8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8750-1F36-523D-D0D1-65131438B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2.6. Nested Loop 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E17C1-0B95-88BF-67B5-459DA7A71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aware of the placement of new lines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Indentation and relationship between loops</a:t>
            </a:r>
          </a:p>
          <a:p>
            <a:pPr lvl="1"/>
            <a:r>
              <a:rPr lang="en-US" dirty="0"/>
              <a:t>Brace {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94FC9-6FEF-E1C2-8787-E95AEAE18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5BB8E0-01D1-4F7E-A66C-ABD7ADAD1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6311" y="1625898"/>
            <a:ext cx="6206929" cy="241270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j;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(j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j &lt;= </a:t>
            </a:r>
            <a:r>
              <a:rPr lang="en-US" altLang="zh-TW" sz="2000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"*"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FF564-ACE1-53D9-D587-1A3094FAB0E0}"/>
              </a:ext>
            </a:extLst>
          </p:cNvPr>
          <p:cNvSpPr txBox="1"/>
          <p:nvPr/>
        </p:nvSpPr>
        <p:spPr>
          <a:xfrm>
            <a:off x="7476886" y="2416750"/>
            <a:ext cx="4105514" cy="954107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When should the output finish printing a line?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23E5F7-0630-C36D-BA49-5F0D24F51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6311" y="4519440"/>
            <a:ext cx="6206929" cy="18369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(j 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j &lt;= </a:t>
            </a:r>
            <a:r>
              <a:rPr lang="en-US" altLang="zh-TW" sz="2000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    ...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 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where does this } come from??</a:t>
            </a:r>
          </a:p>
        </p:txBody>
      </p:sp>
    </p:spTree>
    <p:extLst>
      <p:ext uri="{BB962C8B-B14F-4D97-AF65-F5344CB8AC3E}">
        <p14:creationId xmlns:p14="http://schemas.microsoft.com/office/powerpoint/2010/main" val="436174606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ED26D-B137-6638-D45A-29810E4D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Lab 7 Hints:                                           Due: Next Wed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8DF6C7-15B4-35DD-1606-A6125092D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Ex3: Nested Loop, Row and Column</a:t>
            </a:r>
          </a:p>
          <a:p>
            <a:endParaRPr lang="en-US" sz="2400" dirty="0"/>
          </a:p>
          <a:p>
            <a:r>
              <a:rPr lang="en-US" dirty="0"/>
              <a:t>Ex4: Prime again (inner Loop), add Outer Loop</a:t>
            </a:r>
          </a:p>
          <a:p>
            <a:endParaRPr lang="en-US" dirty="0"/>
          </a:p>
          <a:p>
            <a:r>
              <a:rPr lang="en-US" dirty="0"/>
              <a:t>Ex5: refer to Lab7 Ex2,</a:t>
            </a:r>
            <a:r>
              <a:rPr lang="zh-CN" altLang="en-US" dirty="0"/>
              <a:t> </a:t>
            </a:r>
            <a:r>
              <a:rPr lang="en-US" altLang="zh-CN" dirty="0"/>
              <a:t>given </a:t>
            </a:r>
            <a:r>
              <a:rPr lang="en-US" dirty="0"/>
              <a:t>pseudocode (</a:t>
            </a:r>
            <a:r>
              <a:rPr lang="zh-CN" altLang="en-US" dirty="0"/>
              <a:t>偽代碼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altLang="zh-CN" dirty="0"/>
              <a:t>                                           change</a:t>
            </a:r>
            <a:r>
              <a:rPr lang="zh-CN" altLang="en-US" dirty="0"/>
              <a:t> </a:t>
            </a:r>
            <a:r>
              <a:rPr lang="en-US" altLang="zh-CN" dirty="0"/>
              <a:t>code a</a:t>
            </a:r>
            <a:r>
              <a:rPr lang="zh-CN" altLang="en-US" dirty="0"/>
              <a:t> </a:t>
            </a:r>
            <a:r>
              <a:rPr lang="en-US" altLang="zh-CN" dirty="0"/>
              <a:t>little</a:t>
            </a:r>
            <a:r>
              <a:rPr lang="zh-CN" altLang="en-US" dirty="0"/>
              <a:t> </a:t>
            </a:r>
            <a:r>
              <a:rPr lang="en-US" altLang="zh-CN" dirty="0"/>
              <a:t>bit</a:t>
            </a:r>
            <a:endParaRPr lang="en-US" dirty="0"/>
          </a:p>
          <a:p>
            <a:r>
              <a:rPr lang="en-US" dirty="0"/>
              <a:t>Ex6:    Moving average of order K </a:t>
            </a:r>
          </a:p>
          <a:p>
            <a:pPr marL="0" indent="0">
              <a:buNone/>
            </a:pPr>
            <a:r>
              <a:rPr lang="en-US" dirty="0"/>
              <a:t>		 </a:t>
            </a:r>
            <a:r>
              <a:rPr lang="zh-Hans-HK" dirty="0"/>
              <a:t>1 </a:t>
            </a:r>
            <a:r>
              <a:rPr lang="en-US" dirty="0"/>
              <a:t>  </a:t>
            </a:r>
            <a:r>
              <a:rPr lang="zh-Hans-HK" dirty="0"/>
              <a:t>2 </a:t>
            </a:r>
            <a:r>
              <a:rPr lang="en-US" dirty="0"/>
              <a:t>  </a:t>
            </a:r>
            <a:r>
              <a:rPr lang="zh-Hans-HK" dirty="0"/>
              <a:t>3 </a:t>
            </a:r>
            <a:r>
              <a:rPr lang="en-US" dirty="0"/>
              <a:t>  </a:t>
            </a:r>
            <a:r>
              <a:rPr lang="zh-Hans-HK" dirty="0"/>
              <a:t>4 </a:t>
            </a:r>
            <a:r>
              <a:rPr lang="en-US" dirty="0"/>
              <a:t>  </a:t>
            </a:r>
            <a:r>
              <a:rPr lang="zh-Hans-HK" dirty="0"/>
              <a:t>5 </a:t>
            </a:r>
            <a:r>
              <a:rPr lang="en-US" dirty="0"/>
              <a:t>  </a:t>
            </a:r>
            <a:r>
              <a:rPr lang="zh-Hans-HK" dirty="0"/>
              <a:t>6 </a:t>
            </a:r>
            <a:r>
              <a:rPr lang="en-US" dirty="0"/>
              <a:t>  </a:t>
            </a:r>
            <a:r>
              <a:rPr lang="zh-Hans-HK" dirty="0"/>
              <a:t>7 </a:t>
            </a:r>
            <a:r>
              <a:rPr lang="en-US" dirty="0"/>
              <a:t>  </a:t>
            </a:r>
            <a:r>
              <a:rPr lang="zh-Hans-HK" dirty="0"/>
              <a:t>8</a:t>
            </a:r>
            <a:endParaRPr lang="en-US" dirty="0"/>
          </a:p>
          <a:p>
            <a:endParaRPr lang="en-US" dirty="0"/>
          </a:p>
          <a:p>
            <a:endParaRPr lang="en-US" sz="1400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318284-0DCC-C8A5-3603-DE1DF699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9" name="右中括号 8">
            <a:extLst>
              <a:ext uri="{FF2B5EF4-FFF2-40B4-BE49-F238E27FC236}">
                <a16:creationId xmlns:a16="http://schemas.microsoft.com/office/drawing/2014/main" id="{2BF0EB0A-65CE-1DD5-B1D4-7EF3DD812569}"/>
              </a:ext>
            </a:extLst>
          </p:cNvPr>
          <p:cNvSpPr/>
          <p:nvPr/>
        </p:nvSpPr>
        <p:spPr>
          <a:xfrm rot="5400000">
            <a:off x="2590800" y="5186379"/>
            <a:ext cx="152400" cy="914400"/>
          </a:xfrm>
          <a:prstGeom prst="rightBracket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右中括号 9">
            <a:extLst>
              <a:ext uri="{FF2B5EF4-FFF2-40B4-BE49-F238E27FC236}">
                <a16:creationId xmlns:a16="http://schemas.microsoft.com/office/drawing/2014/main" id="{6B3702C7-0A01-DA8D-06CF-429C5EA5042F}"/>
              </a:ext>
            </a:extLst>
          </p:cNvPr>
          <p:cNvSpPr/>
          <p:nvPr/>
        </p:nvSpPr>
        <p:spPr>
          <a:xfrm rot="5400000">
            <a:off x="3086100" y="5262579"/>
            <a:ext cx="228600" cy="914400"/>
          </a:xfrm>
          <a:prstGeom prst="rightBracket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右中括号 10">
            <a:extLst>
              <a:ext uri="{FF2B5EF4-FFF2-40B4-BE49-F238E27FC236}">
                <a16:creationId xmlns:a16="http://schemas.microsoft.com/office/drawing/2014/main" id="{E067A4CB-ED89-85BA-9964-D2CFCD5F2F8D}"/>
              </a:ext>
            </a:extLst>
          </p:cNvPr>
          <p:cNvSpPr/>
          <p:nvPr/>
        </p:nvSpPr>
        <p:spPr>
          <a:xfrm rot="5400000">
            <a:off x="3510487" y="5346718"/>
            <a:ext cx="396877" cy="914400"/>
          </a:xfrm>
          <a:prstGeom prst="rightBracket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998860-78A4-52CC-ACFD-9884D4445FDB}"/>
              </a:ext>
            </a:extLst>
          </p:cNvPr>
          <p:cNvSpPr txBox="1"/>
          <p:nvPr/>
        </p:nvSpPr>
        <p:spPr>
          <a:xfrm>
            <a:off x="1295400" y="5719779"/>
            <a:ext cx="1473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Avg =   </a:t>
            </a:r>
            <a:r>
              <a:rPr lang="en-US" sz="2400" b="1" dirty="0">
                <a:solidFill>
                  <a:schemeClr val="tx2"/>
                </a:solidFill>
              </a:rPr>
              <a:t>2.0</a:t>
            </a:r>
            <a:endParaRPr lang="LID4096" sz="2400" b="1" dirty="0">
              <a:solidFill>
                <a:schemeClr val="accent3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BCB847-0A81-B466-916C-1D3EF47CFA1B}"/>
              </a:ext>
            </a:extLst>
          </p:cNvPr>
          <p:cNvSpPr txBox="1"/>
          <p:nvPr/>
        </p:nvSpPr>
        <p:spPr>
          <a:xfrm>
            <a:off x="2785985" y="5900107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3.0</a:t>
            </a:r>
            <a:endParaRPr lang="LID4096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9DBABB3-6ED0-7424-4C93-F0D338F62AD4}"/>
              </a:ext>
            </a:extLst>
          </p:cNvPr>
          <p:cNvSpPr txBox="1"/>
          <p:nvPr/>
        </p:nvSpPr>
        <p:spPr>
          <a:xfrm>
            <a:off x="3352800" y="6013932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4.0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36336427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8902</TotalTime>
  <Words>3167</Words>
  <Application>Microsoft Macintosh PowerPoint</Application>
  <PresentationFormat>宽屏</PresentationFormat>
  <Paragraphs>688</Paragraphs>
  <Slides>34</Slides>
  <Notes>27</Notes>
  <HiddenSlides>10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新細明體</vt:lpstr>
      <vt:lpstr>Arial</vt:lpstr>
      <vt:lpstr>Calibri</vt:lpstr>
      <vt:lpstr>Cambria Math</vt:lpstr>
      <vt:lpstr>Consolas</vt:lpstr>
      <vt:lpstr>Courier New</vt:lpstr>
      <vt:lpstr>Times New Roman</vt:lpstr>
      <vt:lpstr>Office Theme</vt:lpstr>
      <vt:lpstr>Review: for-loop vs. while-loop</vt:lpstr>
      <vt:lpstr> Looping (III)  Nested Loops </vt:lpstr>
      <vt:lpstr>Lab 6 Ex4, Prime or composite?</vt:lpstr>
      <vt:lpstr>Outline</vt:lpstr>
      <vt:lpstr>Motivation</vt:lpstr>
      <vt:lpstr>Lab 6 Ex4, Prime or composite?</vt:lpstr>
      <vt:lpstr>Flag:  Lab 6 Ex4, Prime or composite?</vt:lpstr>
      <vt:lpstr>1. Flage</vt:lpstr>
      <vt:lpstr>Outline</vt:lpstr>
      <vt:lpstr>2. Nested Loops – A Loop Inside Another Loop</vt:lpstr>
      <vt:lpstr>2. Nested Loops – A Loop Inside Another Loop</vt:lpstr>
      <vt:lpstr>2.0. Nested Loop Common Mistakes</vt:lpstr>
      <vt:lpstr>2.1. Outer Loop and Inner Loop(s)</vt:lpstr>
      <vt:lpstr>2.1. Outer Loop and Inner Loop(s)</vt:lpstr>
      <vt:lpstr>2.1. Outer Loop and Inner Loop(s)</vt:lpstr>
      <vt:lpstr>2.1. Outer Loop and Inner Loop(s)</vt:lpstr>
      <vt:lpstr>2.1. Outer Loop and Inner Loop(s)</vt:lpstr>
      <vt:lpstr>2.2. Nested Loops (Example #1)</vt:lpstr>
      <vt:lpstr>2.2. Nested Loops (Example #1)</vt:lpstr>
      <vt:lpstr>2.2. Nested Loops (Example #)</vt:lpstr>
      <vt:lpstr>2.3. Nested Loops (Example #2)</vt:lpstr>
      <vt:lpstr>2.3. Nested Loops (Example #2)</vt:lpstr>
      <vt:lpstr>2.3. Nested Loops (Example #2)</vt:lpstr>
      <vt:lpstr>2.3. Nested Loops (Example #2)</vt:lpstr>
      <vt:lpstr>2.3.0 Nested Loop Common Mistakes</vt:lpstr>
      <vt:lpstr>2.3. Nested Loops (Example #)</vt:lpstr>
      <vt:lpstr>2.4. Nested Loops (Example #3)</vt:lpstr>
      <vt:lpstr>2.4. Nested Loops (Example #3)</vt:lpstr>
      <vt:lpstr>2.4. Nested Loops (Example #3)</vt:lpstr>
      <vt:lpstr>2.5. Three level Nested Loops (Example #4)</vt:lpstr>
      <vt:lpstr>2.5. Three level Nested Loops (Example #4)</vt:lpstr>
      <vt:lpstr>2.6. Nested Loop Common Mistakes</vt:lpstr>
      <vt:lpstr>2.6. Nested Loop Common Mistakes</vt:lpstr>
      <vt:lpstr>Lab 7 Hints:                                           Due: Next Wed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Looping (III)</dc:title>
  <cp:lastModifiedBy>LIU, Zeyu</cp:lastModifiedBy>
  <cp:revision>4</cp:revision>
  <dcterms:created xsi:type="dcterms:W3CDTF">2011-07-19T12:51:33Z</dcterms:created>
  <dcterms:modified xsi:type="dcterms:W3CDTF">2025-10-27T05:36:13Z</dcterms:modified>
</cp:coreProperties>
</file>
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7" r:id="rId1"/>
  </p:sldMasterIdLst>
  <p:notesMasterIdLst>
    <p:notesMasterId r:id="rId14"/>
  </p:notesMasterIdLst>
  <p:sldIdLst>
    <p:sldId id="309" r:id="rId2"/>
    <p:sldId id="347" r:id="rId3"/>
    <p:sldId id="348" r:id="rId4"/>
    <p:sldId id="349" r:id="rId5"/>
    <p:sldId id="297" r:id="rId6"/>
    <p:sldId id="362" r:id="rId7"/>
    <p:sldId id="359" r:id="rId8"/>
    <p:sldId id="364" r:id="rId9"/>
    <p:sldId id="366" r:id="rId10"/>
    <p:sldId id="367" r:id="rId11"/>
    <p:sldId id="368" r:id="rId12"/>
    <p:sldId id="3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308108-94CD-42D3-B4E7-5139C4BDA2C2}" v="12" dt="2025-10-09T05:20:29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m Pan Chui, Dr. (CSD)" userId="S::ypchui@cuhk.edu.hk::06f431c5-cc1a-4439-a61b-5f3af947c103" providerId="AD" clId="Web-{E539CD5D-E9B9-8A01-202F-EA206FA5FE71}"/>
    <pc:docChg chg="modSld">
      <pc:chgData name="Yim Pan Chui, Dr. (CSD)" userId="S::ypchui@cuhk.edu.hk::06f431c5-cc1a-4439-a61b-5f3af947c103" providerId="AD" clId="Web-{E539CD5D-E9B9-8A01-202F-EA206FA5FE71}" dt="2023-11-25T14:06:15.920" v="4" actId="20577"/>
      <pc:docMkLst>
        <pc:docMk/>
      </pc:docMkLst>
      <pc:sldChg chg="modSp">
        <pc:chgData name="Yim Pan Chui, Dr. (CSD)" userId="S::ypchui@cuhk.edu.hk::06f431c5-cc1a-4439-a61b-5f3af947c103" providerId="AD" clId="Web-{E539CD5D-E9B9-8A01-202F-EA206FA5FE71}" dt="2023-11-25T14:06:15.920" v="4" actId="20577"/>
        <pc:sldMkLst>
          <pc:docMk/>
          <pc:sldMk cId="1036709092" sldId="266"/>
        </pc:sldMkLst>
      </pc:sldChg>
    </pc:docChg>
  </pc:docChgLst>
  <pc:docChgLst>
    <pc:chgData name="Kit Sang Danny Yip (IEG)" userId="S::ksyip@cuhk.edu.hk::2b857761-4ed2-4625-82ab-35c1f84a778e" providerId="AD" clId="Web-{3F0B588E-4D4E-7DC4-2D17-75D2A68AA2E1}"/>
    <pc:docChg chg="modSld">
      <pc:chgData name="Kit Sang Danny Yip (IEG)" userId="S::ksyip@cuhk.edu.hk::2b857761-4ed2-4625-82ab-35c1f84a778e" providerId="AD" clId="Web-{3F0B588E-4D4E-7DC4-2D17-75D2A68AA2E1}" dt="2022-08-21T06:58:24.230" v="4" actId="20577"/>
      <pc:docMkLst>
        <pc:docMk/>
      </pc:docMkLst>
      <pc:sldChg chg="modSp">
        <pc:chgData name="Kit Sang Danny Yip (IEG)" userId="S::ksyip@cuhk.edu.hk::2b857761-4ed2-4625-82ab-35c1f84a778e" providerId="AD" clId="Web-{3F0B588E-4D4E-7DC4-2D17-75D2A68AA2E1}" dt="2022-08-21T06:58:24.230" v="4" actId="20577"/>
        <pc:sldMkLst>
          <pc:docMk/>
          <pc:sldMk cId="1036709092" sldId="266"/>
        </pc:sldMkLst>
      </pc:sldChg>
    </pc:docChg>
  </pc:docChgLst>
  <pc:docChgLst>
    <pc:chgData name="Kit Sang Danny Yip (IEG)" userId="S::ksyip@cuhk.edu.hk::2b857761-4ed2-4625-82ab-35c1f84a778e" providerId="AD" clId="Web-{E192883A-4BE2-D618-73C1-CFDC450DE451}"/>
    <pc:docChg chg="modSld">
      <pc:chgData name="Kit Sang Danny Yip (IEG)" userId="S::ksyip@cuhk.edu.hk::2b857761-4ed2-4625-82ab-35c1f84a778e" providerId="AD" clId="Web-{E192883A-4BE2-D618-73C1-CFDC450DE451}" dt="2022-09-30T05:33:25.464" v="2" actId="20577"/>
      <pc:docMkLst>
        <pc:docMk/>
      </pc:docMkLst>
      <pc:sldChg chg="modSp">
        <pc:chgData name="Kit Sang Danny Yip (IEG)" userId="S::ksyip@cuhk.edu.hk::2b857761-4ed2-4625-82ab-35c1f84a778e" providerId="AD" clId="Web-{E192883A-4BE2-D618-73C1-CFDC450DE451}" dt="2022-09-30T05:33:25.464" v="2" actId="20577"/>
        <pc:sldMkLst>
          <pc:docMk/>
          <pc:sldMk cId="1036709092" sldId="266"/>
        </pc:sldMkLst>
      </pc:sldChg>
    </pc:docChg>
  </pc:docChgLst>
  <pc:docChgLst>
    <pc:chgData name="Yuli Jiang (CSD)" userId="7c291cd4-aa97-4867-8d2d-ebf5c1c3b419" providerId="ADAL" clId="{15695A06-A887-4DFB-B9F6-53614DD60ADF}"/>
    <pc:docChg chg="modSld modMainMaster">
      <pc:chgData name="Yuli Jiang (CSD)" userId="7c291cd4-aa97-4867-8d2d-ebf5c1c3b419" providerId="ADAL" clId="{15695A06-A887-4DFB-B9F6-53614DD60ADF}" dt="2024-02-07T07:26:56.173" v="38" actId="1076"/>
      <pc:docMkLst>
        <pc:docMk/>
      </pc:docMkLst>
      <pc:sldChg chg="modSp mod">
        <pc:chgData name="Yuli Jiang (CSD)" userId="7c291cd4-aa97-4867-8d2d-ebf5c1c3b419" providerId="ADAL" clId="{15695A06-A887-4DFB-B9F6-53614DD60ADF}" dt="2024-02-07T07:26:56.173" v="38" actId="1076"/>
        <pc:sldMkLst>
          <pc:docMk/>
          <pc:sldMk cId="1036709092" sldId="266"/>
        </pc:sldMkLst>
      </pc:sldChg>
      <pc:sldMasterChg chg="modSp modSldLayout">
        <pc:chgData name="Yuli Jiang (CSD)" userId="7c291cd4-aa97-4867-8d2d-ebf5c1c3b419" providerId="ADAL" clId="{15695A06-A887-4DFB-B9F6-53614DD60ADF}" dt="2024-02-07T07:26:40.561" v="34"/>
        <pc:sldMasterMkLst>
          <pc:docMk/>
          <pc:sldMasterMk cId="2254324973" sldId="2147483843"/>
        </pc:sldMasterMkLst>
        <pc:sldLayoutChg chg="modSp">
          <pc:chgData name="Yuli Jiang (CSD)" userId="7c291cd4-aa97-4867-8d2d-ebf5c1c3b419" providerId="ADAL" clId="{15695A06-A887-4DFB-B9F6-53614DD60ADF}" dt="2024-02-07T07:26:40.561" v="34"/>
          <pc:sldLayoutMkLst>
            <pc:docMk/>
            <pc:sldMasterMk cId="2254324973" sldId="2147483843"/>
            <pc:sldLayoutMk cId="593441210" sldId="2147483844"/>
          </pc:sldLayoutMkLst>
        </pc:sldLayoutChg>
        <pc:sldLayoutChg chg="modSp">
          <pc:chgData name="Yuli Jiang (CSD)" userId="7c291cd4-aa97-4867-8d2d-ebf5c1c3b419" providerId="ADAL" clId="{15695A06-A887-4DFB-B9F6-53614DD60ADF}" dt="2024-02-07T07:26:40.561" v="34"/>
          <pc:sldLayoutMkLst>
            <pc:docMk/>
            <pc:sldMasterMk cId="2254324973" sldId="2147483843"/>
            <pc:sldLayoutMk cId="646068752" sldId="2147483846"/>
          </pc:sldLayoutMkLst>
        </pc:sldLayoutChg>
        <pc:sldLayoutChg chg="modSp">
          <pc:chgData name="Yuli Jiang (CSD)" userId="7c291cd4-aa97-4867-8d2d-ebf5c1c3b419" providerId="ADAL" clId="{15695A06-A887-4DFB-B9F6-53614DD60ADF}" dt="2024-02-07T07:26:40.561" v="34"/>
          <pc:sldLayoutMkLst>
            <pc:docMk/>
            <pc:sldMasterMk cId="2254324973" sldId="2147483843"/>
            <pc:sldLayoutMk cId="1075304647" sldId="2147483847"/>
          </pc:sldLayoutMkLst>
        </pc:sldLayoutChg>
        <pc:sldLayoutChg chg="modSp">
          <pc:chgData name="Yuli Jiang (CSD)" userId="7c291cd4-aa97-4867-8d2d-ebf5c1c3b419" providerId="ADAL" clId="{15695A06-A887-4DFB-B9F6-53614DD60ADF}" dt="2024-02-07T07:26:40.561" v="34"/>
          <pc:sldLayoutMkLst>
            <pc:docMk/>
            <pc:sldMasterMk cId="2254324973" sldId="2147483843"/>
            <pc:sldLayoutMk cId="1458255270" sldId="2147483848"/>
          </pc:sldLayoutMkLst>
        </pc:sldLayoutChg>
        <pc:sldLayoutChg chg="modSp">
          <pc:chgData name="Yuli Jiang (CSD)" userId="7c291cd4-aa97-4867-8d2d-ebf5c1c3b419" providerId="ADAL" clId="{15695A06-A887-4DFB-B9F6-53614DD60ADF}" dt="2024-02-07T07:26:40.561" v="34"/>
          <pc:sldLayoutMkLst>
            <pc:docMk/>
            <pc:sldMasterMk cId="2254324973" sldId="2147483843"/>
            <pc:sldLayoutMk cId="3715735559" sldId="2147483851"/>
          </pc:sldLayoutMkLst>
        </pc:sldLayoutChg>
        <pc:sldLayoutChg chg="modSp">
          <pc:chgData name="Yuli Jiang (CSD)" userId="7c291cd4-aa97-4867-8d2d-ebf5c1c3b419" providerId="ADAL" clId="{15695A06-A887-4DFB-B9F6-53614DD60ADF}" dt="2024-02-07T07:26:40.561" v="34"/>
          <pc:sldLayoutMkLst>
            <pc:docMk/>
            <pc:sldMasterMk cId="2254324973" sldId="2147483843"/>
            <pc:sldLayoutMk cId="2778121724" sldId="2147483852"/>
          </pc:sldLayoutMkLst>
        </pc:sldLayoutChg>
        <pc:sldLayoutChg chg="modSp">
          <pc:chgData name="Yuli Jiang (CSD)" userId="7c291cd4-aa97-4867-8d2d-ebf5c1c3b419" providerId="ADAL" clId="{15695A06-A887-4DFB-B9F6-53614DD60ADF}" dt="2024-02-07T07:26:40.561" v="34"/>
          <pc:sldLayoutMkLst>
            <pc:docMk/>
            <pc:sldMasterMk cId="2254324973" sldId="2147483843"/>
            <pc:sldLayoutMk cId="2384912297" sldId="2147483854"/>
          </pc:sldLayoutMkLst>
        </pc:sldLayoutChg>
      </pc:sldMasterChg>
    </pc:docChg>
  </pc:docChgLst>
  <pc:docChgLst>
    <pc:chgData name="Marco Ho (IEG)" userId="12259f2b-657e-43df-ac17-e4914e2efdc8" providerId="ADAL" clId="{8C933832-53FF-3C43-9DA6-41FB15C5FCC3}"/>
    <pc:docChg chg="undo custSel modSld">
      <pc:chgData name="Marco Ho (IEG)" userId="12259f2b-657e-43df-ac17-e4914e2efdc8" providerId="ADAL" clId="{8C933832-53FF-3C43-9DA6-41FB15C5FCC3}" dt="2021-10-02T17:58:05.662" v="176" actId="27636"/>
      <pc:docMkLst>
        <pc:docMk/>
      </pc:docMkLst>
      <pc:sldChg chg="modSp mod">
        <pc:chgData name="Marco Ho (IEG)" userId="12259f2b-657e-43df-ac17-e4914e2efdc8" providerId="ADAL" clId="{8C933832-53FF-3C43-9DA6-41FB15C5FCC3}" dt="2021-10-02T17:58:05.662" v="176" actId="27636"/>
        <pc:sldMkLst>
          <pc:docMk/>
          <pc:sldMk cId="1036709092" sldId="266"/>
        </pc:sldMkLst>
      </pc:sldChg>
    </pc:docChg>
  </pc:docChgLst>
  <pc:docChgLst>
    <pc:chgData name="Yim Pan Chui, Dr. (CSD)" userId="06f431c5-cc1a-4439-a61b-5f3af947c103" providerId="ADAL" clId="{82AAED65-1F83-4F93-8A5D-EF6BB246C217}"/>
    <pc:docChg chg="modSld">
      <pc:chgData name="Yim Pan Chui, Dr. (CSD)" userId="06f431c5-cc1a-4439-a61b-5f3af947c103" providerId="ADAL" clId="{82AAED65-1F83-4F93-8A5D-EF6BB246C217}" dt="2023-09-29T14:23:37.172" v="56" actId="20577"/>
      <pc:docMkLst>
        <pc:docMk/>
      </pc:docMkLst>
      <pc:sldChg chg="modSp mod">
        <pc:chgData name="Yim Pan Chui, Dr. (CSD)" userId="06f431c5-cc1a-4439-a61b-5f3af947c103" providerId="ADAL" clId="{82AAED65-1F83-4F93-8A5D-EF6BB246C217}" dt="2023-09-29T14:23:37.172" v="56" actId="20577"/>
        <pc:sldMkLst>
          <pc:docMk/>
          <pc:sldMk cId="1036709092" sldId="266"/>
        </pc:sldMkLst>
      </pc:sldChg>
    </pc:docChg>
  </pc:docChgLst>
  <pc:docChgLst>
    <pc:chgData name="Yuli Jiang (CSD)" userId="7c291cd4-aa97-4867-8d2d-ebf5c1c3b419" providerId="ADAL" clId="{6A75363E-8927-4955-8578-629CD10FF342}"/>
    <pc:docChg chg="undo custSel addSld delSld modSld sldOrd delMainMaster">
      <pc:chgData name="Yuli Jiang (CSD)" userId="7c291cd4-aa97-4867-8d2d-ebf5c1c3b419" providerId="ADAL" clId="{6A75363E-8927-4955-8578-629CD10FF342}" dt="2024-02-07T08:01:50.101" v="632" actId="20577"/>
      <pc:docMkLst>
        <pc:docMk/>
      </pc:docMkLst>
      <pc:sldChg chg="del">
        <pc:chgData name="Yuli Jiang (CSD)" userId="7c291cd4-aa97-4867-8d2d-ebf5c1c3b419" providerId="ADAL" clId="{6A75363E-8927-4955-8578-629CD10FF342}" dt="2024-02-07T07:33:09.312" v="5" actId="2696"/>
        <pc:sldMkLst>
          <pc:docMk/>
          <pc:sldMk cId="1036709092" sldId="266"/>
        </pc:sldMkLst>
      </pc:sldChg>
      <pc:sldChg chg="add del">
        <pc:chgData name="Yuli Jiang (CSD)" userId="7c291cd4-aa97-4867-8d2d-ebf5c1c3b419" providerId="ADAL" clId="{6A75363E-8927-4955-8578-629CD10FF342}" dt="2024-02-07T07:49:20.196" v="122" actId="47"/>
        <pc:sldMkLst>
          <pc:docMk/>
          <pc:sldMk cId="3305598711" sldId="296"/>
        </pc:sldMkLst>
      </pc:sldChg>
      <pc:sldChg chg="add">
        <pc:chgData name="Yuli Jiang (CSD)" userId="7c291cd4-aa97-4867-8d2d-ebf5c1c3b419" providerId="ADAL" clId="{6A75363E-8927-4955-8578-629CD10FF342}" dt="2024-02-07T07:49:11.296" v="121"/>
        <pc:sldMkLst>
          <pc:docMk/>
          <pc:sldMk cId="3948808624" sldId="297"/>
        </pc:sldMkLst>
      </pc:sldChg>
      <pc:sldChg chg="modSp add del mod modTransition">
        <pc:chgData name="Yuli Jiang (CSD)" userId="7c291cd4-aa97-4867-8d2d-ebf5c1c3b419" providerId="ADAL" clId="{6A75363E-8927-4955-8578-629CD10FF342}" dt="2024-02-07T08:01:17.783" v="604" actId="47"/>
        <pc:sldMkLst>
          <pc:docMk/>
          <pc:sldMk cId="1518402331" sldId="305"/>
        </pc:sldMkLst>
      </pc:sldChg>
      <pc:sldChg chg="add del modTransition">
        <pc:chgData name="Yuli Jiang (CSD)" userId="7c291cd4-aa97-4867-8d2d-ebf5c1c3b419" providerId="ADAL" clId="{6A75363E-8927-4955-8578-629CD10FF342}" dt="2024-02-07T08:01:18.375" v="605" actId="47"/>
        <pc:sldMkLst>
          <pc:docMk/>
          <pc:sldMk cId="2280612692" sldId="306"/>
        </pc:sldMkLst>
      </pc:sldChg>
      <pc:sldChg chg="add del modTransition">
        <pc:chgData name="Yuli Jiang (CSD)" userId="7c291cd4-aa97-4867-8d2d-ebf5c1c3b419" providerId="ADAL" clId="{6A75363E-8927-4955-8578-629CD10FF342}" dt="2024-02-07T08:01:19.034" v="606" actId="47"/>
        <pc:sldMkLst>
          <pc:docMk/>
          <pc:sldMk cId="1069561671" sldId="307"/>
        </pc:sldMkLst>
      </pc:sldChg>
      <pc:sldChg chg="modSp new del mod">
        <pc:chgData name="Yuli Jiang (CSD)" userId="7c291cd4-aa97-4867-8d2d-ebf5c1c3b419" providerId="ADAL" clId="{6A75363E-8927-4955-8578-629CD10FF342}" dt="2024-02-07T08:01:17.032" v="603" actId="47"/>
        <pc:sldMkLst>
          <pc:docMk/>
          <pc:sldMk cId="2150325830" sldId="308"/>
        </pc:sldMkLst>
      </pc:sldChg>
      <pc:sldChg chg="modSp new mod ord">
        <pc:chgData name="Yuli Jiang (CSD)" userId="7c291cd4-aa97-4867-8d2d-ebf5c1c3b419" providerId="ADAL" clId="{6A75363E-8927-4955-8578-629CD10FF342}" dt="2024-02-07T07:58:50.083" v="580" actId="20577"/>
        <pc:sldMkLst>
          <pc:docMk/>
          <pc:sldMk cId="872494284" sldId="309"/>
        </pc:sldMkLst>
      </pc:sldChg>
      <pc:sldChg chg="modSp add del mod">
        <pc:chgData name="Yuli Jiang (CSD)" userId="7c291cd4-aa97-4867-8d2d-ebf5c1c3b419" providerId="ADAL" clId="{6A75363E-8927-4955-8578-629CD10FF342}" dt="2024-02-07T07:35:42.686" v="40" actId="47"/>
        <pc:sldMkLst>
          <pc:docMk/>
          <pc:sldMk cId="286734451" sldId="335"/>
        </pc:sldMkLst>
      </pc:sldChg>
      <pc:sldChg chg="add del">
        <pc:chgData name="Yuli Jiang (CSD)" userId="7c291cd4-aa97-4867-8d2d-ebf5c1c3b419" providerId="ADAL" clId="{6A75363E-8927-4955-8578-629CD10FF342}" dt="2024-02-07T07:52:11.373" v="187" actId="47"/>
        <pc:sldMkLst>
          <pc:docMk/>
          <pc:sldMk cId="3597089374" sldId="336"/>
        </pc:sldMkLst>
      </pc:sldChg>
      <pc:sldChg chg="modSp add mod">
        <pc:chgData name="Yuli Jiang (CSD)" userId="7c291cd4-aa97-4867-8d2d-ebf5c1c3b419" providerId="ADAL" clId="{6A75363E-8927-4955-8578-629CD10FF342}" dt="2024-02-07T07:35:17.008" v="32" actId="20577"/>
        <pc:sldMkLst>
          <pc:docMk/>
          <pc:sldMk cId="40689921" sldId="347"/>
        </pc:sldMkLst>
      </pc:sldChg>
      <pc:sldChg chg="modSp add mod">
        <pc:chgData name="Yuli Jiang (CSD)" userId="7c291cd4-aa97-4867-8d2d-ebf5c1c3b419" providerId="ADAL" clId="{6A75363E-8927-4955-8578-629CD10FF342}" dt="2024-02-07T07:45:26.428" v="94" actId="27636"/>
        <pc:sldMkLst>
          <pc:docMk/>
          <pc:sldMk cId="4223075977" sldId="348"/>
        </pc:sldMkLst>
      </pc:sldChg>
      <pc:sldChg chg="addSp delSp modSp add mod">
        <pc:chgData name="Yuli Jiang (CSD)" userId="7c291cd4-aa97-4867-8d2d-ebf5c1c3b419" providerId="ADAL" clId="{6A75363E-8927-4955-8578-629CD10FF342}" dt="2024-02-07T07:54:42.409" v="269" actId="27636"/>
        <pc:sldMkLst>
          <pc:docMk/>
          <pc:sldMk cId="996854314" sldId="349"/>
        </pc:sldMkLst>
      </pc:sldChg>
      <pc:sldChg chg="modSp add mod">
        <pc:chgData name="Yuli Jiang (CSD)" userId="7c291cd4-aa97-4867-8d2d-ebf5c1c3b419" providerId="ADAL" clId="{6A75363E-8927-4955-8578-629CD10FF342}" dt="2024-02-07T07:56:04.894" v="396" actId="20577"/>
        <pc:sldMkLst>
          <pc:docMk/>
          <pc:sldMk cId="1755307977" sldId="359"/>
        </pc:sldMkLst>
      </pc:sldChg>
      <pc:sldChg chg="modSp new mod">
        <pc:chgData name="Yuli Jiang (CSD)" userId="7c291cd4-aa97-4867-8d2d-ebf5c1c3b419" providerId="ADAL" clId="{6A75363E-8927-4955-8578-629CD10FF342}" dt="2024-02-07T07:45:57.707" v="119" actId="20577"/>
        <pc:sldMkLst>
          <pc:docMk/>
          <pc:sldMk cId="614630103" sldId="360"/>
        </pc:sldMkLst>
      </pc:sldChg>
      <pc:sldChg chg="add">
        <pc:chgData name="Yuli Jiang (CSD)" userId="7c291cd4-aa97-4867-8d2d-ebf5c1c3b419" providerId="ADAL" clId="{6A75363E-8927-4955-8578-629CD10FF342}" dt="2024-02-07T07:50:49.528" v="183"/>
        <pc:sldMkLst>
          <pc:docMk/>
          <pc:sldMk cId="1030720702" sldId="361"/>
        </pc:sldMkLst>
      </pc:sldChg>
      <pc:sldChg chg="addSp delSp modSp add mod">
        <pc:chgData name="Yuli Jiang (CSD)" userId="7c291cd4-aa97-4867-8d2d-ebf5c1c3b419" providerId="ADAL" clId="{6A75363E-8927-4955-8578-629CD10FF342}" dt="2024-02-07T07:59:07.158" v="581" actId="20577"/>
        <pc:sldMkLst>
          <pc:docMk/>
          <pc:sldMk cId="1734021910" sldId="362"/>
        </pc:sldMkLst>
      </pc:sldChg>
      <pc:sldChg chg="new del">
        <pc:chgData name="Yuli Jiang (CSD)" userId="7c291cd4-aa97-4867-8d2d-ebf5c1c3b419" providerId="ADAL" clId="{6A75363E-8927-4955-8578-629CD10FF342}" dt="2024-02-07T08:01:27.462" v="608" actId="47"/>
        <pc:sldMkLst>
          <pc:docMk/>
          <pc:sldMk cId="2071993305" sldId="363"/>
        </pc:sldMkLst>
      </pc:sldChg>
      <pc:sldChg chg="modSp add mod">
        <pc:chgData name="Yuli Jiang (CSD)" userId="7c291cd4-aa97-4867-8d2d-ebf5c1c3b419" providerId="ADAL" clId="{6A75363E-8927-4955-8578-629CD10FF342}" dt="2024-02-07T08:01:50.101" v="632" actId="20577"/>
        <pc:sldMkLst>
          <pc:docMk/>
          <pc:sldMk cId="2269759774" sldId="363"/>
        </pc:sldMkLst>
      </pc:sldChg>
      <pc:sldMasterChg chg="del delSldLayout">
        <pc:chgData name="Yuli Jiang (CSD)" userId="7c291cd4-aa97-4867-8d2d-ebf5c1c3b419" providerId="ADAL" clId="{6A75363E-8927-4955-8578-629CD10FF342}" dt="2024-02-07T07:33:09.312" v="5" actId="2696"/>
        <pc:sldMasterMkLst>
          <pc:docMk/>
          <pc:sldMasterMk cId="1077620604" sldId="2147483855"/>
        </pc:sldMasterMkLst>
        <pc:sldLayoutChg chg="del">
          <pc:chgData name="Yuli Jiang (CSD)" userId="7c291cd4-aa97-4867-8d2d-ebf5c1c3b419" providerId="ADAL" clId="{6A75363E-8927-4955-8578-629CD10FF342}" dt="2024-02-07T07:33:09.312" v="5" actId="2696"/>
          <pc:sldLayoutMkLst>
            <pc:docMk/>
            <pc:sldMasterMk cId="1077620604" sldId="2147483855"/>
            <pc:sldLayoutMk cId="456097425" sldId="2147483856"/>
          </pc:sldLayoutMkLst>
        </pc:sldLayoutChg>
        <pc:sldLayoutChg chg="del">
          <pc:chgData name="Yuli Jiang (CSD)" userId="7c291cd4-aa97-4867-8d2d-ebf5c1c3b419" providerId="ADAL" clId="{6A75363E-8927-4955-8578-629CD10FF342}" dt="2024-02-07T07:33:09.312" v="5" actId="2696"/>
          <pc:sldLayoutMkLst>
            <pc:docMk/>
            <pc:sldMasterMk cId="1077620604" sldId="2147483855"/>
            <pc:sldLayoutMk cId="1092945156" sldId="2147483857"/>
          </pc:sldLayoutMkLst>
        </pc:sldLayoutChg>
        <pc:sldLayoutChg chg="del">
          <pc:chgData name="Yuli Jiang (CSD)" userId="7c291cd4-aa97-4867-8d2d-ebf5c1c3b419" providerId="ADAL" clId="{6A75363E-8927-4955-8578-629CD10FF342}" dt="2024-02-07T07:33:09.312" v="5" actId="2696"/>
          <pc:sldLayoutMkLst>
            <pc:docMk/>
            <pc:sldMasterMk cId="1077620604" sldId="2147483855"/>
            <pc:sldLayoutMk cId="3578054813" sldId="2147483858"/>
          </pc:sldLayoutMkLst>
        </pc:sldLayoutChg>
        <pc:sldLayoutChg chg="del">
          <pc:chgData name="Yuli Jiang (CSD)" userId="7c291cd4-aa97-4867-8d2d-ebf5c1c3b419" providerId="ADAL" clId="{6A75363E-8927-4955-8578-629CD10FF342}" dt="2024-02-07T07:33:09.312" v="5" actId="2696"/>
          <pc:sldLayoutMkLst>
            <pc:docMk/>
            <pc:sldMasterMk cId="1077620604" sldId="2147483855"/>
            <pc:sldLayoutMk cId="3648663965" sldId="2147483859"/>
          </pc:sldLayoutMkLst>
        </pc:sldLayoutChg>
        <pc:sldLayoutChg chg="del">
          <pc:chgData name="Yuli Jiang (CSD)" userId="7c291cd4-aa97-4867-8d2d-ebf5c1c3b419" providerId="ADAL" clId="{6A75363E-8927-4955-8578-629CD10FF342}" dt="2024-02-07T07:33:09.312" v="5" actId="2696"/>
          <pc:sldLayoutMkLst>
            <pc:docMk/>
            <pc:sldMasterMk cId="1077620604" sldId="2147483855"/>
            <pc:sldLayoutMk cId="1813182356" sldId="2147483860"/>
          </pc:sldLayoutMkLst>
        </pc:sldLayoutChg>
        <pc:sldLayoutChg chg="del">
          <pc:chgData name="Yuli Jiang (CSD)" userId="7c291cd4-aa97-4867-8d2d-ebf5c1c3b419" providerId="ADAL" clId="{6A75363E-8927-4955-8578-629CD10FF342}" dt="2024-02-07T07:33:09.312" v="5" actId="2696"/>
          <pc:sldLayoutMkLst>
            <pc:docMk/>
            <pc:sldMasterMk cId="1077620604" sldId="2147483855"/>
            <pc:sldLayoutMk cId="1163527893" sldId="2147483861"/>
          </pc:sldLayoutMkLst>
        </pc:sldLayoutChg>
        <pc:sldLayoutChg chg="del">
          <pc:chgData name="Yuli Jiang (CSD)" userId="7c291cd4-aa97-4867-8d2d-ebf5c1c3b419" providerId="ADAL" clId="{6A75363E-8927-4955-8578-629CD10FF342}" dt="2024-02-07T07:33:09.312" v="5" actId="2696"/>
          <pc:sldLayoutMkLst>
            <pc:docMk/>
            <pc:sldMasterMk cId="1077620604" sldId="2147483855"/>
            <pc:sldLayoutMk cId="2298820555" sldId="2147483862"/>
          </pc:sldLayoutMkLst>
        </pc:sldLayoutChg>
        <pc:sldLayoutChg chg="del">
          <pc:chgData name="Yuli Jiang (CSD)" userId="7c291cd4-aa97-4867-8d2d-ebf5c1c3b419" providerId="ADAL" clId="{6A75363E-8927-4955-8578-629CD10FF342}" dt="2024-02-07T07:33:09.312" v="5" actId="2696"/>
          <pc:sldLayoutMkLst>
            <pc:docMk/>
            <pc:sldMasterMk cId="1077620604" sldId="2147483855"/>
            <pc:sldLayoutMk cId="3273535649" sldId="2147483863"/>
          </pc:sldLayoutMkLst>
        </pc:sldLayoutChg>
        <pc:sldLayoutChg chg="del">
          <pc:chgData name="Yuli Jiang (CSD)" userId="7c291cd4-aa97-4867-8d2d-ebf5c1c3b419" providerId="ADAL" clId="{6A75363E-8927-4955-8578-629CD10FF342}" dt="2024-02-07T07:33:09.312" v="5" actId="2696"/>
          <pc:sldLayoutMkLst>
            <pc:docMk/>
            <pc:sldMasterMk cId="1077620604" sldId="2147483855"/>
            <pc:sldLayoutMk cId="2629636554" sldId="2147483864"/>
          </pc:sldLayoutMkLst>
        </pc:sldLayoutChg>
        <pc:sldLayoutChg chg="del">
          <pc:chgData name="Yuli Jiang (CSD)" userId="7c291cd4-aa97-4867-8d2d-ebf5c1c3b419" providerId="ADAL" clId="{6A75363E-8927-4955-8578-629CD10FF342}" dt="2024-02-07T07:33:09.312" v="5" actId="2696"/>
          <pc:sldLayoutMkLst>
            <pc:docMk/>
            <pc:sldMasterMk cId="1077620604" sldId="2147483855"/>
            <pc:sldLayoutMk cId="3756107659" sldId="2147483865"/>
          </pc:sldLayoutMkLst>
        </pc:sldLayoutChg>
        <pc:sldLayoutChg chg="del">
          <pc:chgData name="Yuli Jiang (CSD)" userId="7c291cd4-aa97-4867-8d2d-ebf5c1c3b419" providerId="ADAL" clId="{6A75363E-8927-4955-8578-629CD10FF342}" dt="2024-02-07T07:33:09.312" v="5" actId="2696"/>
          <pc:sldLayoutMkLst>
            <pc:docMk/>
            <pc:sldMasterMk cId="1077620604" sldId="2147483855"/>
            <pc:sldLayoutMk cId="3061470420" sldId="2147483866"/>
          </pc:sldLayoutMkLst>
        </pc:sldLayoutChg>
      </pc:sldMasterChg>
    </pc:docChg>
  </pc:docChgLst>
  <pc:docChgLst>
    <pc:chgData name="Yuli Jiang (CSD)" userId="7c291cd4-aa97-4867-8d2d-ebf5c1c3b419" providerId="ADAL" clId="{8FBD0129-C0BB-4F8A-B9D2-D31C5DC212F7}"/>
    <pc:docChg chg="undo custSel addSld delSld modSld">
      <pc:chgData name="Yuli Jiang (CSD)" userId="7c291cd4-aa97-4867-8d2d-ebf5c1c3b419" providerId="ADAL" clId="{8FBD0129-C0BB-4F8A-B9D2-D31C5DC212F7}" dt="2025-10-09T05:20:36.074" v="553" actId="47"/>
      <pc:docMkLst>
        <pc:docMk/>
      </pc:docMkLst>
      <pc:sldChg chg="modSp mod">
        <pc:chgData name="Yuli Jiang (CSD)" userId="7c291cd4-aa97-4867-8d2d-ebf5c1c3b419" providerId="ADAL" clId="{8FBD0129-C0BB-4F8A-B9D2-D31C5DC212F7}" dt="2025-10-09T05:04:33.544" v="252"/>
        <pc:sldMkLst>
          <pc:docMk/>
          <pc:sldMk cId="872494284" sldId="309"/>
        </pc:sldMkLst>
        <pc:spChg chg="mod">
          <ac:chgData name="Yuli Jiang (CSD)" userId="7c291cd4-aa97-4867-8d2d-ebf5c1c3b419" providerId="ADAL" clId="{8FBD0129-C0BB-4F8A-B9D2-D31C5DC212F7}" dt="2025-10-09T05:04:33.544" v="252"/>
          <ac:spMkLst>
            <pc:docMk/>
            <pc:sldMk cId="872494284" sldId="309"/>
            <ac:spMk id="2" creationId="{374E1951-111F-9F11-8C0D-57DC6313C14B}"/>
          </ac:spMkLst>
        </pc:spChg>
        <pc:spChg chg="mod">
          <ac:chgData name="Yuli Jiang (CSD)" userId="7c291cd4-aa97-4867-8d2d-ebf5c1c3b419" providerId="ADAL" clId="{8FBD0129-C0BB-4F8A-B9D2-D31C5DC212F7}" dt="2025-10-09T04:53:14.702" v="11" actId="14100"/>
          <ac:spMkLst>
            <pc:docMk/>
            <pc:sldMk cId="872494284" sldId="309"/>
            <ac:spMk id="3" creationId="{8DA099F9-5AED-01DC-89BF-FA455E2BC14B}"/>
          </ac:spMkLst>
        </pc:spChg>
      </pc:sldChg>
      <pc:sldChg chg="modSp mod">
        <pc:chgData name="Yuli Jiang (CSD)" userId="7c291cd4-aa97-4867-8d2d-ebf5c1c3b419" providerId="ADAL" clId="{8FBD0129-C0BB-4F8A-B9D2-D31C5DC212F7}" dt="2025-10-09T05:20:29.633" v="552"/>
        <pc:sldMkLst>
          <pc:docMk/>
          <pc:sldMk cId="4223075977" sldId="348"/>
        </pc:sldMkLst>
        <pc:spChg chg="mod">
          <ac:chgData name="Yuli Jiang (CSD)" userId="7c291cd4-aa97-4867-8d2d-ebf5c1c3b419" providerId="ADAL" clId="{8FBD0129-C0BB-4F8A-B9D2-D31C5DC212F7}" dt="2025-10-09T05:20:29.633" v="552"/>
          <ac:spMkLst>
            <pc:docMk/>
            <pc:sldMk cId="4223075977" sldId="348"/>
            <ac:spMk id="3" creationId="{00000000-0000-0000-0000-000000000000}"/>
          </ac:spMkLst>
        </pc:spChg>
      </pc:sldChg>
      <pc:sldChg chg="del">
        <pc:chgData name="Yuli Jiang (CSD)" userId="7c291cd4-aa97-4867-8d2d-ebf5c1c3b419" providerId="ADAL" clId="{8FBD0129-C0BB-4F8A-B9D2-D31C5DC212F7}" dt="2025-10-09T05:20:36.074" v="553" actId="47"/>
        <pc:sldMkLst>
          <pc:docMk/>
          <pc:sldMk cId="614630103" sldId="360"/>
        </pc:sldMkLst>
      </pc:sldChg>
      <pc:sldChg chg="del">
        <pc:chgData name="Yuli Jiang (CSD)" userId="7c291cd4-aa97-4867-8d2d-ebf5c1c3b419" providerId="ADAL" clId="{8FBD0129-C0BB-4F8A-B9D2-D31C5DC212F7}" dt="2025-10-09T05:19:57.551" v="544" actId="47"/>
        <pc:sldMkLst>
          <pc:docMk/>
          <pc:sldMk cId="1030720702" sldId="361"/>
        </pc:sldMkLst>
      </pc:sldChg>
      <pc:sldChg chg="del">
        <pc:chgData name="Yuli Jiang (CSD)" userId="7c291cd4-aa97-4867-8d2d-ebf5c1c3b419" providerId="ADAL" clId="{8FBD0129-C0BB-4F8A-B9D2-D31C5DC212F7}" dt="2025-10-09T04:53:25.500" v="12" actId="47"/>
        <pc:sldMkLst>
          <pc:docMk/>
          <pc:sldMk cId="2269759774" sldId="363"/>
        </pc:sldMkLst>
      </pc:sldChg>
      <pc:sldChg chg="modSp add mod">
        <pc:chgData name="Yuli Jiang (CSD)" userId="7c291cd4-aa97-4867-8d2d-ebf5c1c3b419" providerId="ADAL" clId="{8FBD0129-C0BB-4F8A-B9D2-D31C5DC212F7}" dt="2025-10-09T05:04:27.240" v="251" actId="20577"/>
        <pc:sldMkLst>
          <pc:docMk/>
          <pc:sldMk cId="2863859221" sldId="365"/>
        </pc:sldMkLst>
        <pc:spChg chg="mod">
          <ac:chgData name="Yuli Jiang (CSD)" userId="7c291cd4-aa97-4867-8d2d-ebf5c1c3b419" providerId="ADAL" clId="{8FBD0129-C0BB-4F8A-B9D2-D31C5DC212F7}" dt="2025-10-09T05:04:27.240" v="251" actId="20577"/>
          <ac:spMkLst>
            <pc:docMk/>
            <pc:sldMk cId="2863859221" sldId="365"/>
            <ac:spMk id="2" creationId="{41E347BA-745D-CE27-C7EA-9792EF3CD0F3}"/>
          </ac:spMkLst>
        </pc:spChg>
        <pc:spChg chg="mod">
          <ac:chgData name="Yuli Jiang (CSD)" userId="7c291cd4-aa97-4867-8d2d-ebf5c1c3b419" providerId="ADAL" clId="{8FBD0129-C0BB-4F8A-B9D2-D31C5DC212F7}" dt="2025-10-09T05:04:21.660" v="242" actId="14100"/>
          <ac:spMkLst>
            <pc:docMk/>
            <pc:sldMk cId="2863859221" sldId="365"/>
            <ac:spMk id="3" creationId="{02CE6367-E9AE-A0D9-5361-3C1FCEB1DBD7}"/>
          </ac:spMkLst>
        </pc:spChg>
      </pc:sldChg>
      <pc:sldChg chg="addSp delSp modSp add mod">
        <pc:chgData name="Yuli Jiang (CSD)" userId="7c291cd4-aa97-4867-8d2d-ebf5c1c3b419" providerId="ADAL" clId="{8FBD0129-C0BB-4F8A-B9D2-D31C5DC212F7}" dt="2025-10-09T04:54:39.444" v="20"/>
        <pc:sldMkLst>
          <pc:docMk/>
          <pc:sldMk cId="4124015911" sldId="366"/>
        </pc:sldMkLst>
        <pc:spChg chg="del">
          <ac:chgData name="Yuli Jiang (CSD)" userId="7c291cd4-aa97-4867-8d2d-ebf5c1c3b419" providerId="ADAL" clId="{8FBD0129-C0BB-4F8A-B9D2-D31C5DC212F7}" dt="2025-10-09T04:54:25.849" v="16" actId="478"/>
          <ac:spMkLst>
            <pc:docMk/>
            <pc:sldMk cId="4124015911" sldId="366"/>
            <ac:spMk id="3" creationId="{35A9BC45-1985-11AC-4627-2F0E28FBC0D2}"/>
          </ac:spMkLst>
        </pc:spChg>
        <pc:spChg chg="mod">
          <ac:chgData name="Yuli Jiang (CSD)" userId="7c291cd4-aa97-4867-8d2d-ebf5c1c3b419" providerId="ADAL" clId="{8FBD0129-C0BB-4F8A-B9D2-D31C5DC212F7}" dt="2025-10-09T04:53:57.691" v="15" actId="20577"/>
          <ac:spMkLst>
            <pc:docMk/>
            <pc:sldMk cId="4124015911" sldId="366"/>
            <ac:spMk id="5" creationId="{35FF7173-26C6-065E-C4DA-EA7E506419BC}"/>
          </ac:spMkLst>
        </pc:spChg>
        <pc:spChg chg="del">
          <ac:chgData name="Yuli Jiang (CSD)" userId="7c291cd4-aa97-4867-8d2d-ebf5c1c3b419" providerId="ADAL" clId="{8FBD0129-C0BB-4F8A-B9D2-D31C5DC212F7}" dt="2025-10-09T04:54:28.857" v="18" actId="478"/>
          <ac:spMkLst>
            <pc:docMk/>
            <pc:sldMk cId="4124015911" sldId="366"/>
            <ac:spMk id="6" creationId="{5865F97D-5240-14E4-3B5B-2251F4E40D77}"/>
          </ac:spMkLst>
        </pc:spChg>
        <pc:spChg chg="add del mod">
          <ac:chgData name="Yuli Jiang (CSD)" userId="7c291cd4-aa97-4867-8d2d-ebf5c1c3b419" providerId="ADAL" clId="{8FBD0129-C0BB-4F8A-B9D2-D31C5DC212F7}" dt="2025-10-09T04:54:27.500" v="17" actId="478"/>
          <ac:spMkLst>
            <pc:docMk/>
            <pc:sldMk cId="4124015911" sldId="366"/>
            <ac:spMk id="10" creationId="{974851A2-8F36-0698-024D-FB30FA53AA61}"/>
          </ac:spMkLst>
        </pc:spChg>
        <pc:spChg chg="add mod">
          <ac:chgData name="Yuli Jiang (CSD)" userId="7c291cd4-aa97-4867-8d2d-ebf5c1c3b419" providerId="ADAL" clId="{8FBD0129-C0BB-4F8A-B9D2-D31C5DC212F7}" dt="2025-10-09T04:54:39.444" v="20"/>
          <ac:spMkLst>
            <pc:docMk/>
            <pc:sldMk cId="4124015911" sldId="366"/>
            <ac:spMk id="11" creationId="{F9938EC6-4567-19F8-6076-4D8E0A95336F}"/>
          </ac:spMkLst>
        </pc:spChg>
        <pc:spChg chg="add mod">
          <ac:chgData name="Yuli Jiang (CSD)" userId="7c291cd4-aa97-4867-8d2d-ebf5c1c3b419" providerId="ADAL" clId="{8FBD0129-C0BB-4F8A-B9D2-D31C5DC212F7}" dt="2025-10-09T04:54:39.444" v="20"/>
          <ac:spMkLst>
            <pc:docMk/>
            <pc:sldMk cId="4124015911" sldId="366"/>
            <ac:spMk id="12" creationId="{04E5EAE3-6CA8-978A-86D8-8775E1D3B998}"/>
          </ac:spMkLst>
        </pc:spChg>
        <pc:spChg chg="add mod">
          <ac:chgData name="Yuli Jiang (CSD)" userId="7c291cd4-aa97-4867-8d2d-ebf5c1c3b419" providerId="ADAL" clId="{8FBD0129-C0BB-4F8A-B9D2-D31C5DC212F7}" dt="2025-10-09T04:54:39.444" v="20"/>
          <ac:spMkLst>
            <pc:docMk/>
            <pc:sldMk cId="4124015911" sldId="366"/>
            <ac:spMk id="13" creationId="{BA6314E2-88F3-FFDD-D65B-FE403396E21A}"/>
          </ac:spMkLst>
        </pc:spChg>
        <pc:graphicFrameChg chg="del">
          <ac:chgData name="Yuli Jiang (CSD)" userId="7c291cd4-aa97-4867-8d2d-ebf5c1c3b419" providerId="ADAL" clId="{8FBD0129-C0BB-4F8A-B9D2-D31C5DC212F7}" dt="2025-10-09T04:54:31.379" v="19" actId="478"/>
          <ac:graphicFrameMkLst>
            <pc:docMk/>
            <pc:sldMk cId="4124015911" sldId="366"/>
            <ac:graphicFrameMk id="7" creationId="{A99D331F-B4AB-F2F6-0BB6-682657BDEFAF}"/>
          </ac:graphicFrameMkLst>
        </pc:graphicFrameChg>
        <pc:graphicFrameChg chg="del">
          <ac:chgData name="Yuli Jiang (CSD)" userId="7c291cd4-aa97-4867-8d2d-ebf5c1c3b419" providerId="ADAL" clId="{8FBD0129-C0BB-4F8A-B9D2-D31C5DC212F7}" dt="2025-10-09T04:54:31.379" v="19" actId="478"/>
          <ac:graphicFrameMkLst>
            <pc:docMk/>
            <pc:sldMk cId="4124015911" sldId="366"/>
            <ac:graphicFrameMk id="8" creationId="{644E26F6-B45C-ACEC-864B-7832DEB8AA21}"/>
          </ac:graphicFrameMkLst>
        </pc:graphicFrameChg>
        <pc:graphicFrameChg chg="del">
          <ac:chgData name="Yuli Jiang (CSD)" userId="7c291cd4-aa97-4867-8d2d-ebf5c1c3b419" providerId="ADAL" clId="{8FBD0129-C0BB-4F8A-B9D2-D31C5DC212F7}" dt="2025-10-09T04:54:31.379" v="19" actId="478"/>
          <ac:graphicFrameMkLst>
            <pc:docMk/>
            <pc:sldMk cId="4124015911" sldId="366"/>
            <ac:graphicFrameMk id="9" creationId="{C2BACFEB-14F2-BA61-D5DF-006F77A5B682}"/>
          </ac:graphicFrameMkLst>
        </pc:graphicFrameChg>
      </pc:sldChg>
      <pc:sldChg chg="addSp modSp new mod">
        <pc:chgData name="Yuli Jiang (CSD)" userId="7c291cd4-aa97-4867-8d2d-ebf5c1c3b419" providerId="ADAL" clId="{8FBD0129-C0BB-4F8A-B9D2-D31C5DC212F7}" dt="2025-10-09T05:03:23.628" v="239" actId="403"/>
        <pc:sldMkLst>
          <pc:docMk/>
          <pc:sldMk cId="913609397" sldId="367"/>
        </pc:sldMkLst>
        <pc:spChg chg="mod">
          <ac:chgData name="Yuli Jiang (CSD)" userId="7c291cd4-aa97-4867-8d2d-ebf5c1c3b419" providerId="ADAL" clId="{8FBD0129-C0BB-4F8A-B9D2-D31C5DC212F7}" dt="2025-10-09T04:56:19.582" v="48" actId="20577"/>
          <ac:spMkLst>
            <pc:docMk/>
            <pc:sldMk cId="913609397" sldId="367"/>
            <ac:spMk id="2" creationId="{5879FA12-EBA4-E270-09BF-BEA000288063}"/>
          </ac:spMkLst>
        </pc:spChg>
        <pc:spChg chg="mod">
          <ac:chgData name="Yuli Jiang (CSD)" userId="7c291cd4-aa97-4867-8d2d-ebf5c1c3b419" providerId="ADAL" clId="{8FBD0129-C0BB-4F8A-B9D2-D31C5DC212F7}" dt="2025-10-09T05:03:23.628" v="239" actId="403"/>
          <ac:spMkLst>
            <pc:docMk/>
            <pc:sldMk cId="913609397" sldId="367"/>
            <ac:spMk id="3" creationId="{00E86DA1-A473-C2D1-DC6E-CB0F1A24AE23}"/>
          </ac:spMkLst>
        </pc:spChg>
        <pc:spChg chg="add mod">
          <ac:chgData name="Yuli Jiang (CSD)" userId="7c291cd4-aa97-4867-8d2d-ebf5c1c3b419" providerId="ADAL" clId="{8FBD0129-C0BB-4F8A-B9D2-D31C5DC212F7}" dt="2025-10-09T05:02:48.264" v="226" actId="13926"/>
          <ac:spMkLst>
            <pc:docMk/>
            <pc:sldMk cId="913609397" sldId="367"/>
            <ac:spMk id="5" creationId="{BC81E3FF-EBC6-12FF-B6CB-162CED9850AB}"/>
          </ac:spMkLst>
        </pc:spChg>
        <pc:spChg chg="add mod">
          <ac:chgData name="Yuli Jiang (CSD)" userId="7c291cd4-aa97-4867-8d2d-ebf5c1c3b419" providerId="ADAL" clId="{8FBD0129-C0BB-4F8A-B9D2-D31C5DC212F7}" dt="2025-10-09T05:03:01.137" v="230" actId="1076"/>
          <ac:spMkLst>
            <pc:docMk/>
            <pc:sldMk cId="913609397" sldId="367"/>
            <ac:spMk id="6" creationId="{40731DAB-8293-E7AA-9A45-6DAFA688B173}"/>
          </ac:spMkLst>
        </pc:spChg>
      </pc:sldChg>
      <pc:sldChg chg="addSp modSp new mod">
        <pc:chgData name="Yuli Jiang (CSD)" userId="7c291cd4-aa97-4867-8d2d-ebf5c1c3b419" providerId="ADAL" clId="{8FBD0129-C0BB-4F8A-B9D2-D31C5DC212F7}" dt="2025-10-09T05:10:18.385" v="543" actId="20577"/>
        <pc:sldMkLst>
          <pc:docMk/>
          <pc:sldMk cId="3677078024" sldId="368"/>
        </pc:sldMkLst>
        <pc:spChg chg="mod">
          <ac:chgData name="Yuli Jiang (CSD)" userId="7c291cd4-aa97-4867-8d2d-ebf5c1c3b419" providerId="ADAL" clId="{8FBD0129-C0BB-4F8A-B9D2-D31C5DC212F7}" dt="2025-10-09T05:09:09.524" v="475" actId="20577"/>
          <ac:spMkLst>
            <pc:docMk/>
            <pc:sldMk cId="3677078024" sldId="368"/>
            <ac:spMk id="2" creationId="{8CDBEA87-E229-B0F7-B94E-64E23B16350E}"/>
          </ac:spMkLst>
        </pc:spChg>
        <pc:spChg chg="mod">
          <ac:chgData name="Yuli Jiang (CSD)" userId="7c291cd4-aa97-4867-8d2d-ebf5c1c3b419" providerId="ADAL" clId="{8FBD0129-C0BB-4F8A-B9D2-D31C5DC212F7}" dt="2025-10-09T05:10:03.395" v="538" actId="403"/>
          <ac:spMkLst>
            <pc:docMk/>
            <pc:sldMk cId="3677078024" sldId="368"/>
            <ac:spMk id="3" creationId="{44B77C9C-4149-2F10-5589-EBE7D3C04BFC}"/>
          </ac:spMkLst>
        </pc:spChg>
        <pc:spChg chg="add mod">
          <ac:chgData name="Yuli Jiang (CSD)" userId="7c291cd4-aa97-4867-8d2d-ebf5c1c3b419" providerId="ADAL" clId="{8FBD0129-C0BB-4F8A-B9D2-D31C5DC212F7}" dt="2025-10-09T05:10:18.385" v="543" actId="20577"/>
          <ac:spMkLst>
            <pc:docMk/>
            <pc:sldMk cId="3677078024" sldId="368"/>
            <ac:spMk id="5" creationId="{0F5D0734-0D44-E17B-4DEE-75C2CABFFAD5}"/>
          </ac:spMkLst>
        </pc:spChg>
      </pc:sldChg>
    </pc:docChg>
  </pc:docChgLst>
  <pc:docChgLst>
    <pc:chgData name="Yim Pan Chui, Dr. (CSD)" userId="06f431c5-cc1a-4439-a61b-5f3af947c103" providerId="ADAL" clId="{D28D0B10-3480-4CC1-B0BD-FA151DAAA9EE}"/>
    <pc:docChg chg="modSld">
      <pc:chgData name="Yim Pan Chui, Dr. (CSD)" userId="06f431c5-cc1a-4439-a61b-5f3af947c103" providerId="ADAL" clId="{D28D0B10-3480-4CC1-B0BD-FA151DAAA9EE}" dt="2024-02-02T02:28:57.481" v="0" actId="20577"/>
      <pc:docMkLst>
        <pc:docMk/>
      </pc:docMkLst>
    </pc:docChg>
  </pc:docChgLst>
  <pc:docChgLst>
    <pc:chgData name="Yim Pan Chui, Dr. (CSD)" userId="06f431c5-cc1a-4439-a61b-5f3af947c103" providerId="ADAL" clId="{EA1FD3FC-BE87-E641-8E8A-390C27D75730}"/>
    <pc:docChg chg="undo custSel modSld">
      <pc:chgData name="Yim Pan Chui, Dr. (CSD)" userId="06f431c5-cc1a-4439-a61b-5f3af947c103" providerId="ADAL" clId="{EA1FD3FC-BE87-E641-8E8A-390C27D75730}" dt="2023-02-19T05:11:36.647" v="50" actId="207"/>
      <pc:docMkLst>
        <pc:docMk/>
      </pc:docMkLst>
      <pc:sldChg chg="modSp mod">
        <pc:chgData name="Yim Pan Chui, Dr. (CSD)" userId="06f431c5-cc1a-4439-a61b-5f3af947c103" providerId="ADAL" clId="{EA1FD3FC-BE87-E641-8E8A-390C27D75730}" dt="2023-02-19T05:11:36.647" v="50" actId="207"/>
        <pc:sldMkLst>
          <pc:docMk/>
          <pc:sldMk cId="1036709092" sldId="266"/>
        </pc:sldMkLst>
      </pc:sldChg>
    </pc:docChg>
  </pc:docChgLst>
  <pc:docChgLst>
    <pc:chgData name="Yim Pan Chui, Dr. (CSD)" userId="06f431c5-cc1a-4439-a61b-5f3af947c103" providerId="ADAL" clId="{DB6CEE29-7F93-49E5-9874-012A1D346353}"/>
    <pc:docChg chg="modSld">
      <pc:chgData name="Yim Pan Chui, Dr. (CSD)" userId="06f431c5-cc1a-4439-a61b-5f3af947c103" providerId="ADAL" clId="{DB6CEE29-7F93-49E5-9874-012A1D346353}" dt="2024-02-02T12:50:01.343" v="7" actId="20577"/>
      <pc:docMkLst>
        <pc:docMk/>
      </pc:docMkLst>
      <pc:sldChg chg="modSp mod">
        <pc:chgData name="Yim Pan Chui, Dr. (CSD)" userId="06f431c5-cc1a-4439-a61b-5f3af947c103" providerId="ADAL" clId="{DB6CEE29-7F93-49E5-9874-012A1D346353}" dt="2024-02-02T12:50:01.343" v="7" actId="20577"/>
        <pc:sldMkLst>
          <pc:docMk/>
          <pc:sldMk cId="1036709092" sldId="266"/>
        </pc:sldMkLst>
      </pc:sldChg>
    </pc:docChg>
  </pc:docChgLst>
  <pc:docChgLst>
    <pc:chgData name="Yuli Jiang (CSD)" userId="7c291cd4-aa97-4867-8d2d-ebf5c1c3b419" providerId="ADAL" clId="{CEB50434-9AB8-45ED-AE00-6CDCDB36E5EC}"/>
    <pc:docChg chg="custSel addSld modSld">
      <pc:chgData name="Yuli Jiang (CSD)" userId="7c291cd4-aa97-4867-8d2d-ebf5c1c3b419" providerId="ADAL" clId="{CEB50434-9AB8-45ED-AE00-6CDCDB36E5EC}" dt="2024-10-02T11:13:03.577" v="184" actId="20577"/>
      <pc:docMkLst>
        <pc:docMk/>
      </pc:docMkLst>
      <pc:sldChg chg="modSp mod">
        <pc:chgData name="Yuli Jiang (CSD)" userId="7c291cd4-aa97-4867-8d2d-ebf5c1c3b419" providerId="ADAL" clId="{CEB50434-9AB8-45ED-AE00-6CDCDB36E5EC}" dt="2024-10-02T11:05:11.680" v="31" actId="20577"/>
        <pc:sldMkLst>
          <pc:docMk/>
          <pc:sldMk cId="872494284" sldId="309"/>
        </pc:sldMkLst>
      </pc:sldChg>
      <pc:sldChg chg="modSp mod">
        <pc:chgData name="Yuli Jiang (CSD)" userId="7c291cd4-aa97-4867-8d2d-ebf5c1c3b419" providerId="ADAL" clId="{CEB50434-9AB8-45ED-AE00-6CDCDB36E5EC}" dt="2024-10-02T11:13:03.577" v="184" actId="20577"/>
        <pc:sldMkLst>
          <pc:docMk/>
          <pc:sldMk cId="4223075977" sldId="348"/>
        </pc:sldMkLst>
      </pc:sldChg>
      <pc:sldChg chg="modSp mod">
        <pc:chgData name="Yuli Jiang (CSD)" userId="7c291cd4-aa97-4867-8d2d-ebf5c1c3b419" providerId="ADAL" clId="{CEB50434-9AB8-45ED-AE00-6CDCDB36E5EC}" dt="2024-10-02T11:11:47.228" v="180"/>
        <pc:sldMkLst>
          <pc:docMk/>
          <pc:sldMk cId="2269759774" sldId="363"/>
        </pc:sldMkLst>
      </pc:sldChg>
      <pc:sldChg chg="addSp delSp modSp new mod">
        <pc:chgData name="Yuli Jiang (CSD)" userId="7c291cd4-aa97-4867-8d2d-ebf5c1c3b419" providerId="ADAL" clId="{CEB50434-9AB8-45ED-AE00-6CDCDB36E5EC}" dt="2024-10-02T11:11:18.732" v="178" actId="404"/>
        <pc:sldMkLst>
          <pc:docMk/>
          <pc:sldMk cId="246981949" sldId="3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829F3-C359-495C-8B70-4B12345E9909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2187B-CA0C-47CB-80CA-F2A3CDBEF9F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57133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15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3299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6307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1959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33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E1951-111F-9F11-8C0D-57DC6313C1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Midterm Review </a:t>
            </a:r>
            <a:br>
              <a:rPr lang="en-US" altLang="zh-CN" dirty="0"/>
            </a:br>
            <a:r>
              <a:rPr lang="en-US" altLang="zh-CN" dirty="0"/>
              <a:t>week 1-5</a:t>
            </a:r>
            <a:endParaRPr lang="LID4096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A099F9-5AED-01DC-89BF-FA455E2BC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547" y="3886200"/>
            <a:ext cx="11790948" cy="193708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You should go through all the lecture notes word by word in detail.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Labs are also very good exercises for you.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Written exam! Close-notes, No computer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BAD8B2-ED00-4B30-7D22-E5D2BBEC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9428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 week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35649"/>
            <a:ext cx="8932985" cy="4724400"/>
          </a:xfrm>
        </p:spPr>
        <p:txBody>
          <a:bodyPr/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Basic C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int, double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print(…)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 err="1">
                <a:ea typeface="新細明體" charset="-120"/>
              </a:rPr>
              <a:t>scanf</a:t>
            </a:r>
            <a:r>
              <a:rPr lang="en-US" altLang="zh-TW" dirty="0">
                <a:ea typeface="新細明體" charset="-120"/>
              </a:rPr>
              <a:t>(…)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D5734-025F-4AE5-AA2E-628C731D2570}"/>
              </a:ext>
            </a:extLst>
          </p:cNvPr>
          <p:cNvSpPr txBox="1"/>
          <p:nvPr/>
        </p:nvSpPr>
        <p:spPr>
          <a:xfrm>
            <a:off x="4572000" y="1055077"/>
            <a:ext cx="716279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num1, num2;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"Enter two integers:\n"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"%</a:t>
            </a:r>
            <a:r>
              <a:rPr kumimoji="1" lang="en-US" altLang="zh-TW" sz="2000" dirty="0" err="1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d%d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num1, 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num2);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"num1 = %d, num2 =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num1, num2);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double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pi = 3.1415927;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"A) %f\n"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pi);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"B) %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.2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pi);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8992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 week2 : Data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int</a:t>
            </a:r>
          </a:p>
          <a:p>
            <a:pPr marL="933450" lvl="1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Range, </a:t>
            </a:r>
            <a:r>
              <a:rPr lang="en-US" altLang="zh-TW" dirty="0" err="1">
                <a:ea typeface="新細明體" charset="-120"/>
              </a:rPr>
              <a:t>sizeof</a:t>
            </a:r>
            <a:r>
              <a:rPr lang="en-US" altLang="zh-TW" dirty="0">
                <a:ea typeface="新細明體" charset="-120"/>
              </a:rPr>
              <a:t>(…)</a:t>
            </a:r>
          </a:p>
          <a:p>
            <a:pPr marL="933450" lvl="1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Overflow -&gt; Binary process</a:t>
            </a:r>
          </a:p>
          <a:p>
            <a:pPr marL="933450" lvl="1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“</a:t>
            </a:r>
            <a:r>
              <a:rPr lang="en-US" altLang="zh-TW" b="1" dirty="0">
                <a:solidFill>
                  <a:srgbClr val="C00000"/>
                </a:solidFill>
                <a:ea typeface="新細明體" charset="-120"/>
              </a:rPr>
              <a:t>%d</a:t>
            </a:r>
            <a:r>
              <a:rPr lang="en-US" altLang="zh-TW" dirty="0">
                <a:ea typeface="新細明體" charset="-120"/>
              </a:rPr>
              <a:t>” in </a:t>
            </a:r>
            <a:r>
              <a:rPr lang="en-US" altLang="zh-TW" dirty="0" err="1">
                <a:ea typeface="新細明體" charset="-120"/>
              </a:rPr>
              <a:t>scanf</a:t>
            </a:r>
            <a:r>
              <a:rPr lang="en-US" altLang="zh-TW" dirty="0">
                <a:ea typeface="新細明體" charset="-120"/>
              </a:rPr>
              <a:t>(…,</a:t>
            </a:r>
            <a:r>
              <a:rPr lang="en-US" altLang="zh-TW" b="1" dirty="0">
                <a:solidFill>
                  <a:srgbClr val="C00000"/>
                </a:solidFill>
                <a:ea typeface="新細明體" charset="-120"/>
              </a:rPr>
              <a:t>&amp;</a:t>
            </a:r>
            <a:r>
              <a:rPr lang="en-US" altLang="zh-TW" dirty="0">
                <a:ea typeface="新細明體" charset="-120"/>
              </a:rPr>
              <a:t>) and </a:t>
            </a:r>
            <a:r>
              <a:rPr lang="en-US" altLang="zh-TW" dirty="0" err="1">
                <a:ea typeface="新細明體" charset="-120"/>
              </a:rPr>
              <a:t>printf</a:t>
            </a:r>
            <a:r>
              <a:rPr lang="en-US" altLang="zh-TW" dirty="0">
                <a:ea typeface="新細明體" charset="-120"/>
              </a:rPr>
              <a:t>(…)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double</a:t>
            </a:r>
          </a:p>
          <a:p>
            <a:pPr marL="933450" lvl="1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Size and precision</a:t>
            </a:r>
          </a:p>
          <a:p>
            <a:pPr marL="933450" lvl="1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Double: </a:t>
            </a:r>
            <a:r>
              <a:rPr lang="en-US" altLang="zh-TW" dirty="0" err="1">
                <a:ea typeface="新細明體" charset="-120"/>
              </a:rPr>
              <a:t>scanf</a:t>
            </a:r>
            <a:r>
              <a:rPr lang="en-US" altLang="zh-TW" dirty="0">
                <a:ea typeface="新細明體" charset="-120"/>
              </a:rPr>
              <a:t>(</a:t>
            </a:r>
            <a:r>
              <a:rPr lang="en-US" altLang="zh-TW" b="1" dirty="0">
                <a:solidFill>
                  <a:srgbClr val="C00000"/>
                </a:solidFill>
                <a:ea typeface="新細明體" charset="-120"/>
              </a:rPr>
              <a:t>“%</a:t>
            </a:r>
            <a:r>
              <a:rPr lang="en-US" altLang="zh-TW" b="1" dirty="0" err="1">
                <a:solidFill>
                  <a:srgbClr val="C00000"/>
                </a:solidFill>
                <a:ea typeface="新細明體" charset="-120"/>
              </a:rPr>
              <a:t>lf</a:t>
            </a:r>
            <a:r>
              <a:rPr lang="en-US" altLang="zh-TW" b="1" dirty="0">
                <a:solidFill>
                  <a:srgbClr val="C00000"/>
                </a:solidFill>
                <a:ea typeface="新細明體" charset="-120"/>
              </a:rPr>
              <a:t>”,&amp;</a:t>
            </a:r>
            <a:r>
              <a:rPr lang="en-US" altLang="zh-TW" dirty="0">
                <a:ea typeface="新細明體" charset="-120"/>
              </a:rPr>
              <a:t>a)      “%f” in </a:t>
            </a:r>
            <a:r>
              <a:rPr lang="en-US" altLang="zh-TW" dirty="0" err="1">
                <a:ea typeface="新細明體" charset="-120"/>
              </a:rPr>
              <a:t>printf</a:t>
            </a:r>
            <a:r>
              <a:rPr lang="en-US" altLang="zh-TW" dirty="0">
                <a:ea typeface="新細明體" charset="-120"/>
              </a:rPr>
              <a:t>(…)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Type Conversion</a:t>
            </a:r>
          </a:p>
          <a:p>
            <a:pPr marL="400050" lvl="1" indent="0">
              <a:buNone/>
            </a:pPr>
            <a:r>
              <a:rPr lang="en-US" altLang="zh-TW" dirty="0">
                <a:ea typeface="新細明體" charset="-120"/>
              </a:rPr>
              <a:t>         1/2 -&gt; 0       1.0/2  -&gt;  0.5</a:t>
            </a:r>
          </a:p>
          <a:p>
            <a:pPr marL="400050" lvl="1" indent="0">
              <a:buNone/>
            </a:pPr>
            <a:endParaRPr lang="en-US" altLang="zh-TW" dirty="0">
              <a:ea typeface="新細明體" charset="-120"/>
            </a:endParaRPr>
          </a:p>
          <a:p>
            <a:pPr marL="933450" lvl="1" indent="-533400">
              <a:buFont typeface="Wingdings" pitchFamily="2" charset="2"/>
              <a:buAutoNum type="arabicPeriod"/>
            </a:pPr>
            <a:endParaRPr lang="en-US" altLang="zh-TW" dirty="0">
              <a:ea typeface="新細明體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F9759D-C783-3E97-8961-F7F6ADC12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639538"/>
              </p:ext>
            </p:extLst>
          </p:nvPr>
        </p:nvGraphicFramePr>
        <p:xfrm>
          <a:off x="6133322" y="136522"/>
          <a:ext cx="586739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3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5073">
                  <a:extLst>
                    <a:ext uri="{9D8B030D-6E8A-4147-A177-3AD203B41FA5}">
                      <a16:colId xmlns:a16="http://schemas.microsoft.com/office/drawing/2014/main" val="1856778750"/>
                    </a:ext>
                  </a:extLst>
                </a:gridCol>
              </a:tblGrid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Associativity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/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Consolas"/>
                        </a:rPr>
                        <a:t>+ </a:t>
                      </a:r>
                      <a:r>
                        <a:rPr lang="en-US" sz="2400" b="0" i="0" u="none" strike="noStrike" noProof="0">
                          <a:latin typeface="Calibri"/>
                        </a:rPr>
                        <a:t>(unary plus)</a:t>
                      </a:r>
                      <a:r>
                        <a:rPr lang="en-US" sz="2400" b="0" i="0" u="none" strike="noStrike" noProof="0">
                          <a:latin typeface="Consolas"/>
                        </a:rPr>
                        <a:t> 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Consolas"/>
                        </a:rPr>
                        <a:t>- </a:t>
                      </a:r>
                      <a:r>
                        <a:rPr lang="en-US" sz="2400" b="0" i="0" u="none" strike="noStrike" noProof="0">
                          <a:latin typeface="Calibri"/>
                        </a:rPr>
                        <a:t>(unary minus)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Right to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400"/>
                        <a:t>Highest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86325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Consolas"/>
                        </a:rPr>
                        <a:t>*  / 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Consolas"/>
                        </a:rPr>
                        <a:t>+ </a:t>
                      </a:r>
                      <a:r>
                        <a:rPr lang="en-US" sz="2400">
                          <a:latin typeface="+mn-lt"/>
                        </a:rPr>
                        <a:t>(addition)  </a:t>
                      </a:r>
                      <a:r>
                        <a:rPr lang="en-US" sz="2400">
                          <a:latin typeface="Consolas"/>
                        </a:rPr>
                        <a:t> </a:t>
                      </a:r>
                    </a:p>
                    <a:p>
                      <a:pPr algn="ctr"/>
                      <a:r>
                        <a:rPr lang="en-US" sz="2400">
                          <a:latin typeface="Consolas"/>
                        </a:rPr>
                        <a:t>- </a:t>
                      </a:r>
                      <a:r>
                        <a:rPr lang="en-US" sz="2400">
                          <a:latin typeface="+mn-lt"/>
                        </a:rPr>
                        <a:t>(subtraction)</a:t>
                      </a:r>
                      <a:endParaRPr lang="en-US" sz="2400">
                        <a:latin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latin typeface="+mn-lt"/>
                        </a:rPr>
                        <a:t>=  (assignment)</a:t>
                      </a:r>
                    </a:p>
                    <a:p>
                      <a:pPr lvl="0" algn="ctr">
                        <a:buNone/>
                      </a:pPr>
                      <a:r>
                        <a:rPr kumimoji="0" lang="en-US" altLang="zh-TW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+=    -=    *=    /=    </a:t>
                      </a:r>
                      <a:r>
                        <a:rPr kumimoji="0" lang="en-US" altLang="zh-TW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etc.</a:t>
                      </a:r>
                      <a:endParaRPr 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b="0" i="0" u="none" strike="noStrike" noProof="0" dirty="0">
                        <a:latin typeface="Calibri"/>
                      </a:endParaRPr>
                    </a:p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 dirty="0">
                          <a:latin typeface="Calibri"/>
                        </a:rPr>
                        <a:t>Right to Left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400" b="0" i="0" u="none" strike="noStrike" noProof="0">
                        <a:latin typeface="Calibri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400" b="0" i="0" u="none" strike="noStrike" noProof="0">
                          <a:latin typeface="Calibri"/>
                        </a:rPr>
                        <a:t>Lowest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39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07597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 week 3: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911" y="914400"/>
            <a:ext cx="6006557" cy="5654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>
                <a:ea typeface="新細明體" charset="-120"/>
              </a:rPr>
              <a:t>1</a:t>
            </a:r>
            <a:r>
              <a:rPr lang="en-US" altLang="zh-CN" sz="3200" dirty="0"/>
              <a:t>. Bool</a:t>
            </a:r>
          </a:p>
          <a:p>
            <a:pPr marL="342900" lvl="1" indent="0">
              <a:buNone/>
            </a:pPr>
            <a:r>
              <a:rPr lang="en-US" altLang="zh-CN" sz="2800" dirty="0"/>
              <a:t>Bool - &gt; int </a:t>
            </a:r>
          </a:p>
          <a:p>
            <a:pPr marL="342900" lvl="1" indent="0">
              <a:buNone/>
            </a:pPr>
            <a:r>
              <a:rPr lang="en-US" altLang="zh-CN" sz="2800" dirty="0"/>
              <a:t>	true (1), false (0)</a:t>
            </a:r>
          </a:p>
          <a:p>
            <a:pPr marL="342900" lvl="1" indent="0">
              <a:buNone/>
            </a:pPr>
            <a:r>
              <a:rPr lang="en-US" altLang="zh-TW" sz="2800" dirty="0">
                <a:ea typeface="新細明體" charset="-120"/>
              </a:rPr>
              <a:t>	“%d” in </a:t>
            </a:r>
            <a:r>
              <a:rPr lang="en-US" altLang="zh-TW" sz="2800" dirty="0" err="1">
                <a:ea typeface="新細明體" charset="-120"/>
              </a:rPr>
              <a:t>printf</a:t>
            </a:r>
            <a:r>
              <a:rPr lang="en-US" altLang="zh-TW" sz="2800" dirty="0">
                <a:ea typeface="新細明體" charset="-120"/>
              </a:rPr>
              <a:t>(…)</a:t>
            </a:r>
          </a:p>
          <a:p>
            <a:pPr marL="342900" lvl="1" indent="0">
              <a:buNone/>
            </a:pPr>
            <a:r>
              <a:rPr lang="en-US" altLang="zh-CN" dirty="0">
                <a:ea typeface="新細明體" charset="-120"/>
              </a:rPr>
              <a:t>Int -&gt; bool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	0 is false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	non-zero is true</a:t>
            </a:r>
          </a:p>
          <a:p>
            <a:pPr marL="0" indent="0">
              <a:buNone/>
            </a:pPr>
            <a:r>
              <a:rPr lang="en-US" dirty="0"/>
              <a:t>2. Relational and Logical Operators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==  !=  &lt;  &gt;  &lt;=  &gt;=  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!  &amp;&amp;  ||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5" name="Group 55">
            <a:extLst>
              <a:ext uri="{FF2B5EF4-FFF2-40B4-BE49-F238E27FC236}">
                <a16:creationId xmlns:a16="http://schemas.microsoft.com/office/drawing/2014/main" id="{C9BEDC16-A503-EC93-430C-8BAA807F9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355790"/>
              </p:ext>
            </p:extLst>
          </p:nvPr>
        </p:nvGraphicFramePr>
        <p:xfrm>
          <a:off x="6967489" y="346862"/>
          <a:ext cx="5057422" cy="5692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8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Operator</a:t>
                      </a:r>
                      <a:endParaRPr kumimoji="0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Associativity</a:t>
                      </a:r>
                      <a:endParaRPr kumimoji="0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Precedence</a:t>
                      </a:r>
                      <a:endParaRPr kumimoji="0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8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</a:t>
                      </a: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++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(postfix)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      </a:t>
                      </a: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--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(postfix)</a:t>
                      </a:r>
                      <a:endParaRPr kumimoji="0" lang="en-US" altLang="zh-TW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Highest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2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(unary )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</a:t>
                      </a: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-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(unary)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</a:t>
                      </a: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++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(prefix)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 </a:t>
                      </a: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--</a:t>
                      </a:r>
                      <a:r>
                        <a:rPr kumimoji="0" lang="en-US" altLang="zh-TW" sz="18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(prefix)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!(Not)</a:t>
                      </a:r>
                      <a:endParaRPr kumimoji="0" lang="en-US" altLang="zh-TW" sz="16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right to left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8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*    </a:t>
                      </a:r>
                      <a:r>
                        <a:rPr kumimoji="0" lang="en-US" altLang="zh-TW" sz="18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/    %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kern="1200" cap="none" normalizeH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+     -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2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     &lt;=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&gt;     &gt;=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==    !=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&amp;&amp; (and)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|| (or)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left to right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72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=    +=    -=    *=    /=    </a:t>
                      </a:r>
                      <a:r>
                        <a:rPr kumimoji="0" lang="en-US" altLang="zh-TW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etc.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right to left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Lowest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85431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9D0A-EE7F-42D5-998B-69A38E32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3.1. Operator Precedence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216F7-AA7C-4B4D-8B8A-970DC4822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The following program example illustrates why the expression </a:t>
            </a:r>
            <a:r>
              <a:rPr lang="en-US" b="1">
                <a:latin typeface="Consolas" panose="020B0609020204030204" pitchFamily="49" charset="0"/>
                <a:cs typeface="Consolas" panose="020B0609020204030204" pitchFamily="49" charset="0"/>
              </a:rPr>
              <a:t>5&lt;x&lt;10</a:t>
            </a:r>
            <a:r>
              <a:rPr lang="en-US">
                <a:cs typeface="Calibri"/>
              </a:rPr>
              <a:t> strangely gives a result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>
                <a:cs typeface="Calibri"/>
              </a:rPr>
              <a:t>: </a:t>
            </a: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FCA6-A726-4AB6-A479-A64EFD8A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2BD3FB-D0FA-4F15-A2F1-983563A2A161}"/>
              </a:ext>
            </a:extLst>
          </p:cNvPr>
          <p:cNvSpPr txBox="1">
            <a:spLocks/>
          </p:cNvSpPr>
          <p:nvPr/>
        </p:nvSpPr>
        <p:spPr>
          <a:xfrm>
            <a:off x="1985963" y="2243276"/>
            <a:ext cx="8682037" cy="38237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80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#include &lt;</a:t>
            </a:r>
            <a:r>
              <a:rPr lang="en-US" sz="1800" err="1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stdio.h</a:t>
            </a:r>
            <a:r>
              <a:rPr lang="en-US" sz="1800">
                <a:solidFill>
                  <a:srgbClr val="00B050"/>
                </a:solidFill>
                <a:latin typeface="Consolas" panose="020B0609020204030204" pitchFamily="49" charset="0"/>
                <a:ea typeface="+mn-lt"/>
                <a:cs typeface="+mn-lt"/>
              </a:rPr>
              <a:t>&gt;</a:t>
            </a:r>
          </a:p>
          <a:p>
            <a:pPr>
              <a:buNone/>
            </a:pPr>
            <a:endParaRPr lang="en-US" sz="1800">
              <a:solidFill>
                <a:schemeClr val="accent1"/>
              </a:solidFill>
              <a:latin typeface="Consolas" panose="020B0609020204030204" pitchFamily="49" charset="0"/>
              <a:ea typeface="+mn-lt"/>
              <a:cs typeface="+mn-lt"/>
            </a:endParaRPr>
          </a:p>
          <a:p>
            <a:pPr>
              <a:buNone/>
            </a:pPr>
            <a:r>
              <a:rPr lang="en-US" sz="1800" err="1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1800">
                <a:solidFill>
                  <a:schemeClr val="accent1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main()</a:t>
            </a: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{</a:t>
            </a: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err="1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int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x =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err="1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,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&lt; x);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err="1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, (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&lt; x) &lt;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);</a:t>
            </a: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err="1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,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&lt;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);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 err="1">
                <a:latin typeface="Consolas" panose="020B0609020204030204" pitchFamily="49" charset="0"/>
                <a:ea typeface="+mn-lt"/>
                <a:cs typeface="+mn-lt"/>
              </a:rPr>
              <a:t>printf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(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,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&lt; x &lt;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);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  <a:ea typeface="+mn-lt"/>
                <a:cs typeface="+mn-lt"/>
              </a:rPr>
              <a:t>return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80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;</a:t>
            </a:r>
          </a:p>
          <a:p>
            <a:pPr>
              <a:buNone/>
            </a:pPr>
            <a:r>
              <a:rPr lang="en-US" sz="1800">
                <a:latin typeface="Consolas" panose="020B0609020204030204" pitchFamily="49" charset="0"/>
                <a:ea typeface="+mn-lt"/>
                <a:cs typeface="+mn-lt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C0FE9-79F1-4CB0-BFAC-D2E0093480C5}"/>
              </a:ext>
            </a:extLst>
          </p:cNvPr>
          <p:cNvSpPr txBox="1"/>
          <p:nvPr/>
        </p:nvSpPr>
        <p:spPr>
          <a:xfrm>
            <a:off x="7696201" y="3482876"/>
            <a:ext cx="3886199" cy="2308324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defRPr kumimoji="1">
                <a:ea typeface="新細明體" pitchFamily="18" charset="-120"/>
                <a:cs typeface="Times New Roman" pitchFamily="18" charset="0"/>
              </a:defRPr>
            </a:lvl1pPr>
          </a:lstStyle>
          <a:p>
            <a:r>
              <a:rPr lang="en-US"/>
              <a:t>The expression </a:t>
            </a:r>
            <a:r>
              <a:rPr lang="en-US" b="1">
                <a:latin typeface="Consolas" panose="020B0609020204030204" pitchFamily="49" charset="0"/>
                <a:cs typeface="Consolas" panose="020B0609020204030204" pitchFamily="49" charset="0"/>
              </a:rPr>
              <a:t>5&lt;x&lt;10</a:t>
            </a:r>
            <a:r>
              <a:rPr lang="en-US"/>
              <a:t> is understood completely differently by the C compiler. </a:t>
            </a:r>
            <a:r>
              <a:rPr lang="en-US">
                <a:solidFill>
                  <a:srgbClr val="C00000"/>
                </a:solidFill>
              </a:rPr>
              <a:t>Never use comparison in such form!</a:t>
            </a:r>
          </a:p>
          <a:p>
            <a:endParaRPr lang="en-US"/>
          </a:p>
          <a:p>
            <a:r>
              <a:rPr lang="en-US"/>
              <a:t>What should be the right expression to use in C?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8146823-F617-2949-8E1D-1D323F618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247802"/>
            <a:ext cx="461963" cy="381918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0B017-A795-9E14-6DEB-B19CED5DDF98}"/>
              </a:ext>
            </a:extLst>
          </p:cNvPr>
          <p:cNvSpPr txBox="1"/>
          <p:nvPr/>
        </p:nvSpPr>
        <p:spPr>
          <a:xfrm>
            <a:off x="7778226" y="5378417"/>
            <a:ext cx="615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&gt; 5 &amp;&amp; x &lt; 10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8086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B309-1527-3DA0-7741-DDEEA9890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F5FE8-ABF2-1810-2CAD-DF46B3C2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 week 3: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2729E-FF83-3905-E778-849E27959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911" y="914400"/>
            <a:ext cx="6006557" cy="5654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>
                <a:ea typeface="新細明體" charset="-120"/>
              </a:rPr>
              <a:t>1</a:t>
            </a:r>
            <a:r>
              <a:rPr lang="en-US" altLang="zh-CN" sz="3200" dirty="0"/>
              <a:t>. Bool</a:t>
            </a:r>
          </a:p>
          <a:p>
            <a:pPr marL="342900" lvl="1" indent="0">
              <a:buNone/>
            </a:pPr>
            <a:r>
              <a:rPr lang="en-US" altLang="zh-CN" sz="2800" dirty="0"/>
              <a:t>Bool - &gt; int </a:t>
            </a:r>
          </a:p>
          <a:p>
            <a:pPr marL="342900" lvl="1" indent="0">
              <a:buNone/>
            </a:pPr>
            <a:r>
              <a:rPr lang="en-US" altLang="zh-CN" sz="2800" dirty="0"/>
              <a:t>	true (1), false (0) </a:t>
            </a:r>
            <a:r>
              <a:rPr lang="en-US" altLang="zh-TW" sz="2800" dirty="0">
                <a:ea typeface="新細明體" charset="-120"/>
              </a:rPr>
              <a:t>“%d” in </a:t>
            </a:r>
            <a:r>
              <a:rPr lang="en-US" altLang="zh-TW" sz="2800" dirty="0" err="1">
                <a:ea typeface="新細明體" charset="-120"/>
              </a:rPr>
              <a:t>printf</a:t>
            </a:r>
            <a:r>
              <a:rPr lang="en-US" altLang="zh-TW" sz="2800" dirty="0">
                <a:ea typeface="新細明體" charset="-120"/>
              </a:rPr>
              <a:t>(…)</a:t>
            </a:r>
          </a:p>
          <a:p>
            <a:pPr marL="342900" lvl="1" indent="0">
              <a:buNone/>
            </a:pPr>
            <a:r>
              <a:rPr lang="en-US" altLang="zh-CN" dirty="0">
                <a:ea typeface="新細明體" charset="-120"/>
              </a:rPr>
              <a:t>Int -&gt; bool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	0 is false non-zero is true</a:t>
            </a:r>
          </a:p>
          <a:p>
            <a:pPr marL="0" indent="0">
              <a:buNone/>
              <a:defRPr/>
            </a:pPr>
            <a:r>
              <a:rPr lang="en-US" altLang="zh-CN" sz="32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3. </a:t>
            </a:r>
            <a:r>
              <a:rPr lang="en-US" altLang="zh-CN" sz="3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if-else</a:t>
            </a:r>
            <a:r>
              <a:rPr lang="en-US" altLang="zh-CN" sz="3200" dirty="0">
                <a:solidFill>
                  <a:prstClr val="black"/>
                </a:solidFill>
              </a:rPr>
              <a:t> Statement</a:t>
            </a:r>
          </a:p>
          <a:p>
            <a:pPr marL="0" indent="0"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	when should we write { }</a:t>
            </a:r>
          </a:p>
          <a:p>
            <a:pPr marL="0" indent="0">
              <a:buNone/>
              <a:defRPr/>
            </a:pPr>
            <a:r>
              <a:rPr lang="en-US" altLang="zh-CN" sz="32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          where </a:t>
            </a:r>
            <a:r>
              <a:rPr lang="en-US" altLang="zh-CN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should </a:t>
            </a:r>
            <a:r>
              <a:rPr lang="en-US" altLang="zh-CN" sz="32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we write 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30BFD-61FB-F6D0-42AB-D05F7C1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0EE5BF0-2389-4488-6EB0-581DE7587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5215" y="1064082"/>
            <a:ext cx="3917950" cy="267765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</a:t>
            </a:r>
            <a:r>
              <a:rPr lang="en-US" altLang="zh-TW" sz="240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expr</a:t>
            </a:r>
            <a:r>
              <a:rPr lang="en-US" altLang="zh-TW" sz="240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){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</a:t>
            </a:r>
            <a:r>
              <a:rPr lang="en-US" altLang="zh-TW" sz="240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… …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statements</a:t>
            </a:r>
            <a:r>
              <a:rPr lang="en-US" altLang="zh-TW" sz="240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next_statement</a:t>
            </a:r>
            <a:r>
              <a:rPr lang="en-US" altLang="zh-TW" sz="240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0465DAB-8BCC-CB5A-627B-C66B97FBD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5215" y="3973871"/>
            <a:ext cx="3648075" cy="23034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 (</a:t>
            </a:r>
            <a:r>
              <a:rPr lang="en-US" altLang="zh-TW" sz="240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expr</a:t>
            </a:r>
            <a:r>
              <a:rPr lang="en-US" altLang="zh-TW" sz="240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statement_1</a:t>
            </a:r>
            <a:r>
              <a:rPr lang="en-US" altLang="zh-TW" sz="240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statement_2</a:t>
            </a:r>
            <a:r>
              <a:rPr lang="en-US" altLang="zh-TW" sz="240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next_statement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3402191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2A27699-41AE-F3A2-BEA1-2869B23FEBB8}"/>
              </a:ext>
            </a:extLst>
          </p:cNvPr>
          <p:cNvSpPr/>
          <p:nvPr/>
        </p:nvSpPr>
        <p:spPr bwMode="auto">
          <a:xfrm>
            <a:off x="4286303" y="4449362"/>
            <a:ext cx="1438772" cy="365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 anchor="ctr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16DD6-39D6-47E8-BFF0-71384699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938" y="44448"/>
            <a:ext cx="8229600" cy="838200"/>
          </a:xfrm>
        </p:spPr>
        <p:txBody>
          <a:bodyPr/>
          <a:lstStyle/>
          <a:p>
            <a:r>
              <a:rPr lang="en-US" dirty="0">
                <a:cs typeface="Calibri"/>
              </a:rPr>
              <a:t>Review week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75AE1-A8C8-4198-9DF5-A9D98CC7E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046375"/>
            <a:ext cx="7805877" cy="54636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cs typeface="Calibri"/>
              </a:rPr>
              <a:t>char c=‘A’;</a:t>
            </a:r>
          </a:p>
          <a:p>
            <a:pPr lvl="1"/>
            <a:r>
              <a:rPr lang="en-US" sz="3200" dirty="0">
                <a:cs typeface="Calibri"/>
              </a:rPr>
              <a:t>“%c” in </a:t>
            </a:r>
            <a:r>
              <a:rPr lang="en-US" sz="3200" dirty="0" err="1">
                <a:cs typeface="Calibri"/>
              </a:rPr>
              <a:t>printf</a:t>
            </a:r>
            <a:r>
              <a:rPr lang="en-US" sz="3200" dirty="0">
                <a:cs typeface="Calibri"/>
              </a:rPr>
              <a:t> and </a:t>
            </a:r>
            <a:r>
              <a:rPr lang="en-US" sz="3200" dirty="0" err="1">
                <a:cs typeface="Calibri"/>
              </a:rPr>
              <a:t>scanf</a:t>
            </a:r>
            <a:r>
              <a:rPr lang="en-US" sz="3200" dirty="0">
                <a:cs typeface="Calibri"/>
              </a:rPr>
              <a:t> functions</a:t>
            </a:r>
          </a:p>
          <a:p>
            <a:pPr lvl="1"/>
            <a:r>
              <a:rPr lang="en-US" sz="3200" dirty="0" err="1">
                <a:cs typeface="Calibri"/>
              </a:rPr>
              <a:t>getchar</a:t>
            </a:r>
            <a:r>
              <a:rPr lang="en-US" sz="3200" dirty="0">
                <a:cs typeface="Calibri"/>
              </a:rPr>
              <a:t>(), </a:t>
            </a:r>
            <a:r>
              <a:rPr lang="en-US" sz="3200" dirty="0" err="1">
                <a:cs typeface="Calibri"/>
              </a:rPr>
              <a:t>putchar</a:t>
            </a:r>
            <a:r>
              <a:rPr lang="en-US" sz="3200" dirty="0">
                <a:cs typeface="Calibri"/>
              </a:rPr>
              <a:t>(</a:t>
            </a:r>
            <a:r>
              <a:rPr lang="en-US" sz="3200" dirty="0">
                <a:cs typeface="Calibri"/>
                <a:sym typeface="Wingdings 2" panose="05020102010507070707" pitchFamily="18" charset="2"/>
              </a:rPr>
              <a:t></a:t>
            </a:r>
            <a:r>
              <a:rPr lang="en-US" sz="3200" dirty="0">
                <a:cs typeface="Calibri"/>
              </a:rPr>
              <a:t>)</a:t>
            </a:r>
          </a:p>
          <a:p>
            <a:pPr lvl="1"/>
            <a:r>
              <a:rPr lang="en-US" sz="3200" dirty="0">
                <a:cs typeface="Calibri"/>
              </a:rPr>
              <a:t>ASCII table (char can be view as integer)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E1DD-F40D-4842-86A4-8E565F1FE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2A0C27-9874-4A2B-82B4-36D1DE995B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D202E8-6503-11BC-A4ED-9A1DEAC85338}"/>
              </a:ext>
            </a:extLst>
          </p:cNvPr>
          <p:cNvSpPr txBox="1"/>
          <p:nvPr/>
        </p:nvSpPr>
        <p:spPr>
          <a:xfrm>
            <a:off x="93784" y="3269313"/>
            <a:ext cx="1148861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Calibri" panose="020F0502020204030204" pitchFamily="34" charset="0"/>
              <a:buChar char="‒"/>
            </a:pPr>
            <a:endParaRPr lang="en-US" altLang="zh-CN" sz="3200" dirty="0"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cs typeface="Calibri"/>
              </a:rPr>
              <a:t>Array</a:t>
            </a:r>
          </a:p>
          <a:p>
            <a:pPr marL="1028700" lvl="1" indent="-571500">
              <a:buFont typeface="Calibri" panose="020F0502020204030204" pitchFamily="34" charset="0"/>
              <a:buChar char="‒"/>
            </a:pPr>
            <a:r>
              <a:rPr lang="en-US" altLang="zh-CN" sz="3200" dirty="0">
                <a:cs typeface="Calibri"/>
              </a:rPr>
              <a:t>int a[5]={1,2,3}; // 1 2 3 0 0               how to initialize the array </a:t>
            </a:r>
          </a:p>
          <a:p>
            <a:pPr marL="1028700" lvl="1" indent="-571500">
              <a:buFont typeface="Calibri" panose="020F0502020204030204" pitchFamily="34" charset="0"/>
              <a:buChar char="‒"/>
            </a:pPr>
            <a:r>
              <a:rPr lang="en-US" altLang="zh-CN" sz="3200" dirty="0">
                <a:cs typeface="Calibri"/>
              </a:rPr>
              <a:t>a[1]=10  // index 0 to 4(N-1)             how to use index</a:t>
            </a:r>
          </a:p>
          <a:p>
            <a:pPr lvl="1"/>
            <a:endParaRPr lang="en-US" altLang="zh-CN" sz="3200" dirty="0">
              <a:cs typeface="Calibri"/>
            </a:endParaRPr>
          </a:p>
          <a:p>
            <a:pPr lvl="1"/>
            <a:endParaRPr lang="en-US" altLang="zh-CN" sz="32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530797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E0C4E9-AA6D-8011-6AB9-8065D327C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</a:t>
            </a:r>
          </a:p>
          <a:p>
            <a:pPr lvl="1"/>
            <a:r>
              <a:rPr lang="en-US" dirty="0"/>
              <a:t>Declaration, Initialization</a:t>
            </a:r>
          </a:p>
          <a:p>
            <a:pPr lvl="1"/>
            <a:r>
              <a:rPr lang="en-US" dirty="0"/>
              <a:t>Size    N</a:t>
            </a:r>
          </a:p>
          <a:p>
            <a:pPr lvl="1"/>
            <a:r>
              <a:rPr lang="en-US" dirty="0"/>
              <a:t>Index  0 to (N-1)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sz="1100" dirty="0"/>
          </a:p>
          <a:p>
            <a:r>
              <a:rPr lang="en-US" dirty="0"/>
              <a:t>2D Array</a:t>
            </a:r>
          </a:p>
          <a:p>
            <a:pPr lvl="1"/>
            <a:r>
              <a:rPr lang="en-US" dirty="0"/>
              <a:t>A[row][column]</a:t>
            </a:r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2A821B-A368-5EC1-6805-7B91E164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EB3E784-4E29-E256-A603-0BBCBB99C82E}"/>
              </a:ext>
            </a:extLst>
          </p:cNvPr>
          <p:cNvSpPr txBox="1">
            <a:spLocks/>
          </p:cNvSpPr>
          <p:nvPr/>
        </p:nvSpPr>
        <p:spPr>
          <a:xfrm>
            <a:off x="1695938" y="44448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cs typeface="Calibri"/>
              </a:rPr>
              <a:t>Review week 4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BDE404E-3313-C3B3-9D65-B60366134951}"/>
              </a:ext>
            </a:extLst>
          </p:cNvPr>
          <p:cNvSpPr txBox="1">
            <a:spLocks noChangeArrowheads="1"/>
          </p:cNvSpPr>
          <p:nvPr/>
        </p:nvSpPr>
        <p:spPr>
          <a:xfrm>
            <a:off x="2809818" y="3393551"/>
            <a:ext cx="8839200" cy="2957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As an array of arrays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a[2][3] = {{1, 2, 3}, {4, 5, 6}};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Not enough initializers, the rest got zeros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b[2][3] = {{1}, {4, 5}};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Values assigned by order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c[2][3] = {1, 2, 3, 4 ,5};</a:t>
            </a:r>
            <a:endParaRPr lang="en-US" altLang="zh-TW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graphicFrame>
        <p:nvGraphicFramePr>
          <p:cNvPr id="7" name="Group 4">
            <a:extLst>
              <a:ext uri="{FF2B5EF4-FFF2-40B4-BE49-F238E27FC236}">
                <a16:creationId xmlns:a16="http://schemas.microsoft.com/office/drawing/2014/main" id="{FF309E6A-9E25-5E77-2FE4-EA7C95631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627013"/>
              </p:ext>
            </p:extLst>
          </p:nvPr>
        </p:nvGraphicFramePr>
        <p:xfrm>
          <a:off x="9415406" y="3393552"/>
          <a:ext cx="2081212" cy="762000"/>
        </p:xfrm>
        <a:graphic>
          <a:graphicData uri="http://schemas.openxmlformats.org/drawingml/2006/table">
            <a:tbl>
              <a:tblPr/>
              <a:tblGrid>
                <a:gridCol w="83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24">
            <a:extLst>
              <a:ext uri="{FF2B5EF4-FFF2-40B4-BE49-F238E27FC236}">
                <a16:creationId xmlns:a16="http://schemas.microsoft.com/office/drawing/2014/main" id="{1C6422FB-D762-36D7-0632-C1FF790FB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901582"/>
              </p:ext>
            </p:extLst>
          </p:nvPr>
        </p:nvGraphicFramePr>
        <p:xfrm>
          <a:off x="9415406" y="4369864"/>
          <a:ext cx="2081212" cy="762000"/>
        </p:xfrm>
        <a:graphic>
          <a:graphicData uri="http://schemas.openxmlformats.org/drawingml/2006/table">
            <a:tbl>
              <a:tblPr/>
              <a:tblGrid>
                <a:gridCol w="83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Group 44">
            <a:extLst>
              <a:ext uri="{FF2B5EF4-FFF2-40B4-BE49-F238E27FC236}">
                <a16:creationId xmlns:a16="http://schemas.microsoft.com/office/drawing/2014/main" id="{B3ADF7FB-37CD-B069-6546-BDABCD175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108551"/>
              </p:ext>
            </p:extLst>
          </p:nvPr>
        </p:nvGraphicFramePr>
        <p:xfrm>
          <a:off x="9415406" y="5436664"/>
          <a:ext cx="2081212" cy="762000"/>
        </p:xfrm>
        <a:graphic>
          <a:graphicData uri="http://schemas.openxmlformats.org/drawingml/2006/table">
            <a:tbl>
              <a:tblPr/>
              <a:tblGrid>
                <a:gridCol w="83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c[0]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c[1]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8194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38DAF-2A09-508A-1989-6B653B29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33F472-934E-509C-EB3B-84481E98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FF7173-26C6-065E-C4DA-EA7E506419BC}"/>
              </a:ext>
            </a:extLst>
          </p:cNvPr>
          <p:cNvSpPr txBox="1">
            <a:spLocks/>
          </p:cNvSpPr>
          <p:nvPr/>
        </p:nvSpPr>
        <p:spPr>
          <a:xfrm>
            <a:off x="1695938" y="44448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Calibri"/>
              </a:rPr>
              <a:t>Review week 5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9938EC6-4567-19F8-6076-4D8E0A953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371600"/>
            <a:ext cx="7602415" cy="4984752"/>
          </a:xfrm>
        </p:spPr>
        <p:txBody>
          <a:bodyPr>
            <a:normAutofit/>
          </a:bodyPr>
          <a:lstStyle/>
          <a:p>
            <a:r>
              <a:rPr lang="en-US" dirty="0"/>
              <a:t>Syntax of 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 loops</a:t>
            </a:r>
          </a:p>
          <a:p>
            <a:pPr lvl="1"/>
            <a:r>
              <a:rPr lang="en-US" altLang="zh-CN" sz="3000" dirty="0">
                <a:cs typeface="Calibri"/>
              </a:rPr>
              <a:t>#1: Repeat a task a </a:t>
            </a:r>
            <a:r>
              <a:rPr lang="en-US" altLang="zh-CN" sz="3000" b="1" dirty="0">
                <a:cs typeface="Calibri"/>
              </a:rPr>
              <a:t>finite</a:t>
            </a:r>
            <a:r>
              <a:rPr lang="en-US" altLang="zh-CN" sz="3000" dirty="0">
                <a:cs typeface="Calibri"/>
              </a:rPr>
              <a:t> number of times </a:t>
            </a:r>
          </a:p>
          <a:p>
            <a:pPr lvl="1"/>
            <a:r>
              <a:rPr lang="en-US" altLang="zh-CN" sz="3000" dirty="0">
                <a:cs typeface="Calibri"/>
              </a:rPr>
              <a:t>#2: Repeat a task </a:t>
            </a:r>
            <a:r>
              <a:rPr lang="en-US" altLang="zh-CN" sz="3000" b="1" dirty="0">
                <a:cs typeface="Calibri"/>
              </a:rPr>
              <a:t>indefinitely</a:t>
            </a:r>
            <a:r>
              <a:rPr lang="en-US" altLang="zh-CN" sz="3000" dirty="0">
                <a:cs typeface="Calibri"/>
              </a:rPr>
              <a:t> until a </a:t>
            </a:r>
            <a:r>
              <a:rPr lang="en-US" altLang="zh-CN" sz="3000" u="sng" dirty="0">
                <a:cs typeface="Calibri"/>
              </a:rPr>
              <a:t>condition</a:t>
            </a:r>
            <a:r>
              <a:rPr lang="en-US" altLang="zh-CN" sz="3000" dirty="0">
                <a:cs typeface="Calibri"/>
              </a:rPr>
              <a:t> is met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Using repetition to solve problems</a:t>
            </a:r>
          </a:p>
          <a:p>
            <a:pPr lvl="1"/>
            <a:r>
              <a:rPr lang="en-US" altLang="zh-CN" sz="2800" dirty="0">
                <a:ea typeface="+mj-lt"/>
                <a:cs typeface="+mj-lt"/>
              </a:rPr>
              <a:t>Statistics: </a:t>
            </a:r>
            <a:r>
              <a:rPr lang="en-US" altLang="zh-CN" sz="2800" dirty="0"/>
              <a:t>sum, average, maximum, minimum, etc.</a:t>
            </a:r>
            <a:endParaRPr lang="en-US" dirty="0"/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04E5EAE3-6CA8-978A-86D8-8775E1D3B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033919"/>
            <a:ext cx="4254500" cy="267765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sz="2800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while (</a:t>
            </a:r>
            <a:r>
              <a:rPr lang="en-US" altLang="zh-TW" sz="2800" b="1">
                <a:latin typeface="Consolas" pitchFamily="49" charset="0"/>
                <a:ea typeface="MS Gothic" pitchFamily="49" charset="-128"/>
              </a:rPr>
              <a:t>condition</a:t>
            </a:r>
            <a:r>
              <a:rPr lang="en-US" altLang="zh-TW" sz="2800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</a:t>
            </a:r>
            <a:r>
              <a:rPr lang="en-US" altLang="zh-TW" sz="2800" b="1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sz="2800" b="1">
                <a:latin typeface="Consolas" pitchFamily="49" charset="0"/>
                <a:ea typeface="MS Gothic" pitchFamily="49" charset="-128"/>
              </a:rPr>
              <a:t>    statement1-1;</a:t>
            </a:r>
          </a:p>
          <a:p>
            <a:r>
              <a:rPr lang="en-US" altLang="zh-TW" sz="2800" b="1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    … …</a:t>
            </a:r>
          </a:p>
          <a:p>
            <a:r>
              <a:rPr lang="en-US" altLang="zh-TW" sz="2800" b="1">
                <a:latin typeface="Consolas" pitchFamily="49" charset="0"/>
                <a:ea typeface="MS Gothic" pitchFamily="49" charset="-128"/>
              </a:rPr>
              <a:t>    statement1-n;</a:t>
            </a:r>
          </a:p>
          <a:p>
            <a:r>
              <a:rPr lang="en-US" altLang="zh-TW" sz="2800" b="1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sz="2800" b="1">
                <a:latin typeface="Consolas" pitchFamily="49" charset="0"/>
                <a:ea typeface="MS Gothic" pitchFamily="49" charset="-128"/>
              </a:rPr>
              <a:t>statement2;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BA6314E2-88F3-FFDD-D65B-FE403396E21A}"/>
              </a:ext>
            </a:extLst>
          </p:cNvPr>
          <p:cNvSpPr txBox="1"/>
          <p:nvPr/>
        </p:nvSpPr>
        <p:spPr>
          <a:xfrm>
            <a:off x="7666567" y="4191000"/>
            <a:ext cx="4254500" cy="1815882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cs typeface="Calibri"/>
              </a:rPr>
              <a:t>loop variable initialization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cs typeface="Calibri"/>
              </a:rPr>
              <a:t>looping condition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cs typeface="Calibri"/>
              </a:rPr>
              <a:t>loop condition change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cs typeface="Calibri"/>
              </a:rPr>
              <a:t>loop body</a:t>
            </a:r>
          </a:p>
        </p:txBody>
      </p:sp>
    </p:spTree>
    <p:extLst>
      <p:ext uri="{BB962C8B-B14F-4D97-AF65-F5344CB8AC3E}">
        <p14:creationId xmlns:p14="http://schemas.microsoft.com/office/powerpoint/2010/main" val="412401591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9FA12-EBA4-E270-09BF-BEA000288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Combined the Loop and Array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86DA1-A473-C2D1-DC6E-CB0F1A24A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3600" dirty="0"/>
          </a:p>
          <a:p>
            <a:endParaRPr lang="en-US" altLang="zh-CN" sz="3600" dirty="0"/>
          </a:p>
          <a:p>
            <a:r>
              <a:rPr lang="en-US" altLang="zh-CN" sz="3600" dirty="0"/>
              <a:t>Array as a lookup table</a:t>
            </a:r>
          </a:p>
          <a:p>
            <a:r>
              <a:rPr lang="en-US" altLang="zh-CN" sz="3600" dirty="0"/>
              <a:t>Array for counting</a:t>
            </a:r>
          </a:p>
          <a:p>
            <a:pPr lvl="1"/>
            <a:r>
              <a:rPr lang="en-US" altLang="zh-CN" sz="3200" dirty="0"/>
              <a:t>Count[</a:t>
            </a:r>
            <a:r>
              <a:rPr lang="en-US" altLang="zh-CN" sz="3200" dirty="0" err="1"/>
              <a:t>i</a:t>
            </a:r>
            <a:r>
              <a:rPr lang="en-US" altLang="zh-CN" sz="3200" dirty="0"/>
              <a:t>]++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sz="3600" dirty="0"/>
              <a:t>Find relationship between </a:t>
            </a:r>
            <a:r>
              <a:rPr lang="en-US" altLang="zh-CN" sz="3600" dirty="0" err="1"/>
              <a:t>i</a:t>
            </a:r>
            <a:r>
              <a:rPr lang="en-US" altLang="zh-CN" sz="3600" dirty="0"/>
              <a:t> and index/output</a:t>
            </a:r>
          </a:p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51F4B-9CD7-6900-812B-9A5F7679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C81E3FF-EBC6-12FF-B6CB-162CED9850AB}"/>
              </a:ext>
            </a:extLst>
          </p:cNvPr>
          <p:cNvSpPr txBox="1">
            <a:spLocks noChangeArrowheads="1"/>
          </p:cNvSpPr>
          <p:nvPr/>
        </p:nvSpPr>
        <p:spPr>
          <a:xfrm>
            <a:off x="1973180" y="1034716"/>
            <a:ext cx="7684168" cy="121117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ea typeface="新細明體"/>
                <a:cs typeface="Consolas" panose="020B0609020204030204" pitchFamily="49" charset="0"/>
              </a:rPr>
              <a:t>	</a:t>
            </a:r>
            <a:r>
              <a:rPr kumimoji="1" lang="en-US" altLang="zh-TW" dirty="0">
                <a:highlight>
                  <a:srgbClr val="FFFF00"/>
                </a:highlight>
                <a:ea typeface="新細明體"/>
                <a:cs typeface="Consolas" panose="020B0609020204030204" pitchFamily="49" charset="0"/>
              </a:rPr>
              <a:t>Array size    </a:t>
            </a:r>
            <a:r>
              <a:rPr kumimoji="1" lang="en-US" altLang="zh-TW" dirty="0">
                <a:ea typeface="新細明體"/>
                <a:cs typeface="Consolas" panose="020B0609020204030204" pitchFamily="49" charset="0"/>
              </a:rPr>
              <a:t>-&gt;    number of iterations</a:t>
            </a:r>
          </a:p>
          <a:p>
            <a:pPr marL="0" indent="0" algn="ctr">
              <a:spcBef>
                <a:spcPct val="0"/>
              </a:spcBef>
              <a:buNone/>
            </a:pPr>
            <a:endParaRPr kumimoji="1" lang="en-US" altLang="zh-TW" sz="700" dirty="0">
              <a:ea typeface="新細明體"/>
              <a:cs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ea typeface="新細明體"/>
                <a:cs typeface="Consolas" panose="020B0609020204030204" pitchFamily="49" charset="0"/>
              </a:rPr>
              <a:t>   Loop variable    -&gt;    array </a:t>
            </a:r>
            <a:r>
              <a:rPr kumimoji="1" lang="en-US" altLang="zh-TW" dirty="0">
                <a:highlight>
                  <a:srgbClr val="00FF00"/>
                </a:highlight>
                <a:ea typeface="新細明體"/>
                <a:cs typeface="Consolas" panose="020B0609020204030204" pitchFamily="49" charset="0"/>
              </a:rPr>
              <a:t>index</a:t>
            </a:r>
            <a:endParaRPr lang="en-US" altLang="zh-TW" dirty="0">
              <a:highlight>
                <a:srgbClr val="00FF00"/>
              </a:highlight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40731DAB-8293-E7AA-9A45-6DAFA688B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0098" y="2732737"/>
            <a:ext cx="4254500" cy="255454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70C0"/>
                </a:solidFill>
                <a:latin typeface="Consolas" pitchFamily="49" charset="0"/>
                <a:ea typeface="MS Gothic" pitchFamily="49" charset="-128"/>
              </a:rPr>
              <a:t>int</a:t>
            </a:r>
            <a:r>
              <a:rPr lang="en-US" altLang="zh-CN" sz="3200" b="1" dirty="0">
                <a:latin typeface="Consolas" pitchFamily="49" charset="0"/>
                <a:ea typeface="MS Gothic" pitchFamily="49" charset="-128"/>
              </a:rPr>
              <a:t> a[</a:t>
            </a:r>
            <a:r>
              <a:rPr lang="en-US" altLang="zh-CN" sz="3200" b="1" dirty="0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100</a:t>
            </a:r>
            <a:r>
              <a:rPr lang="en-US" altLang="zh-CN" sz="3200" b="1" dirty="0">
                <a:latin typeface="Consolas" pitchFamily="49" charset="0"/>
                <a:ea typeface="MS Gothic" pitchFamily="49" charset="-128"/>
              </a:rPr>
              <a:t>], </a:t>
            </a:r>
            <a:r>
              <a:rPr lang="en-US" altLang="zh-CN" sz="32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CN" sz="3200" b="1" dirty="0">
                <a:latin typeface="Consolas" pitchFamily="49" charset="0"/>
                <a:ea typeface="MS Gothic" pitchFamily="49" charset="-128"/>
              </a:rPr>
              <a:t>=0;</a:t>
            </a:r>
            <a:endParaRPr lang="en-US" altLang="zh-TW" sz="3200" b="1" dirty="0">
              <a:latin typeface="Consolas" pitchFamily="49" charset="0"/>
              <a:ea typeface="MS Gothic" pitchFamily="49" charset="-128"/>
            </a:endParaRPr>
          </a:p>
          <a:p>
            <a:r>
              <a:rPr lang="en-US" altLang="zh-TW" sz="3200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while (</a:t>
            </a:r>
            <a:r>
              <a:rPr lang="en-US" altLang="zh-TW" sz="3200" b="1" dirty="0" err="1">
                <a:highlight>
                  <a:srgbClr val="00FF00"/>
                </a:highlight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3200" b="1" dirty="0">
                <a:latin typeface="Consolas" pitchFamily="49" charset="0"/>
                <a:ea typeface="MS Gothic" pitchFamily="49" charset="-128"/>
              </a:rPr>
              <a:t>&lt;</a:t>
            </a:r>
            <a:r>
              <a:rPr lang="en-US" altLang="zh-TW" sz="3200" b="1" dirty="0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100</a:t>
            </a:r>
            <a:r>
              <a:rPr lang="en-US" altLang="zh-TW" sz="3200" b="1" dirty="0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</a:t>
            </a:r>
            <a:r>
              <a:rPr lang="en-US" altLang="zh-TW" sz="32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sz="32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    … </a:t>
            </a:r>
            <a:r>
              <a:rPr lang="en-US" altLang="zh-TW" sz="3200" b="1" dirty="0">
                <a:latin typeface="Consolas" pitchFamily="49" charset="0"/>
                <a:ea typeface="MS Gothic" pitchFamily="49" charset="-128"/>
              </a:rPr>
              <a:t>a[</a:t>
            </a:r>
            <a:r>
              <a:rPr lang="en-US" altLang="zh-TW" sz="3200" b="1" dirty="0" err="1">
                <a:highlight>
                  <a:srgbClr val="00FF00"/>
                </a:highlight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3200" b="1" dirty="0">
                <a:latin typeface="Consolas" pitchFamily="49" charset="0"/>
                <a:ea typeface="MS Gothic" pitchFamily="49" charset="-128"/>
              </a:rPr>
              <a:t>]</a:t>
            </a:r>
            <a:r>
              <a:rPr lang="en-US" altLang="zh-TW" sz="32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 …;</a:t>
            </a:r>
          </a:p>
          <a:p>
            <a:r>
              <a:rPr lang="en-US" altLang="zh-TW" sz="32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sz="32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3200" b="1" dirty="0">
                <a:latin typeface="Consolas" pitchFamily="49" charset="0"/>
                <a:ea typeface="MS Gothic" pitchFamily="49" charset="-128"/>
              </a:rPr>
              <a:t>++;</a:t>
            </a:r>
          </a:p>
          <a:p>
            <a:r>
              <a:rPr lang="en-US" altLang="zh-TW" sz="3200" b="1" dirty="0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360939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EA87-E229-B0F7-B94E-64E23B163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77C9C-4149-2F10-5589-EBE7D3C04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69" y="1082676"/>
            <a:ext cx="3611941" cy="5105400"/>
          </a:xfrm>
        </p:spPr>
        <p:txBody>
          <a:bodyPr/>
          <a:lstStyle/>
          <a:p>
            <a:r>
              <a:rPr lang="en-US" altLang="zh-CN" dirty="0"/>
              <a:t>Data type</a:t>
            </a:r>
          </a:p>
          <a:p>
            <a:pPr lvl="1"/>
            <a:r>
              <a:rPr lang="en-US" altLang="zh-CN" sz="3200" dirty="0"/>
              <a:t>int, double</a:t>
            </a:r>
          </a:p>
          <a:p>
            <a:pPr lvl="1"/>
            <a:r>
              <a:rPr lang="en-US" altLang="zh-CN" sz="3200" dirty="0"/>
              <a:t>bool</a:t>
            </a:r>
          </a:p>
          <a:p>
            <a:pPr lvl="1"/>
            <a:r>
              <a:rPr lang="en-US" altLang="zh-CN" sz="3200" dirty="0"/>
              <a:t>char</a:t>
            </a:r>
          </a:p>
          <a:p>
            <a:r>
              <a:rPr lang="en-US" altLang="zh-CN" dirty="0"/>
              <a:t>Operator</a:t>
            </a:r>
          </a:p>
          <a:p>
            <a:pPr lvl="1"/>
            <a:r>
              <a:rPr lang="en-US" altLang="zh-CN" dirty="0"/>
              <a:t>Precedence</a:t>
            </a:r>
          </a:p>
          <a:p>
            <a:pPr lvl="1"/>
            <a:r>
              <a:rPr lang="en-US" altLang="zh-CN" dirty="0"/>
              <a:t>Association</a:t>
            </a:r>
          </a:p>
          <a:p>
            <a:r>
              <a:rPr lang="en-US" altLang="zh-CN" dirty="0"/>
              <a:t>Type conversion</a:t>
            </a:r>
          </a:p>
          <a:p>
            <a:pPr lvl="1"/>
            <a:r>
              <a:rPr lang="en-US" altLang="zh-CN" dirty="0"/>
              <a:t>Type transfer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820F5-65B4-BCEB-24C6-5ECDBFD73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F5D0734-0D44-E17B-4DEE-75C2CABFFAD5}"/>
              </a:ext>
            </a:extLst>
          </p:cNvPr>
          <p:cNvSpPr txBox="1">
            <a:spLocks/>
          </p:cNvSpPr>
          <p:nvPr/>
        </p:nvSpPr>
        <p:spPr>
          <a:xfrm>
            <a:off x="5125659" y="1082676"/>
            <a:ext cx="6330872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/>
              <a:t>if else</a:t>
            </a:r>
          </a:p>
          <a:p>
            <a:r>
              <a:rPr lang="en-US" altLang="zh-CN" sz="3600" dirty="0"/>
              <a:t>while Loop</a:t>
            </a:r>
          </a:p>
          <a:p>
            <a:r>
              <a:rPr lang="en-US" altLang="zh-CN" sz="3600" dirty="0"/>
              <a:t>Array</a:t>
            </a:r>
          </a:p>
          <a:p>
            <a:endParaRPr lang="en-US" altLang="zh-CN" dirty="0"/>
          </a:p>
          <a:p>
            <a:r>
              <a:rPr lang="en-US" altLang="zh-CN" dirty="0"/>
              <a:t>Combine them together</a:t>
            </a:r>
          </a:p>
          <a:p>
            <a:pPr lvl="1"/>
            <a:r>
              <a:rPr lang="en-US" altLang="zh-CN" dirty="0"/>
              <a:t>Examples.pptx</a:t>
            </a:r>
          </a:p>
          <a:p>
            <a:pPr lvl="1"/>
            <a:r>
              <a:rPr lang="en-US" altLang="zh-CN" dirty="0"/>
              <a:t>Array + loop + if</a:t>
            </a:r>
          </a:p>
        </p:txBody>
      </p:sp>
    </p:spTree>
    <p:extLst>
      <p:ext uri="{BB962C8B-B14F-4D97-AF65-F5344CB8AC3E}">
        <p14:creationId xmlns:p14="http://schemas.microsoft.com/office/powerpoint/2010/main" val="367707802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2DAB6-AF53-C2FD-318A-2F15E092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347BA-745D-CE27-C7EA-9792EF3CD0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Midterm Review </a:t>
            </a:r>
            <a:br>
              <a:rPr lang="en-US" dirty="0"/>
            </a:br>
            <a:r>
              <a:rPr lang="en-US" dirty="0"/>
              <a:t>week 1-5</a:t>
            </a:r>
            <a:endParaRPr lang="LID4096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CE6367-E9AE-A0D9-5361-3C1FCEB1D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547" y="3994484"/>
            <a:ext cx="11790948" cy="18288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Written exam! Close-notes, No computer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2EAF7-5986-607A-9014-635518DC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85922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</TotalTime>
  <Words>1022</Words>
  <Application>Microsoft Office PowerPoint</Application>
  <PresentationFormat>Widescreen</PresentationFormat>
  <Paragraphs>256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新細明體</vt:lpstr>
      <vt:lpstr>Arial</vt:lpstr>
      <vt:lpstr>Calibri</vt:lpstr>
      <vt:lpstr>Consolas</vt:lpstr>
      <vt:lpstr>Wingdings</vt:lpstr>
      <vt:lpstr>Office Theme</vt:lpstr>
      <vt:lpstr>Midterm Review  week 1-5</vt:lpstr>
      <vt:lpstr>Review week 1</vt:lpstr>
      <vt:lpstr>Review week2 : Data type</vt:lpstr>
      <vt:lpstr>Review week 3:</vt:lpstr>
      <vt:lpstr>3.1. Operator Precedence Practice</vt:lpstr>
      <vt:lpstr>Review week 3:</vt:lpstr>
      <vt:lpstr>Review week 4</vt:lpstr>
      <vt:lpstr>PowerPoint Presentation</vt:lpstr>
      <vt:lpstr>PowerPoint Presentation</vt:lpstr>
      <vt:lpstr>Combined the Loop and Array</vt:lpstr>
      <vt:lpstr>Summary</vt:lpstr>
      <vt:lpstr>Midterm Review  week 1-5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Exam Instructions</dc:title>
  <dc:creator/>
  <cp:lastModifiedBy>Yuli Jiang (CSD)</cp:lastModifiedBy>
  <cp:revision>1</cp:revision>
  <dcterms:created xsi:type="dcterms:W3CDTF">2013-07-15T20:26:40Z</dcterms:created>
  <dcterms:modified xsi:type="dcterms:W3CDTF">2025-10-09T05:20:37Z</dcterms:modified>
</cp:coreProperties>
</file>
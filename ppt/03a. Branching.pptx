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6" r:id="rId2"/>
    <p:sldId id="257" r:id="rId3"/>
    <p:sldId id="268" r:id="rId4"/>
    <p:sldId id="300" r:id="rId5"/>
    <p:sldId id="258" r:id="rId6"/>
    <p:sldId id="301" r:id="rId7"/>
    <p:sldId id="259" r:id="rId8"/>
    <p:sldId id="296" r:id="rId9"/>
    <p:sldId id="339" r:id="rId10"/>
    <p:sldId id="261" r:id="rId11"/>
    <p:sldId id="264" r:id="rId12"/>
    <p:sldId id="262" r:id="rId13"/>
    <p:sldId id="263" r:id="rId14"/>
    <p:sldId id="272" r:id="rId15"/>
    <p:sldId id="270" r:id="rId16"/>
    <p:sldId id="298" r:id="rId17"/>
    <p:sldId id="299" r:id="rId18"/>
    <p:sldId id="260" r:id="rId19"/>
    <p:sldId id="265" r:id="rId20"/>
    <p:sldId id="297" r:id="rId21"/>
    <p:sldId id="340" r:id="rId22"/>
    <p:sldId id="267" r:id="rId23"/>
    <p:sldId id="336" r:id="rId24"/>
    <p:sldId id="337" r:id="rId25"/>
    <p:sldId id="274" r:id="rId26"/>
    <p:sldId id="275" r:id="rId27"/>
    <p:sldId id="276" r:id="rId28"/>
    <p:sldId id="338" r:id="rId29"/>
    <p:sldId id="277" r:id="rId30"/>
    <p:sldId id="278" r:id="rId31"/>
    <p:sldId id="279" r:id="rId32"/>
    <p:sldId id="280" r:id="rId33"/>
    <p:sldId id="293" r:id="rId34"/>
    <p:sldId id="281" r:id="rId35"/>
    <p:sldId id="282" r:id="rId36"/>
    <p:sldId id="294" r:id="rId37"/>
    <p:sldId id="284" r:id="rId38"/>
    <p:sldId id="283" r:id="rId39"/>
    <p:sldId id="292" r:id="rId40"/>
    <p:sldId id="295" r:id="rId41"/>
  </p:sldIdLst>
  <p:sldSz cx="12192000" cy="6858000"/>
  <p:notesSz cx="6858000" cy="9144000"/>
  <p:custDataLst>
    <p:tags r:id="rId4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ck-jee Chau" initials="CCJ" lastIdx="17" clrIdx="0">
    <p:extLst>
      <p:ext uri="{19B8F6BF-5375-455C-9EA6-DF929625EA0E}">
        <p15:presenceInfo xmlns:p15="http://schemas.microsoft.com/office/powerpoint/2012/main" userId="Chuck-jee Cha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FF"/>
    <a:srgbClr val="FFFFCC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611" autoAdjust="0"/>
  </p:normalViewPr>
  <p:slideViewPr>
    <p:cSldViewPr snapToGrid="0">
      <p:cViewPr varScale="1">
        <p:scale>
          <a:sx n="93" d="100"/>
          <a:sy n="93" d="100"/>
        </p:scale>
        <p:origin x="123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li Jiang (CSD)" userId="7c291cd4-aa97-4867-8d2d-ebf5c1c3b419" providerId="ADAL" clId="{D2CB3457-A1F1-4298-8F6E-330DC7D8ADAD}"/>
    <pc:docChg chg="undo custSel addSld modSld">
      <pc:chgData name="Yuli Jiang (CSD)" userId="7c291cd4-aa97-4867-8d2d-ebf5c1c3b419" providerId="ADAL" clId="{D2CB3457-A1F1-4298-8F6E-330DC7D8ADAD}" dt="2024-01-22T05:32:20.112" v="44"/>
      <pc:docMkLst>
        <pc:docMk/>
      </pc:docMkLst>
      <pc:sldChg chg="modSp mod">
        <pc:chgData name="Yuli Jiang (CSD)" userId="7c291cd4-aa97-4867-8d2d-ebf5c1c3b419" providerId="ADAL" clId="{D2CB3457-A1F1-4298-8F6E-330DC7D8ADAD}" dt="2024-01-19T10:09:28.980" v="6" actId="113"/>
        <pc:sldMkLst>
          <pc:docMk/>
          <pc:sldMk cId="2389990707" sldId="268"/>
        </pc:sldMkLst>
      </pc:sldChg>
      <pc:sldChg chg="modNotesTx">
        <pc:chgData name="Yuli Jiang (CSD)" userId="7c291cd4-aa97-4867-8d2d-ebf5c1c3b419" providerId="ADAL" clId="{D2CB3457-A1F1-4298-8F6E-330DC7D8ADAD}" dt="2024-01-22T05:32:20.112" v="44"/>
        <pc:sldMkLst>
          <pc:docMk/>
          <pc:sldMk cId="1815146195" sldId="295"/>
        </pc:sldMkLst>
      </pc:sldChg>
      <pc:sldChg chg="addSp delSp modSp new mod">
        <pc:chgData name="Yuli Jiang (CSD)" userId="7c291cd4-aa97-4867-8d2d-ebf5c1c3b419" providerId="ADAL" clId="{D2CB3457-A1F1-4298-8F6E-330DC7D8ADAD}" dt="2024-01-19T10:12:56.285" v="43" actId="27636"/>
        <pc:sldMkLst>
          <pc:docMk/>
          <pc:sldMk cId="148097406" sldId="300"/>
        </pc:sldMkLst>
      </pc:sldChg>
    </pc:docChg>
  </pc:docChgLst>
  <pc:docChgLst>
    <pc:chgData name="Chuck jee Chau (CSD)" userId="7aa7a09e-983f-4214-9e5a-071cbb678e81" providerId="ADAL" clId="{79E29408-D4BB-9648-9185-DF798B4DB4E5}"/>
    <pc:docChg chg="undo redo custSel modSld sldOrd">
      <pc:chgData name="Chuck jee Chau (CSD)" userId="7aa7a09e-983f-4214-9e5a-071cbb678e81" providerId="ADAL" clId="{79E29408-D4BB-9648-9185-DF798B4DB4E5}" dt="2019-09-13T04:34:04.169" v="1309" actId="1592"/>
      <pc:docMkLst>
        <pc:docMk/>
      </pc:docMkLst>
      <pc:sldChg chg="modSp addCm delCm modCm">
        <pc:chgData name="Chuck jee Chau (CSD)" userId="7aa7a09e-983f-4214-9e5a-071cbb678e81" providerId="ADAL" clId="{79E29408-D4BB-9648-9185-DF798B4DB4E5}" dt="2019-09-13T04:34:04.151" v="1294" actId="1592"/>
        <pc:sldMkLst>
          <pc:docMk/>
          <pc:sldMk cId="452717289" sldId="257"/>
        </pc:sldMkLst>
      </pc:sldChg>
      <pc:sldChg chg="addSp delSp modSp addCm delCm modCm">
        <pc:chgData name="Chuck jee Chau (CSD)" userId="7aa7a09e-983f-4214-9e5a-071cbb678e81" providerId="ADAL" clId="{79E29408-D4BB-9648-9185-DF798B4DB4E5}" dt="2019-09-13T04:34:04.153" v="1295" actId="1592"/>
        <pc:sldMkLst>
          <pc:docMk/>
          <pc:sldMk cId="2236568826" sldId="258"/>
        </pc:sldMkLst>
      </pc:sldChg>
      <pc:sldChg chg="addSp modSp addCm delCm modCm">
        <pc:chgData name="Chuck jee Chau (CSD)" userId="7aa7a09e-983f-4214-9e5a-071cbb678e81" providerId="ADAL" clId="{79E29408-D4BB-9648-9185-DF798B4DB4E5}" dt="2019-09-13T04:34:04.156" v="1297" actId="1592"/>
        <pc:sldMkLst>
          <pc:docMk/>
          <pc:sldMk cId="1730926577" sldId="259"/>
        </pc:sldMkLst>
      </pc:sldChg>
      <pc:sldChg chg="addSp delSp modSp addCm delCm modCm">
        <pc:chgData name="Chuck jee Chau (CSD)" userId="7aa7a09e-983f-4214-9e5a-071cbb678e81" providerId="ADAL" clId="{79E29408-D4BB-9648-9185-DF798B4DB4E5}" dt="2019-09-13T04:34:04.162" v="1302" actId="1592"/>
        <pc:sldMkLst>
          <pc:docMk/>
          <pc:sldMk cId="1410473040" sldId="260"/>
        </pc:sldMkLst>
      </pc:sldChg>
      <pc:sldChg chg="modSp">
        <pc:chgData name="Chuck jee Chau (CSD)" userId="7aa7a09e-983f-4214-9e5a-071cbb678e81" providerId="ADAL" clId="{79E29408-D4BB-9648-9185-DF798B4DB4E5}" dt="2019-09-07T08:58:49.420" v="401" actId="108"/>
        <pc:sldMkLst>
          <pc:docMk/>
          <pc:sldMk cId="218075450" sldId="261"/>
        </pc:sldMkLst>
      </pc:sldChg>
      <pc:sldChg chg="addSp delSp modSp addCm delCm modCm">
        <pc:chgData name="Chuck jee Chau (CSD)" userId="7aa7a09e-983f-4214-9e5a-071cbb678e81" providerId="ADAL" clId="{79E29408-D4BB-9648-9185-DF798B4DB4E5}" dt="2019-09-13T04:34:04.159" v="1299" actId="1592"/>
        <pc:sldMkLst>
          <pc:docMk/>
          <pc:sldMk cId="2234296102" sldId="262"/>
        </pc:sldMkLst>
      </pc:sldChg>
      <pc:sldChg chg="addSp delSp modSp">
        <pc:chgData name="Chuck jee Chau (CSD)" userId="7aa7a09e-983f-4214-9e5a-071cbb678e81" providerId="ADAL" clId="{79E29408-D4BB-9648-9185-DF798B4DB4E5}" dt="2019-09-07T09:03:17.878" v="536" actId="113"/>
        <pc:sldMkLst>
          <pc:docMk/>
          <pc:sldMk cId="2652550917" sldId="263"/>
        </pc:sldMkLst>
      </pc:sldChg>
      <pc:sldChg chg="modSp">
        <pc:chgData name="Chuck jee Chau (CSD)" userId="7aa7a09e-983f-4214-9e5a-071cbb678e81" providerId="ADAL" clId="{79E29408-D4BB-9648-9185-DF798B4DB4E5}" dt="2019-09-07T09:03:15.284" v="535" actId="113"/>
        <pc:sldMkLst>
          <pc:docMk/>
          <pc:sldMk cId="1355039059" sldId="264"/>
        </pc:sldMkLst>
      </pc:sldChg>
      <pc:sldChg chg="modSp addCm delCm modCm modNotesTx">
        <pc:chgData name="Chuck jee Chau (CSD)" userId="7aa7a09e-983f-4214-9e5a-071cbb678e81" providerId="ADAL" clId="{79E29408-D4BB-9648-9185-DF798B4DB4E5}" dt="2019-09-13T04:34:04.165" v="1304" actId="1592"/>
        <pc:sldMkLst>
          <pc:docMk/>
          <pc:sldMk cId="2005431571" sldId="265"/>
        </pc:sldMkLst>
      </pc:sldChg>
      <pc:sldChg chg="modSp">
        <pc:chgData name="Chuck jee Chau (CSD)" userId="7aa7a09e-983f-4214-9e5a-071cbb678e81" providerId="ADAL" clId="{79E29408-D4BB-9648-9185-DF798B4DB4E5}" dt="2019-09-07T09:04:01.602" v="541" actId="114"/>
        <pc:sldMkLst>
          <pc:docMk/>
          <pc:sldMk cId="1231795199" sldId="267"/>
        </pc:sldMkLst>
      </pc:sldChg>
      <pc:sldChg chg="modSp">
        <pc:chgData name="Chuck jee Chau (CSD)" userId="7aa7a09e-983f-4214-9e5a-071cbb678e81" providerId="ADAL" clId="{79E29408-D4BB-9648-9185-DF798B4DB4E5}" dt="2019-09-06T09:35:17.659" v="67" actId="113"/>
        <pc:sldMkLst>
          <pc:docMk/>
          <pc:sldMk cId="2389990707" sldId="268"/>
        </pc:sldMkLst>
      </pc:sldChg>
      <pc:sldChg chg="modSp">
        <pc:chgData name="Chuck jee Chau (CSD)" userId="7aa7a09e-983f-4214-9e5a-071cbb678e81" providerId="ADAL" clId="{79E29408-D4BB-9648-9185-DF798B4DB4E5}" dt="2019-09-07T09:57:19.308" v="1283" actId="404"/>
        <pc:sldMkLst>
          <pc:docMk/>
          <pc:sldMk cId="182778374" sldId="270"/>
        </pc:sldMkLst>
      </pc:sldChg>
      <pc:sldChg chg="modSp">
        <pc:chgData name="Chuck jee Chau (CSD)" userId="7aa7a09e-983f-4214-9e5a-071cbb678e81" providerId="ADAL" clId="{79E29408-D4BB-9648-9185-DF798B4DB4E5}" dt="2019-09-07T09:57:15.575" v="1282" actId="404"/>
        <pc:sldMkLst>
          <pc:docMk/>
          <pc:sldMk cId="2989069611" sldId="272"/>
        </pc:sldMkLst>
      </pc:sldChg>
      <pc:sldChg chg="modSp">
        <pc:chgData name="Chuck jee Chau (CSD)" userId="7aa7a09e-983f-4214-9e5a-071cbb678e81" providerId="ADAL" clId="{79E29408-D4BB-9648-9185-DF798B4DB4E5}" dt="2019-09-07T09:41:06.550" v="972" actId="20577"/>
        <pc:sldMkLst>
          <pc:docMk/>
          <pc:sldMk cId="4041930171" sldId="274"/>
        </pc:sldMkLst>
      </pc:sldChg>
      <pc:sldChg chg="modSp">
        <pc:chgData name="Chuck jee Chau (CSD)" userId="7aa7a09e-983f-4214-9e5a-071cbb678e81" providerId="ADAL" clId="{79E29408-D4BB-9648-9185-DF798B4DB4E5}" dt="2019-09-07T09:41:10.666" v="973" actId="114"/>
        <pc:sldMkLst>
          <pc:docMk/>
          <pc:sldMk cId="934816632" sldId="275"/>
        </pc:sldMkLst>
      </pc:sldChg>
      <pc:sldChg chg="modSp">
        <pc:chgData name="Chuck jee Chau (CSD)" userId="7aa7a09e-983f-4214-9e5a-071cbb678e81" providerId="ADAL" clId="{79E29408-D4BB-9648-9185-DF798B4DB4E5}" dt="2019-09-07T09:35:52.870" v="903" actId="255"/>
        <pc:sldMkLst>
          <pc:docMk/>
          <pc:sldMk cId="1061714528" sldId="276"/>
        </pc:sldMkLst>
      </pc:sldChg>
      <pc:sldChg chg="addSp delSp modSp">
        <pc:chgData name="Chuck jee Chau (CSD)" userId="7aa7a09e-983f-4214-9e5a-071cbb678e81" providerId="ADAL" clId="{79E29408-D4BB-9648-9185-DF798B4DB4E5}" dt="2019-09-07T09:56:54.318" v="1280" actId="20577"/>
        <pc:sldMkLst>
          <pc:docMk/>
          <pc:sldMk cId="2503144099" sldId="277"/>
        </pc:sldMkLst>
      </pc:sldChg>
      <pc:sldChg chg="modSp addCm delCm modCm">
        <pc:chgData name="Chuck jee Chau (CSD)" userId="7aa7a09e-983f-4214-9e5a-071cbb678e81" providerId="ADAL" clId="{79E29408-D4BB-9648-9185-DF798B4DB4E5}" dt="2019-09-13T04:34:04.167" v="1307" actId="1592"/>
        <pc:sldMkLst>
          <pc:docMk/>
          <pc:sldMk cId="4214379610" sldId="278"/>
        </pc:sldMkLst>
      </pc:sldChg>
      <pc:sldChg chg="modSp">
        <pc:chgData name="Chuck jee Chau (CSD)" userId="7aa7a09e-983f-4214-9e5a-071cbb678e81" providerId="ADAL" clId="{79E29408-D4BB-9648-9185-DF798B4DB4E5}" dt="2019-09-07T09:41:22.750" v="974" actId="114"/>
        <pc:sldMkLst>
          <pc:docMk/>
          <pc:sldMk cId="1169662072" sldId="279"/>
        </pc:sldMkLst>
      </pc:sldChg>
      <pc:sldChg chg="addSp modSp">
        <pc:chgData name="Chuck jee Chau (CSD)" userId="7aa7a09e-983f-4214-9e5a-071cbb678e81" providerId="ADAL" clId="{79E29408-D4BB-9648-9185-DF798B4DB4E5}" dt="2019-09-07T09:43:55.599" v="1039" actId="207"/>
        <pc:sldMkLst>
          <pc:docMk/>
          <pc:sldMk cId="1657106538" sldId="280"/>
        </pc:sldMkLst>
      </pc:sldChg>
      <pc:sldChg chg="modSp ord">
        <pc:chgData name="Chuck jee Chau (CSD)" userId="7aa7a09e-983f-4214-9e5a-071cbb678e81" providerId="ADAL" clId="{79E29408-D4BB-9648-9185-DF798B4DB4E5}" dt="2019-09-07T09:45:03.186" v="1052" actId="20577"/>
        <pc:sldMkLst>
          <pc:docMk/>
          <pc:sldMk cId="3098945175" sldId="281"/>
        </pc:sldMkLst>
      </pc:sldChg>
      <pc:sldChg chg="addSp delSp modSp addCm delCm modCm">
        <pc:chgData name="Chuck jee Chau (CSD)" userId="7aa7a09e-983f-4214-9e5a-071cbb678e81" providerId="ADAL" clId="{79E29408-D4BB-9648-9185-DF798B4DB4E5}" dt="2019-09-13T04:34:04.168" v="1308" actId="1592"/>
        <pc:sldMkLst>
          <pc:docMk/>
          <pc:sldMk cId="3345976626" sldId="282"/>
        </pc:sldMkLst>
      </pc:sldChg>
      <pc:sldChg chg="addSp delSp modSp">
        <pc:chgData name="Chuck jee Chau (CSD)" userId="7aa7a09e-983f-4214-9e5a-071cbb678e81" providerId="ADAL" clId="{79E29408-D4BB-9648-9185-DF798B4DB4E5}" dt="2019-09-07T09:54:33.600" v="1210" actId="20577"/>
        <pc:sldMkLst>
          <pc:docMk/>
          <pc:sldMk cId="2350220864" sldId="283"/>
        </pc:sldMkLst>
      </pc:sldChg>
      <pc:sldChg chg="addSp modSp addCm delCm modCm">
        <pc:chgData name="Chuck jee Chau (CSD)" userId="7aa7a09e-983f-4214-9e5a-071cbb678e81" providerId="ADAL" clId="{79E29408-D4BB-9648-9185-DF798B4DB4E5}" dt="2019-09-13T04:34:04.169" v="1309" actId="1592"/>
        <pc:sldMkLst>
          <pc:docMk/>
          <pc:sldMk cId="1485261079" sldId="284"/>
        </pc:sldMkLst>
      </pc:sldChg>
      <pc:sldChg chg="modSp">
        <pc:chgData name="Chuck jee Chau (CSD)" userId="7aa7a09e-983f-4214-9e5a-071cbb678e81" providerId="ADAL" clId="{79E29408-D4BB-9648-9185-DF798B4DB4E5}" dt="2019-09-07T09:58:09.169" v="1286" actId="113"/>
        <pc:sldMkLst>
          <pc:docMk/>
          <pc:sldMk cId="3136977192" sldId="292"/>
        </pc:sldMkLst>
      </pc:sldChg>
      <pc:sldChg chg="modSp addCm delCm modCm">
        <pc:chgData name="Chuck jee Chau (CSD)" userId="7aa7a09e-983f-4214-9e5a-071cbb678e81" providerId="ADAL" clId="{79E29408-D4BB-9648-9185-DF798B4DB4E5}" dt="2019-09-13T04:34:04.166" v="1306" actId="1592"/>
        <pc:sldMkLst>
          <pc:docMk/>
          <pc:sldMk cId="497243896" sldId="293"/>
        </pc:sldMkLst>
      </pc:sldChg>
      <pc:sldChg chg="addSp modSp modAnim">
        <pc:chgData name="Chuck jee Chau (CSD)" userId="7aa7a09e-983f-4214-9e5a-071cbb678e81" providerId="ADAL" clId="{79E29408-D4BB-9648-9185-DF798B4DB4E5}" dt="2019-09-07T09:51:24.729" v="1155" actId="113"/>
        <pc:sldMkLst>
          <pc:docMk/>
          <pc:sldMk cId="1996349642" sldId="294"/>
        </pc:sldMkLst>
      </pc:sldChg>
      <pc:sldChg chg="addSp modSp addCm delCm modCm modNotesTx">
        <pc:chgData name="Chuck jee Chau (CSD)" userId="7aa7a09e-983f-4214-9e5a-071cbb678e81" providerId="ADAL" clId="{79E29408-D4BB-9648-9185-DF798B4DB4E5}" dt="2019-09-13T04:34:04.157" v="1298" actId="1592"/>
        <pc:sldMkLst>
          <pc:docMk/>
          <pc:sldMk cId="3305598711" sldId="296"/>
        </pc:sldMkLst>
      </pc:sldChg>
      <pc:sldChg chg="addSp modSp addCm delCm modCm">
        <pc:chgData name="Chuck jee Chau (CSD)" userId="7aa7a09e-983f-4214-9e5a-071cbb678e81" providerId="ADAL" clId="{79E29408-D4BB-9648-9185-DF798B4DB4E5}" dt="2019-09-13T04:34:04.165" v="1305" actId="1592"/>
        <pc:sldMkLst>
          <pc:docMk/>
          <pc:sldMk cId="3948808624" sldId="297"/>
        </pc:sldMkLst>
      </pc:sldChg>
      <pc:sldChg chg="modSp">
        <pc:chgData name="Chuck jee Chau (CSD)" userId="7aa7a09e-983f-4214-9e5a-071cbb678e81" providerId="ADAL" clId="{79E29408-D4BB-9648-9185-DF798B4DB4E5}" dt="2019-09-07T09:04:17.031" v="544" actId="20577"/>
        <pc:sldMkLst>
          <pc:docMk/>
          <pc:sldMk cId="1785854038" sldId="298"/>
        </pc:sldMkLst>
      </pc:sldChg>
      <pc:sldChg chg="modSp addCm delCm modCm">
        <pc:chgData name="Chuck jee Chau (CSD)" userId="7aa7a09e-983f-4214-9e5a-071cbb678e81" providerId="ADAL" clId="{79E29408-D4BB-9648-9185-DF798B4DB4E5}" dt="2019-09-13T04:34:04.160" v="1300" actId="1592"/>
        <pc:sldMkLst>
          <pc:docMk/>
          <pc:sldMk cId="501354685" sldId="299"/>
        </pc:sldMkLst>
      </pc:sldChg>
      <pc:sldChg chg="modSp">
        <pc:chgData name="Chuck jee Chau (CSD)" userId="7aa7a09e-983f-4214-9e5a-071cbb678e81" providerId="ADAL" clId="{79E29408-D4BB-9648-9185-DF798B4DB4E5}" dt="2019-09-07T09:56:16.226" v="1253" actId="20577"/>
        <pc:sldMkLst>
          <pc:docMk/>
          <pc:sldMk cId="105402266" sldId="300"/>
        </pc:sldMkLst>
      </pc:sldChg>
    </pc:docChg>
  </pc:docChgLst>
  <pc:docChgLst>
    <pc:chgData name="Yuli Jiang (CSD)" userId="7c291cd4-aa97-4867-8d2d-ebf5c1c3b419" providerId="ADAL" clId="{C16342A1-7945-4B2D-88B4-813E9A0F5EC0}"/>
    <pc:docChg chg="custSel modSld">
      <pc:chgData name="Yuli Jiang (CSD)" userId="7c291cd4-aa97-4867-8d2d-ebf5c1c3b419" providerId="ADAL" clId="{C16342A1-7945-4B2D-88B4-813E9A0F5EC0}" dt="2024-01-22T02:49:19.251" v="4" actId="20577"/>
      <pc:docMkLst>
        <pc:docMk/>
      </pc:docMkLst>
      <pc:sldChg chg="modSp mod">
        <pc:chgData name="Yuli Jiang (CSD)" userId="7c291cd4-aa97-4867-8d2d-ebf5c1c3b419" providerId="ADAL" clId="{C16342A1-7945-4B2D-88B4-813E9A0F5EC0}" dt="2024-01-22T02:49:19.251" v="4" actId="20577"/>
        <pc:sldMkLst>
          <pc:docMk/>
          <pc:sldMk cId="286734451" sldId="335"/>
        </pc:sldMkLst>
      </pc:sldChg>
    </pc:docChg>
  </pc:docChgLst>
  <pc:docChgLst>
    <pc:chgData name="William Hui (IEG)" userId="S::kyhui@cuhk.edu.hk::07728535-8fdc-4325-b24f-20cc4d58a3a3" providerId="AD" clId="Web-{60536361-B2FD-02AE-F64C-0BE3D67BFF8E}"/>
    <pc:docChg chg="addSld modSld sldOrd">
      <pc:chgData name="William Hui (IEG)" userId="S::kyhui@cuhk.edu.hk::07728535-8fdc-4325-b24f-20cc4d58a3a3" providerId="AD" clId="Web-{60536361-B2FD-02AE-F64C-0BE3D67BFF8E}" dt="2019-08-23T14:07:10.810" v="1214" actId="20577"/>
      <pc:docMkLst>
        <pc:docMk/>
      </pc:docMkLst>
      <pc:sldChg chg="modSp">
        <pc:chgData name="William Hui (IEG)" userId="S::kyhui@cuhk.edu.hk::07728535-8fdc-4325-b24f-20cc4d58a3a3" providerId="AD" clId="Web-{60536361-B2FD-02AE-F64C-0BE3D67BFF8E}" dt="2019-08-23T13:31:13.692" v="9" actId="20577"/>
        <pc:sldMkLst>
          <pc:docMk/>
          <pc:sldMk cId="0" sldId="256"/>
        </pc:sldMkLst>
      </pc:sldChg>
      <pc:sldChg chg="modSp">
        <pc:chgData name="William Hui (IEG)" userId="S::kyhui@cuhk.edu.hk::07728535-8fdc-4325-b24f-20cc4d58a3a3" providerId="AD" clId="Web-{60536361-B2FD-02AE-F64C-0BE3D67BFF8E}" dt="2019-08-23T13:31:32.223" v="54" actId="20577"/>
        <pc:sldMkLst>
          <pc:docMk/>
          <pc:sldMk cId="452717289" sldId="257"/>
        </pc:sldMkLst>
      </pc:sldChg>
      <pc:sldChg chg="modSp">
        <pc:chgData name="William Hui (IEG)" userId="S::kyhui@cuhk.edu.hk::07728535-8fdc-4325-b24f-20cc4d58a3a3" providerId="AD" clId="Web-{60536361-B2FD-02AE-F64C-0BE3D67BFF8E}" dt="2019-08-23T13:31:56.802" v="69" actId="20577"/>
        <pc:sldMkLst>
          <pc:docMk/>
          <pc:sldMk cId="2236568826" sldId="258"/>
        </pc:sldMkLst>
      </pc:sldChg>
      <pc:sldChg chg="modSp">
        <pc:chgData name="William Hui (IEG)" userId="S::kyhui@cuhk.edu.hk::07728535-8fdc-4325-b24f-20cc4d58a3a3" providerId="AD" clId="Web-{60536361-B2FD-02AE-F64C-0BE3D67BFF8E}" dt="2019-08-23T13:31:59.880" v="72" actId="20577"/>
        <pc:sldMkLst>
          <pc:docMk/>
          <pc:sldMk cId="1730926577" sldId="259"/>
        </pc:sldMkLst>
      </pc:sldChg>
      <pc:sldChg chg="modSp">
        <pc:chgData name="William Hui (IEG)" userId="S::kyhui@cuhk.edu.hk::07728535-8fdc-4325-b24f-20cc4d58a3a3" providerId="AD" clId="Web-{60536361-B2FD-02AE-F64C-0BE3D67BFF8E}" dt="2019-08-23T13:36:31.489" v="175" actId="20577"/>
        <pc:sldMkLst>
          <pc:docMk/>
          <pc:sldMk cId="1410473040" sldId="260"/>
        </pc:sldMkLst>
      </pc:sldChg>
      <pc:sldChg chg="modSp">
        <pc:chgData name="William Hui (IEG)" userId="S::kyhui@cuhk.edu.hk::07728535-8fdc-4325-b24f-20cc4d58a3a3" providerId="AD" clId="Web-{60536361-B2FD-02AE-F64C-0BE3D67BFF8E}" dt="2019-08-23T13:32:08.365" v="75" actId="20577"/>
        <pc:sldMkLst>
          <pc:docMk/>
          <pc:sldMk cId="218075450" sldId="261"/>
        </pc:sldMkLst>
      </pc:sldChg>
      <pc:sldChg chg="modSp">
        <pc:chgData name="William Hui (IEG)" userId="S::kyhui@cuhk.edu.hk::07728535-8fdc-4325-b24f-20cc4d58a3a3" providerId="AD" clId="Web-{60536361-B2FD-02AE-F64C-0BE3D67BFF8E}" dt="2019-08-23T13:32:12.115" v="78" actId="20577"/>
        <pc:sldMkLst>
          <pc:docMk/>
          <pc:sldMk cId="2234296102" sldId="262"/>
        </pc:sldMkLst>
      </pc:sldChg>
      <pc:sldChg chg="modSp">
        <pc:chgData name="William Hui (IEG)" userId="S::kyhui@cuhk.edu.hk::07728535-8fdc-4325-b24f-20cc4d58a3a3" providerId="AD" clId="Web-{60536361-B2FD-02AE-F64C-0BE3D67BFF8E}" dt="2019-08-23T13:32:15.366" v="79" actId="20577"/>
        <pc:sldMkLst>
          <pc:docMk/>
          <pc:sldMk cId="2652550917" sldId="263"/>
        </pc:sldMkLst>
      </pc:sldChg>
      <pc:sldChg chg="modSp">
        <pc:chgData name="William Hui (IEG)" userId="S::kyhui@cuhk.edu.hk::07728535-8fdc-4325-b24f-20cc4d58a3a3" providerId="AD" clId="Web-{60536361-B2FD-02AE-F64C-0BE3D67BFF8E}" dt="2019-08-23T13:32:18.788" v="82" actId="20577"/>
        <pc:sldMkLst>
          <pc:docMk/>
          <pc:sldMk cId="1355039059" sldId="264"/>
        </pc:sldMkLst>
      </pc:sldChg>
      <pc:sldChg chg="modSp">
        <pc:chgData name="William Hui (IEG)" userId="S::kyhui@cuhk.edu.hk::07728535-8fdc-4325-b24f-20cc4d58a3a3" providerId="AD" clId="Web-{60536361-B2FD-02AE-F64C-0BE3D67BFF8E}" dt="2019-08-23T13:37:07.568" v="204" actId="20577"/>
        <pc:sldMkLst>
          <pc:docMk/>
          <pc:sldMk cId="2005431571" sldId="265"/>
        </pc:sldMkLst>
      </pc:sldChg>
      <pc:sldChg chg="modSp">
        <pc:chgData name="William Hui (IEG)" userId="S::kyhui@cuhk.edu.hk::07728535-8fdc-4325-b24f-20cc4d58a3a3" providerId="AD" clId="Web-{60536361-B2FD-02AE-F64C-0BE3D67BFF8E}" dt="2019-08-23T13:32:21.850" v="85" actId="20577"/>
        <pc:sldMkLst>
          <pc:docMk/>
          <pc:sldMk cId="1231795199" sldId="267"/>
        </pc:sldMkLst>
      </pc:sldChg>
      <pc:sldChg chg="modSp">
        <pc:chgData name="William Hui (IEG)" userId="S::kyhui@cuhk.edu.hk::07728535-8fdc-4325-b24f-20cc4d58a3a3" providerId="AD" clId="Web-{60536361-B2FD-02AE-F64C-0BE3D67BFF8E}" dt="2019-08-23T13:31:50.255" v="64" actId="20577"/>
        <pc:sldMkLst>
          <pc:docMk/>
          <pc:sldMk cId="2389990707" sldId="268"/>
        </pc:sldMkLst>
      </pc:sldChg>
      <pc:sldChg chg="modSp">
        <pc:chgData name="William Hui (IEG)" userId="S::kyhui@cuhk.edu.hk::07728535-8fdc-4325-b24f-20cc4d58a3a3" providerId="AD" clId="Web-{60536361-B2FD-02AE-F64C-0BE3D67BFF8E}" dt="2019-08-23T13:50:58.295" v="712" actId="20577"/>
        <pc:sldMkLst>
          <pc:docMk/>
          <pc:sldMk cId="182778374" sldId="270"/>
        </pc:sldMkLst>
      </pc:sldChg>
      <pc:sldChg chg="addSp delSp modSp">
        <pc:chgData name="William Hui (IEG)" userId="S::kyhui@cuhk.edu.hk::07728535-8fdc-4325-b24f-20cc4d58a3a3" providerId="AD" clId="Web-{60536361-B2FD-02AE-F64C-0BE3D67BFF8E}" dt="2019-08-23T13:50:00.808" v="647" actId="20577"/>
        <pc:sldMkLst>
          <pc:docMk/>
          <pc:sldMk cId="2989069611" sldId="272"/>
        </pc:sldMkLst>
      </pc:sldChg>
      <pc:sldChg chg="modSp">
        <pc:chgData name="William Hui (IEG)" userId="S::kyhui@cuhk.edu.hk::07728535-8fdc-4325-b24f-20cc4d58a3a3" providerId="AD" clId="Web-{60536361-B2FD-02AE-F64C-0BE3D67BFF8E}" dt="2019-08-23T13:33:38.447" v="116" actId="20577"/>
        <pc:sldMkLst>
          <pc:docMk/>
          <pc:sldMk cId="4041930171" sldId="274"/>
        </pc:sldMkLst>
      </pc:sldChg>
      <pc:sldChg chg="modSp">
        <pc:chgData name="William Hui (IEG)" userId="S::kyhui@cuhk.edu.hk::07728535-8fdc-4325-b24f-20cc4d58a3a3" providerId="AD" clId="Web-{60536361-B2FD-02AE-F64C-0BE3D67BFF8E}" dt="2019-08-23T13:33:47.416" v="119" actId="20577"/>
        <pc:sldMkLst>
          <pc:docMk/>
          <pc:sldMk cId="934816632" sldId="275"/>
        </pc:sldMkLst>
      </pc:sldChg>
      <pc:sldChg chg="modSp">
        <pc:chgData name="William Hui (IEG)" userId="S::kyhui@cuhk.edu.hk::07728535-8fdc-4325-b24f-20cc4d58a3a3" providerId="AD" clId="Web-{60536361-B2FD-02AE-F64C-0BE3D67BFF8E}" dt="2019-08-23T13:33:34.385" v="111" actId="20577"/>
        <pc:sldMkLst>
          <pc:docMk/>
          <pc:sldMk cId="1061714528" sldId="276"/>
        </pc:sldMkLst>
      </pc:sldChg>
      <pc:sldChg chg="modSp">
        <pc:chgData name="William Hui (IEG)" userId="S::kyhui@cuhk.edu.hk::07728535-8fdc-4325-b24f-20cc4d58a3a3" providerId="AD" clId="Web-{60536361-B2FD-02AE-F64C-0BE3D67BFF8E}" dt="2019-08-23T13:33:51.057" v="120" actId="20577"/>
        <pc:sldMkLst>
          <pc:docMk/>
          <pc:sldMk cId="2503144099" sldId="277"/>
        </pc:sldMkLst>
      </pc:sldChg>
      <pc:sldChg chg="modSp">
        <pc:chgData name="William Hui (IEG)" userId="S::kyhui@cuhk.edu.hk::07728535-8fdc-4325-b24f-20cc4d58a3a3" providerId="AD" clId="Web-{60536361-B2FD-02AE-F64C-0BE3D67BFF8E}" dt="2019-08-23T13:33:58.136" v="126" actId="20577"/>
        <pc:sldMkLst>
          <pc:docMk/>
          <pc:sldMk cId="4214379610" sldId="278"/>
        </pc:sldMkLst>
      </pc:sldChg>
      <pc:sldChg chg="modSp">
        <pc:chgData name="William Hui (IEG)" userId="S::kyhui@cuhk.edu.hk::07728535-8fdc-4325-b24f-20cc4d58a3a3" providerId="AD" clId="Web-{60536361-B2FD-02AE-F64C-0BE3D67BFF8E}" dt="2019-08-23T13:34:01.276" v="129" actId="20577"/>
        <pc:sldMkLst>
          <pc:docMk/>
          <pc:sldMk cId="1169662072" sldId="279"/>
        </pc:sldMkLst>
      </pc:sldChg>
      <pc:sldChg chg="modSp">
        <pc:chgData name="William Hui (IEG)" userId="S::kyhui@cuhk.edu.hk::07728535-8fdc-4325-b24f-20cc4d58a3a3" providerId="AD" clId="Web-{60536361-B2FD-02AE-F64C-0BE3D67BFF8E}" dt="2019-08-23T13:34:16.121" v="137" actId="20577"/>
        <pc:sldMkLst>
          <pc:docMk/>
          <pc:sldMk cId="1657106538" sldId="280"/>
        </pc:sldMkLst>
      </pc:sldChg>
      <pc:sldChg chg="modSp">
        <pc:chgData name="William Hui (IEG)" userId="S::kyhui@cuhk.edu.hk::07728535-8fdc-4325-b24f-20cc4d58a3a3" providerId="AD" clId="Web-{60536361-B2FD-02AE-F64C-0BE3D67BFF8E}" dt="2019-08-23T13:34:10.167" v="134" actId="20577"/>
        <pc:sldMkLst>
          <pc:docMk/>
          <pc:sldMk cId="3098945175" sldId="281"/>
        </pc:sldMkLst>
      </pc:sldChg>
      <pc:sldChg chg="modSp">
        <pc:chgData name="William Hui (IEG)" userId="S::kyhui@cuhk.edu.hk::07728535-8fdc-4325-b24f-20cc4d58a3a3" providerId="AD" clId="Web-{60536361-B2FD-02AE-F64C-0BE3D67BFF8E}" dt="2019-08-23T13:34:26.059" v="141" actId="20577"/>
        <pc:sldMkLst>
          <pc:docMk/>
          <pc:sldMk cId="3345976626" sldId="282"/>
        </pc:sldMkLst>
      </pc:sldChg>
      <pc:sldChg chg="modSp">
        <pc:chgData name="William Hui (IEG)" userId="S::kyhui@cuhk.edu.hk::07728535-8fdc-4325-b24f-20cc4d58a3a3" providerId="AD" clId="Web-{60536361-B2FD-02AE-F64C-0BE3D67BFF8E}" dt="2019-08-23T13:35:13.312" v="154" actId="1076"/>
        <pc:sldMkLst>
          <pc:docMk/>
          <pc:sldMk cId="2350220864" sldId="283"/>
        </pc:sldMkLst>
      </pc:sldChg>
      <pc:sldChg chg="modSp">
        <pc:chgData name="William Hui (IEG)" userId="S::kyhui@cuhk.edu.hk::07728535-8fdc-4325-b24f-20cc4d58a3a3" providerId="AD" clId="Web-{60536361-B2FD-02AE-F64C-0BE3D67BFF8E}" dt="2019-08-23T13:34:48.653" v="149" actId="14100"/>
        <pc:sldMkLst>
          <pc:docMk/>
          <pc:sldMk cId="1485261079" sldId="284"/>
        </pc:sldMkLst>
      </pc:sldChg>
      <pc:sldChg chg="modSp">
        <pc:chgData name="William Hui (IEG)" userId="S::kyhui@cuhk.edu.hk::07728535-8fdc-4325-b24f-20cc4d58a3a3" providerId="AD" clId="Web-{60536361-B2FD-02AE-F64C-0BE3D67BFF8E}" dt="2019-08-23T13:35:16.312" v="155" actId="20577"/>
        <pc:sldMkLst>
          <pc:docMk/>
          <pc:sldMk cId="3136977192" sldId="292"/>
        </pc:sldMkLst>
      </pc:sldChg>
      <pc:sldChg chg="modSp">
        <pc:chgData name="William Hui (IEG)" userId="S::kyhui@cuhk.edu.hk::07728535-8fdc-4325-b24f-20cc4d58a3a3" providerId="AD" clId="Web-{60536361-B2FD-02AE-F64C-0BE3D67BFF8E}" dt="2019-08-23T13:33:54.948" v="123" actId="20577"/>
        <pc:sldMkLst>
          <pc:docMk/>
          <pc:sldMk cId="497243896" sldId="293"/>
        </pc:sldMkLst>
      </pc:sldChg>
      <pc:sldChg chg="modSp">
        <pc:chgData name="William Hui (IEG)" userId="S::kyhui@cuhk.edu.hk::07728535-8fdc-4325-b24f-20cc4d58a3a3" providerId="AD" clId="Web-{60536361-B2FD-02AE-F64C-0BE3D67BFF8E}" dt="2019-08-23T13:34:36.997" v="145" actId="14100"/>
        <pc:sldMkLst>
          <pc:docMk/>
          <pc:sldMk cId="1996349642" sldId="294"/>
        </pc:sldMkLst>
      </pc:sldChg>
      <pc:sldChg chg="addSp modSp">
        <pc:chgData name="William Hui (IEG)" userId="S::kyhui@cuhk.edu.hk::07728535-8fdc-4325-b24f-20cc4d58a3a3" providerId="AD" clId="Web-{60536361-B2FD-02AE-F64C-0BE3D67BFF8E}" dt="2019-08-23T13:58:14.236" v="882" actId="20577"/>
        <pc:sldMkLst>
          <pc:docMk/>
          <pc:sldMk cId="3305598711" sldId="296"/>
        </pc:sldMkLst>
      </pc:sldChg>
      <pc:sldChg chg="addSp modSp ord">
        <pc:chgData name="William Hui (IEG)" userId="S::kyhui@cuhk.edu.hk::07728535-8fdc-4325-b24f-20cc4d58a3a3" providerId="AD" clId="Web-{60536361-B2FD-02AE-F64C-0BE3D67BFF8E}" dt="2019-08-23T14:07:10.810" v="1213" actId="20577"/>
        <pc:sldMkLst>
          <pc:docMk/>
          <pc:sldMk cId="3948808624" sldId="297"/>
        </pc:sldMkLst>
      </pc:sldChg>
      <pc:sldChg chg="modSp">
        <pc:chgData name="William Hui (IEG)" userId="S::kyhui@cuhk.edu.hk::07728535-8fdc-4325-b24f-20cc4d58a3a3" providerId="AD" clId="Web-{60536361-B2FD-02AE-F64C-0BE3D67BFF8E}" dt="2019-08-23T13:58:41.971" v="893" actId="20577"/>
        <pc:sldMkLst>
          <pc:docMk/>
          <pc:sldMk cId="1785854038" sldId="298"/>
        </pc:sldMkLst>
      </pc:sldChg>
      <pc:sldChg chg="modSp add replId">
        <pc:chgData name="William Hui (IEG)" userId="S::kyhui@cuhk.edu.hk::07728535-8fdc-4325-b24f-20cc4d58a3a3" providerId="AD" clId="Web-{60536361-B2FD-02AE-F64C-0BE3D67BFF8E}" dt="2019-08-23T13:46:25.814" v="479" actId="20577"/>
        <pc:sldMkLst>
          <pc:docMk/>
          <pc:sldMk cId="501354685" sldId="299"/>
        </pc:sldMkLst>
      </pc:sldChg>
    </pc:docChg>
  </pc:docChgLst>
  <pc:docChgLst>
    <pc:chgData name="Yim Pan Chui, Dr. (CSD)" userId="06f431c5-cc1a-4439-a61b-5f3af947c103" providerId="ADAL" clId="{2211049D-8DD6-4F50-8D30-62CE4D708A30}"/>
    <pc:docChg chg="modSld">
      <pc:chgData name="Yim Pan Chui, Dr. (CSD)" userId="06f431c5-cc1a-4439-a61b-5f3af947c103" providerId="ADAL" clId="{2211049D-8DD6-4F50-8D30-62CE4D708A30}" dt="2024-01-19T05:04:14.132" v="18" actId="20577"/>
      <pc:docMkLst>
        <pc:docMk/>
      </pc:docMkLst>
      <pc:sldChg chg="modNotesTx">
        <pc:chgData name="Yim Pan Chui, Dr. (CSD)" userId="06f431c5-cc1a-4439-a61b-5f3af947c103" providerId="ADAL" clId="{2211049D-8DD6-4F50-8D30-62CE4D708A30}" dt="2024-01-19T05:04:14.132" v="18" actId="20577"/>
        <pc:sldMkLst>
          <pc:docMk/>
          <pc:sldMk cId="2389990707" sldId="268"/>
        </pc:sldMkLst>
      </pc:sldChg>
    </pc:docChg>
  </pc:docChgLst>
  <pc:docChgLst>
    <pc:chgData name="William Hui (IEG)" userId="S::kyhui@cuhk.edu.hk::07728535-8fdc-4325-b24f-20cc4d58a3a3" providerId="AD" clId="Web-{0DD7FACB-2AEE-1E46-79F8-A25104700F8F}"/>
    <pc:docChg chg="addSld modSld">
      <pc:chgData name="William Hui (IEG)" userId="S::kyhui@cuhk.edu.hk::07728535-8fdc-4325-b24f-20cc4d58a3a3" providerId="AD" clId="Web-{0DD7FACB-2AEE-1E46-79F8-A25104700F8F}" dt="2019-08-31T10:49:16.279" v="75" actId="20577"/>
      <pc:docMkLst>
        <pc:docMk/>
      </pc:docMkLst>
      <pc:sldChg chg="addSp modSp add">
        <pc:chgData name="William Hui (IEG)" userId="S::kyhui@cuhk.edu.hk::07728535-8fdc-4325-b24f-20cc4d58a3a3" providerId="AD" clId="Web-{0DD7FACB-2AEE-1E46-79F8-A25104700F8F}" dt="2019-08-31T10:49:15.920" v="73" actId="20577"/>
        <pc:sldMkLst>
          <pc:docMk/>
          <pc:sldMk cId="105402266" sldId="300"/>
        </pc:sldMkLst>
      </pc:sldChg>
    </pc:docChg>
  </pc:docChgLst>
  <pc:docChgLst>
    <pc:chgData name="Yuli Jiang (CSD)" userId="7c291cd4-aa97-4867-8d2d-ebf5c1c3b419" providerId="ADAL" clId="{A2460DEB-AC2A-409A-A60A-69F0E8F0C3F5}"/>
    <pc:docChg chg="custSel modSld">
      <pc:chgData name="Yuli Jiang (CSD)" userId="7c291cd4-aa97-4867-8d2d-ebf5c1c3b419" providerId="ADAL" clId="{A2460DEB-AC2A-409A-A60A-69F0E8F0C3F5}" dt="2024-09-10T05:22:42.085" v="2" actId="478"/>
      <pc:docMkLst>
        <pc:docMk/>
      </pc:docMkLst>
      <pc:sldChg chg="delSp modSp mod">
        <pc:chgData name="Yuli Jiang (CSD)" userId="7c291cd4-aa97-4867-8d2d-ebf5c1c3b419" providerId="ADAL" clId="{A2460DEB-AC2A-409A-A60A-69F0E8F0C3F5}" dt="2024-09-10T05:22:42.085" v="2" actId="478"/>
        <pc:sldMkLst>
          <pc:docMk/>
          <pc:sldMk cId="148097406" sldId="300"/>
        </pc:sldMkLst>
      </pc:sldChg>
    </pc:docChg>
  </pc:docChgLst>
  <pc:docChgLst>
    <pc:chgData name="Yuli Jiang (CSD)" userId="7c291cd4-aa97-4867-8d2d-ebf5c1c3b419" providerId="ADAL" clId="{EE166B57-6EC4-4AF5-BA97-6E695559516E}"/>
    <pc:docChg chg="custSel modSld">
      <pc:chgData name="Yuli Jiang (CSD)" userId="7c291cd4-aa97-4867-8d2d-ebf5c1c3b419" providerId="ADAL" clId="{EE166B57-6EC4-4AF5-BA97-6E695559516E}" dt="2024-03-08T11:46:47.135" v="3" actId="22"/>
      <pc:docMkLst>
        <pc:docMk/>
      </pc:docMkLst>
      <pc:sldChg chg="addSp delSp mod">
        <pc:chgData name="Yuli Jiang (CSD)" userId="7c291cd4-aa97-4867-8d2d-ebf5c1c3b419" providerId="ADAL" clId="{EE166B57-6EC4-4AF5-BA97-6E695559516E}" dt="2024-03-08T11:46:47.135" v="3" actId="22"/>
        <pc:sldMkLst>
          <pc:docMk/>
          <pc:sldMk cId="148097406" sldId="300"/>
        </pc:sldMkLst>
      </pc:sldChg>
    </pc:docChg>
  </pc:docChgLst>
  <pc:docChgLst>
    <pc:chgData name="Yuli Jiang (CSD)" userId="7c291cd4-aa97-4867-8d2d-ebf5c1c3b419" providerId="ADAL" clId="{8FBD0129-C0BB-4F8A-B9D2-D31C5DC212F7}"/>
    <pc:docChg chg="undo custSel delSld modSld">
      <pc:chgData name="Yuli Jiang (CSD)" userId="7c291cd4-aa97-4867-8d2d-ebf5c1c3b419" providerId="ADAL" clId="{8FBD0129-C0BB-4F8A-B9D2-D31C5DC212F7}" dt="2025-09-15T02:52:52.876" v="60" actId="20577"/>
      <pc:docMkLst>
        <pc:docMk/>
      </pc:docMkLst>
      <pc:sldChg chg="modSp mod">
        <pc:chgData name="Yuli Jiang (CSD)" userId="7c291cd4-aa97-4867-8d2d-ebf5c1c3b419" providerId="ADAL" clId="{8FBD0129-C0BB-4F8A-B9D2-D31C5DC212F7}" dt="2025-09-14T18:15:01.978" v="36" actId="20577"/>
        <pc:sldMkLst>
          <pc:docMk/>
          <pc:sldMk cId="0" sldId="256"/>
        </pc:sldMkLst>
        <pc:spChg chg="mod">
          <ac:chgData name="Yuli Jiang (CSD)" userId="7c291cd4-aa97-4867-8d2d-ebf5c1c3b419" providerId="ADAL" clId="{8FBD0129-C0BB-4F8A-B9D2-D31C5DC212F7}" dt="2025-09-14T18:13:07.356" v="7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09-14T18:15:01.978" v="36" actId="20577"/>
          <ac:spMkLst>
            <pc:docMk/>
            <pc:sldMk cId="0" sldId="256"/>
            <ac:spMk id="3" creationId="{64FB0C8B-31FF-074F-AE6E-5746B24FC84E}"/>
          </ac:spMkLst>
        </pc:spChg>
        <pc:grpChg chg="mod">
          <ac:chgData name="Yuli Jiang (CSD)" userId="7c291cd4-aa97-4867-8d2d-ebf5c1c3b419" providerId="ADAL" clId="{8FBD0129-C0BB-4F8A-B9D2-D31C5DC212F7}" dt="2025-09-14T18:14:14.329" v="17" actId="1076"/>
          <ac:grpSpMkLst>
            <pc:docMk/>
            <pc:sldMk cId="0" sldId="256"/>
            <ac:grpSpMk id="32" creationId="{9046E136-EEDB-799D-31C8-8FD748551012}"/>
          </ac:grpSpMkLst>
        </pc:grpChg>
        <pc:cxnChg chg="mod">
          <ac:chgData name="Yuli Jiang (CSD)" userId="7c291cd4-aa97-4867-8d2d-ebf5c1c3b419" providerId="ADAL" clId="{8FBD0129-C0BB-4F8A-B9D2-D31C5DC212F7}" dt="2025-09-14T18:13:47.252" v="11" actId="1076"/>
          <ac:cxnSpMkLst>
            <pc:docMk/>
            <pc:sldMk cId="0" sldId="256"/>
            <ac:cxnSpMk id="5" creationId="{4B84A852-EAD0-3714-6597-61F1438E3F0B}"/>
          </ac:cxnSpMkLst>
        </pc:cxnChg>
        <pc:cxnChg chg="mod">
          <ac:chgData name="Yuli Jiang (CSD)" userId="7c291cd4-aa97-4867-8d2d-ebf5c1c3b419" providerId="ADAL" clId="{8FBD0129-C0BB-4F8A-B9D2-D31C5DC212F7}" dt="2025-09-14T18:13:47.252" v="11" actId="1076"/>
          <ac:cxnSpMkLst>
            <pc:docMk/>
            <pc:sldMk cId="0" sldId="256"/>
            <ac:cxnSpMk id="6" creationId="{804DF6AB-0076-DD32-6AE1-0235303DFCD3}"/>
          </ac:cxnSpMkLst>
        </pc:cxnChg>
        <pc:cxnChg chg="mod">
          <ac:chgData name="Yuli Jiang (CSD)" userId="7c291cd4-aa97-4867-8d2d-ebf5c1c3b419" providerId="ADAL" clId="{8FBD0129-C0BB-4F8A-B9D2-D31C5DC212F7}" dt="2025-09-14T18:13:47.252" v="11" actId="1076"/>
          <ac:cxnSpMkLst>
            <pc:docMk/>
            <pc:sldMk cId="0" sldId="256"/>
            <ac:cxnSpMk id="9" creationId="{AF9242E8-77A0-4FA9-C2C2-7A7409FE9D90}"/>
          </ac:cxnSpMkLst>
        </pc:cxnChg>
        <pc:cxnChg chg="mod">
          <ac:chgData name="Yuli Jiang (CSD)" userId="7c291cd4-aa97-4867-8d2d-ebf5c1c3b419" providerId="ADAL" clId="{8FBD0129-C0BB-4F8A-B9D2-D31C5DC212F7}" dt="2025-09-14T18:13:47.252" v="11" actId="1076"/>
          <ac:cxnSpMkLst>
            <pc:docMk/>
            <pc:sldMk cId="0" sldId="256"/>
            <ac:cxnSpMk id="12" creationId="{54CA6B3C-6657-8E79-EBC4-8B497FD6E2BD}"/>
          </ac:cxnSpMkLst>
        </pc:cxnChg>
        <pc:cxnChg chg="mod">
          <ac:chgData name="Yuli Jiang (CSD)" userId="7c291cd4-aa97-4867-8d2d-ebf5c1c3b419" providerId="ADAL" clId="{8FBD0129-C0BB-4F8A-B9D2-D31C5DC212F7}" dt="2025-09-14T18:13:47.252" v="11" actId="1076"/>
          <ac:cxnSpMkLst>
            <pc:docMk/>
            <pc:sldMk cId="0" sldId="256"/>
            <ac:cxnSpMk id="16" creationId="{514C1D68-CA48-6FAA-AA75-0B7626E594A4}"/>
          </ac:cxnSpMkLst>
        </pc:cxnChg>
        <pc:cxnChg chg="mod">
          <ac:chgData name="Yuli Jiang (CSD)" userId="7c291cd4-aa97-4867-8d2d-ebf5c1c3b419" providerId="ADAL" clId="{8FBD0129-C0BB-4F8A-B9D2-D31C5DC212F7}" dt="2025-09-14T18:14:01.551" v="14" actId="1076"/>
          <ac:cxnSpMkLst>
            <pc:docMk/>
            <pc:sldMk cId="0" sldId="256"/>
            <ac:cxnSpMk id="21" creationId="{14A33FD7-2699-9B83-CB82-CA775E8A7AF9}"/>
          </ac:cxnSpMkLst>
        </pc:cxnChg>
        <pc:cxnChg chg="mod">
          <ac:chgData name="Yuli Jiang (CSD)" userId="7c291cd4-aa97-4867-8d2d-ebf5c1c3b419" providerId="ADAL" clId="{8FBD0129-C0BB-4F8A-B9D2-D31C5DC212F7}" dt="2025-09-14T18:14:01.551" v="14" actId="1076"/>
          <ac:cxnSpMkLst>
            <pc:docMk/>
            <pc:sldMk cId="0" sldId="256"/>
            <ac:cxnSpMk id="28" creationId="{695FF2FD-D8D5-EFC4-B7A5-5402379D8626}"/>
          </ac:cxnSpMkLst>
        </pc:cxnChg>
        <pc:cxnChg chg="mod">
          <ac:chgData name="Yuli Jiang (CSD)" userId="7c291cd4-aa97-4867-8d2d-ebf5c1c3b419" providerId="ADAL" clId="{8FBD0129-C0BB-4F8A-B9D2-D31C5DC212F7}" dt="2025-09-14T18:14:01.551" v="14" actId="1076"/>
          <ac:cxnSpMkLst>
            <pc:docMk/>
            <pc:sldMk cId="0" sldId="256"/>
            <ac:cxnSpMk id="29" creationId="{894FF6FB-DAF1-195E-F878-E9828ACC1FF1}"/>
          </ac:cxnSpMkLst>
        </pc:cxnChg>
        <pc:cxnChg chg="mod">
          <ac:chgData name="Yuli Jiang (CSD)" userId="7c291cd4-aa97-4867-8d2d-ebf5c1c3b419" providerId="ADAL" clId="{8FBD0129-C0BB-4F8A-B9D2-D31C5DC212F7}" dt="2025-09-14T18:14:01.551" v="14" actId="1076"/>
          <ac:cxnSpMkLst>
            <pc:docMk/>
            <pc:sldMk cId="0" sldId="256"/>
            <ac:cxnSpMk id="30" creationId="{B2495513-F4FC-5A43-7308-3F542D85A525}"/>
          </ac:cxnSpMkLst>
        </pc:cxnChg>
        <pc:cxnChg chg="mod">
          <ac:chgData name="Yuli Jiang (CSD)" userId="7c291cd4-aa97-4867-8d2d-ebf5c1c3b419" providerId="ADAL" clId="{8FBD0129-C0BB-4F8A-B9D2-D31C5DC212F7}" dt="2025-09-14T18:14:01.551" v="14" actId="1076"/>
          <ac:cxnSpMkLst>
            <pc:docMk/>
            <pc:sldMk cId="0" sldId="256"/>
            <ac:cxnSpMk id="31" creationId="{EB1C1ED0-B16E-711F-A9D0-ADC31365AF84}"/>
          </ac:cxnSpMkLst>
        </pc:cxnChg>
      </pc:sldChg>
      <pc:sldChg chg="modSp mod">
        <pc:chgData name="Yuli Jiang (CSD)" userId="7c291cd4-aa97-4867-8d2d-ebf5c1c3b419" providerId="ADAL" clId="{8FBD0129-C0BB-4F8A-B9D2-D31C5DC212F7}" dt="2025-09-14T18:19:35.429" v="52" actId="1076"/>
        <pc:sldMkLst>
          <pc:docMk/>
          <pc:sldMk cId="1410473040" sldId="260"/>
        </pc:sldMkLst>
        <pc:graphicFrameChg chg="mod modGraphic">
          <ac:chgData name="Yuli Jiang (CSD)" userId="7c291cd4-aa97-4867-8d2d-ebf5c1c3b419" providerId="ADAL" clId="{8FBD0129-C0BB-4F8A-B9D2-D31C5DC212F7}" dt="2025-09-14T18:19:35.429" v="52" actId="1076"/>
          <ac:graphicFrameMkLst>
            <pc:docMk/>
            <pc:sldMk cId="1410473040" sldId="260"/>
            <ac:graphicFrameMk id="415799" creationId="{00000000-0000-0000-0000-000000000000}"/>
          </ac:graphicFrameMkLst>
        </pc:graphicFrameChg>
      </pc:sldChg>
      <pc:sldChg chg="modSp mod">
        <pc:chgData name="Yuli Jiang (CSD)" userId="7c291cd4-aa97-4867-8d2d-ebf5c1c3b419" providerId="ADAL" clId="{8FBD0129-C0BB-4F8A-B9D2-D31C5DC212F7}" dt="2025-09-15T02:51:57.952" v="55" actId="20577"/>
        <pc:sldMkLst>
          <pc:docMk/>
          <pc:sldMk cId="934816632" sldId="275"/>
        </pc:sldMkLst>
        <pc:spChg chg="mod">
          <ac:chgData name="Yuli Jiang (CSD)" userId="7c291cd4-aa97-4867-8d2d-ebf5c1c3b419" providerId="ADAL" clId="{8FBD0129-C0BB-4F8A-B9D2-D31C5DC212F7}" dt="2025-09-15T02:51:57.952" v="55" actId="20577"/>
          <ac:spMkLst>
            <pc:docMk/>
            <pc:sldMk cId="934816632" sldId="275"/>
            <ac:spMk id="11268" creationId="{00000000-0000-0000-0000-000000000000}"/>
          </ac:spMkLst>
        </pc:spChg>
      </pc:sldChg>
      <pc:sldChg chg="modSp mod">
        <pc:chgData name="Yuli Jiang (CSD)" userId="7c291cd4-aa97-4867-8d2d-ebf5c1c3b419" providerId="ADAL" clId="{8FBD0129-C0BB-4F8A-B9D2-D31C5DC212F7}" dt="2025-09-15T02:52:26.899" v="56" actId="20577"/>
        <pc:sldMkLst>
          <pc:docMk/>
          <pc:sldMk cId="2503144099" sldId="277"/>
        </pc:sldMkLst>
        <pc:spChg chg="mod">
          <ac:chgData name="Yuli Jiang (CSD)" userId="7c291cd4-aa97-4867-8d2d-ebf5c1c3b419" providerId="ADAL" clId="{8FBD0129-C0BB-4F8A-B9D2-D31C5DC212F7}" dt="2025-09-15T02:52:26.899" v="56" actId="20577"/>
          <ac:spMkLst>
            <pc:docMk/>
            <pc:sldMk cId="2503144099" sldId="277"/>
            <ac:spMk id="13316" creationId="{00000000-0000-0000-0000-000000000000}"/>
          </ac:spMkLst>
        </pc:spChg>
      </pc:sldChg>
      <pc:sldChg chg="modSp mod">
        <pc:chgData name="Yuli Jiang (CSD)" userId="7c291cd4-aa97-4867-8d2d-ebf5c1c3b419" providerId="ADAL" clId="{8FBD0129-C0BB-4F8A-B9D2-D31C5DC212F7}" dt="2025-09-15T02:52:52.876" v="60" actId="20577"/>
        <pc:sldMkLst>
          <pc:docMk/>
          <pc:sldMk cId="1169662072" sldId="279"/>
        </pc:sldMkLst>
        <pc:spChg chg="mod">
          <ac:chgData name="Yuli Jiang (CSD)" userId="7c291cd4-aa97-4867-8d2d-ebf5c1c3b419" providerId="ADAL" clId="{8FBD0129-C0BB-4F8A-B9D2-D31C5DC212F7}" dt="2025-09-15T02:52:52.876" v="60" actId="20577"/>
          <ac:spMkLst>
            <pc:docMk/>
            <pc:sldMk cId="1169662072" sldId="279"/>
            <ac:spMk id="15364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09-15T02:52:40.191" v="59" actId="20577"/>
          <ac:spMkLst>
            <pc:docMk/>
            <pc:sldMk cId="1169662072" sldId="279"/>
            <ac:spMk id="15366" creationId="{00000000-0000-0000-0000-000000000000}"/>
          </ac:spMkLst>
        </pc:spChg>
      </pc:sldChg>
      <pc:sldChg chg="modSp mod">
        <pc:chgData name="Yuli Jiang (CSD)" userId="7c291cd4-aa97-4867-8d2d-ebf5c1c3b419" providerId="ADAL" clId="{8FBD0129-C0BB-4F8A-B9D2-D31C5DC212F7}" dt="2025-09-14T18:17:21.537" v="42" actId="14100"/>
        <pc:sldMkLst>
          <pc:docMk/>
          <pc:sldMk cId="342572531" sldId="301"/>
        </pc:sldMkLst>
        <pc:graphicFrameChg chg="mod modGraphic">
          <ac:chgData name="Yuli Jiang (CSD)" userId="7c291cd4-aa97-4867-8d2d-ebf5c1c3b419" providerId="ADAL" clId="{8FBD0129-C0BB-4F8A-B9D2-D31C5DC212F7}" dt="2025-09-14T18:17:21.537" v="42" actId="14100"/>
          <ac:graphicFrameMkLst>
            <pc:docMk/>
            <pc:sldMk cId="342572531" sldId="301"/>
            <ac:graphicFrameMk id="414838" creationId="{00000000-0000-0000-0000-000000000000}"/>
          </ac:graphicFrameMkLst>
        </pc:graphicFrameChg>
      </pc:sldChg>
      <pc:sldChg chg="del">
        <pc:chgData name="Yuli Jiang (CSD)" userId="7c291cd4-aa97-4867-8d2d-ebf5c1c3b419" providerId="ADAL" clId="{8FBD0129-C0BB-4F8A-B9D2-D31C5DC212F7}" dt="2025-09-14T18:12:20.117" v="0" actId="47"/>
        <pc:sldMkLst>
          <pc:docMk/>
          <pc:sldMk cId="286734451" sldId="335"/>
        </pc:sldMkLst>
      </pc:sldChg>
      <pc:sldChg chg="modSp mod">
        <pc:chgData name="Yuli Jiang (CSD)" userId="7c291cd4-aa97-4867-8d2d-ebf5c1c3b419" providerId="ADAL" clId="{8FBD0129-C0BB-4F8A-B9D2-D31C5DC212F7}" dt="2025-09-15T02:33:20.378" v="53" actId="20577"/>
        <pc:sldMkLst>
          <pc:docMk/>
          <pc:sldMk cId="440930666" sldId="339"/>
        </pc:sldMkLst>
        <pc:spChg chg="mod">
          <ac:chgData name="Yuli Jiang (CSD)" userId="7c291cd4-aa97-4867-8d2d-ebf5c1c3b419" providerId="ADAL" clId="{8FBD0129-C0BB-4F8A-B9D2-D31C5DC212F7}" dt="2025-09-15T02:33:20.378" v="53" actId="20577"/>
          <ac:spMkLst>
            <pc:docMk/>
            <pc:sldMk cId="440930666" sldId="339"/>
            <ac:spMk id="3" creationId="{C3BAC863-D71F-5E13-FFCB-37BB9695C03E}"/>
          </ac:spMkLst>
        </pc:spChg>
        <pc:spChg chg="mod">
          <ac:chgData name="Yuli Jiang (CSD)" userId="7c291cd4-aa97-4867-8d2d-ebf5c1c3b419" providerId="ADAL" clId="{8FBD0129-C0BB-4F8A-B9D2-D31C5DC212F7}" dt="2025-09-14T18:17:55.199" v="45" actId="1076"/>
          <ac:spMkLst>
            <pc:docMk/>
            <pc:sldMk cId="440930666" sldId="339"/>
            <ac:spMk id="81923" creationId="{00000000-0000-0000-0000-000000000000}"/>
          </ac:spMkLst>
        </pc:spChg>
      </pc:sldChg>
    </pc:docChg>
  </pc:docChgLst>
  <pc:docChgLst>
    <pc:chgData name="Yuli Jiang (CSD)" userId="7c291cd4-aa97-4867-8d2d-ebf5c1c3b419" providerId="ADAL" clId="{EC5F4243-7B51-403D-8C4D-485782D851E9}"/>
    <pc:docChg chg="undo redo custSel addSld modSld sldOrd">
      <pc:chgData name="Yuli Jiang (CSD)" userId="7c291cd4-aa97-4867-8d2d-ebf5c1c3b419" providerId="ADAL" clId="{EC5F4243-7B51-403D-8C4D-485782D851E9}" dt="2024-09-16T05:39:24.032" v="1228" actId="14100"/>
      <pc:docMkLst>
        <pc:docMk/>
      </pc:docMkLst>
      <pc:sldChg chg="addSp delSp modSp mod">
        <pc:chgData name="Yuli Jiang (CSD)" userId="7c291cd4-aa97-4867-8d2d-ebf5c1c3b419" providerId="ADAL" clId="{EC5F4243-7B51-403D-8C4D-485782D851E9}" dt="2024-09-13T09:41:17.700" v="465" actId="164"/>
        <pc:sldMkLst>
          <pc:docMk/>
          <pc:sldMk cId="0" sldId="256"/>
        </pc:sldMkLst>
      </pc:sldChg>
      <pc:sldChg chg="modSp mod">
        <pc:chgData name="Yuli Jiang (CSD)" userId="7c291cd4-aa97-4867-8d2d-ebf5c1c3b419" providerId="ADAL" clId="{EC5F4243-7B51-403D-8C4D-485782D851E9}" dt="2024-09-13T11:01:54.069" v="937" actId="20577"/>
        <pc:sldMkLst>
          <pc:docMk/>
          <pc:sldMk cId="452717289" sldId="257"/>
        </pc:sldMkLst>
      </pc:sldChg>
      <pc:sldChg chg="modSp mod">
        <pc:chgData name="Yuli Jiang (CSD)" userId="7c291cd4-aa97-4867-8d2d-ebf5c1c3b419" providerId="ADAL" clId="{EC5F4243-7B51-403D-8C4D-485782D851E9}" dt="2024-09-13T10:38:47.860" v="677" actId="14100"/>
        <pc:sldMkLst>
          <pc:docMk/>
          <pc:sldMk cId="218075450" sldId="261"/>
        </pc:sldMkLst>
      </pc:sldChg>
      <pc:sldChg chg="modSp mod">
        <pc:chgData name="Yuli Jiang (CSD)" userId="7c291cd4-aa97-4867-8d2d-ebf5c1c3b419" providerId="ADAL" clId="{EC5F4243-7B51-403D-8C4D-485782D851E9}" dt="2024-09-13T10:40:29.768" v="683" actId="207"/>
        <pc:sldMkLst>
          <pc:docMk/>
          <pc:sldMk cId="2234296102" sldId="262"/>
        </pc:sldMkLst>
      </pc:sldChg>
      <pc:sldChg chg="modSp mod">
        <pc:chgData name="Yuli Jiang (CSD)" userId="7c291cd4-aa97-4867-8d2d-ebf5c1c3b419" providerId="ADAL" clId="{EC5F4243-7B51-403D-8C4D-485782D851E9}" dt="2024-09-13T10:40:57.935" v="685" actId="207"/>
        <pc:sldMkLst>
          <pc:docMk/>
          <pc:sldMk cId="2652550917" sldId="263"/>
        </pc:sldMkLst>
      </pc:sldChg>
      <pc:sldChg chg="modSp mod">
        <pc:chgData name="Yuli Jiang (CSD)" userId="7c291cd4-aa97-4867-8d2d-ebf5c1c3b419" providerId="ADAL" clId="{EC5F4243-7B51-403D-8C4D-485782D851E9}" dt="2024-09-13T10:40:03.870" v="681" actId="113"/>
        <pc:sldMkLst>
          <pc:docMk/>
          <pc:sldMk cId="1355039059" sldId="264"/>
        </pc:sldMkLst>
      </pc:sldChg>
      <pc:sldChg chg="modSp mod">
        <pc:chgData name="Yuli Jiang (CSD)" userId="7c291cd4-aa97-4867-8d2d-ebf5c1c3b419" providerId="ADAL" clId="{EC5F4243-7B51-403D-8C4D-485782D851E9}" dt="2024-09-13T10:47:40.757" v="707" actId="113"/>
        <pc:sldMkLst>
          <pc:docMk/>
          <pc:sldMk cId="2005431571" sldId="265"/>
        </pc:sldMkLst>
      </pc:sldChg>
      <pc:sldChg chg="addSp modSp mod modAnim">
        <pc:chgData name="Yuli Jiang (CSD)" userId="7c291cd4-aa97-4867-8d2d-ebf5c1c3b419" providerId="ADAL" clId="{EC5F4243-7B51-403D-8C4D-485782D851E9}" dt="2024-09-13T10:55:03.679" v="928"/>
        <pc:sldMkLst>
          <pc:docMk/>
          <pc:sldMk cId="1231795199" sldId="267"/>
        </pc:sldMkLst>
      </pc:sldChg>
      <pc:sldChg chg="modSp mod">
        <pc:chgData name="Yuli Jiang (CSD)" userId="7c291cd4-aa97-4867-8d2d-ebf5c1c3b419" providerId="ADAL" clId="{EC5F4243-7B51-403D-8C4D-485782D851E9}" dt="2024-09-13T10:04:41.454" v="520" actId="27636"/>
        <pc:sldMkLst>
          <pc:docMk/>
          <pc:sldMk cId="2389990707" sldId="268"/>
        </pc:sldMkLst>
      </pc:sldChg>
      <pc:sldChg chg="addSp modSp mod modAnim">
        <pc:chgData name="Yuli Jiang (CSD)" userId="7c291cd4-aa97-4867-8d2d-ebf5c1c3b419" providerId="ADAL" clId="{EC5F4243-7B51-403D-8C4D-485782D851E9}" dt="2024-09-16T05:28:34.993" v="1211" actId="1076"/>
        <pc:sldMkLst>
          <pc:docMk/>
          <pc:sldMk cId="182778374" sldId="270"/>
        </pc:sldMkLst>
      </pc:sldChg>
      <pc:sldChg chg="modSp mod">
        <pc:chgData name="Yuli Jiang (CSD)" userId="7c291cd4-aa97-4867-8d2d-ebf5c1c3b419" providerId="ADAL" clId="{EC5F4243-7B51-403D-8C4D-485782D851E9}" dt="2024-09-13T10:41:54.893" v="689" actId="207"/>
        <pc:sldMkLst>
          <pc:docMk/>
          <pc:sldMk cId="2989069611" sldId="272"/>
        </pc:sldMkLst>
      </pc:sldChg>
      <pc:sldChg chg="modSp">
        <pc:chgData name="Yuli Jiang (CSD)" userId="7c291cd4-aa97-4867-8d2d-ebf5c1c3b419" providerId="ADAL" clId="{EC5F4243-7B51-403D-8C4D-485782D851E9}" dt="2024-09-13T11:06:14.661" v="967" actId="113"/>
        <pc:sldMkLst>
          <pc:docMk/>
          <pc:sldMk cId="4041930171" sldId="274"/>
        </pc:sldMkLst>
      </pc:sldChg>
      <pc:sldChg chg="modSp mod">
        <pc:chgData name="Yuli Jiang (CSD)" userId="7c291cd4-aa97-4867-8d2d-ebf5c1c3b419" providerId="ADAL" clId="{EC5F4243-7B51-403D-8C4D-485782D851E9}" dt="2024-09-16T05:32:33.140" v="1227" actId="20577"/>
        <pc:sldMkLst>
          <pc:docMk/>
          <pc:sldMk cId="1061714528" sldId="276"/>
        </pc:sldMkLst>
      </pc:sldChg>
      <pc:sldChg chg="addSp delSp modSp mod">
        <pc:chgData name="Yuli Jiang (CSD)" userId="7c291cd4-aa97-4867-8d2d-ebf5c1c3b419" providerId="ADAL" clId="{EC5F4243-7B51-403D-8C4D-485782D851E9}" dt="2024-09-13T11:08:10.491" v="993" actId="1076"/>
        <pc:sldMkLst>
          <pc:docMk/>
          <pc:sldMk cId="4214379610" sldId="278"/>
        </pc:sldMkLst>
      </pc:sldChg>
      <pc:sldChg chg="modSp mod">
        <pc:chgData name="Yuli Jiang (CSD)" userId="7c291cd4-aa97-4867-8d2d-ebf5c1c3b419" providerId="ADAL" clId="{EC5F4243-7B51-403D-8C4D-485782D851E9}" dt="2024-09-16T05:39:24.032" v="1228" actId="14100"/>
        <pc:sldMkLst>
          <pc:docMk/>
          <pc:sldMk cId="1657106538" sldId="280"/>
        </pc:sldMkLst>
      </pc:sldChg>
      <pc:sldChg chg="modSp mod">
        <pc:chgData name="Yuli Jiang (CSD)" userId="7c291cd4-aa97-4867-8d2d-ebf5c1c3b419" providerId="ADAL" clId="{EC5F4243-7B51-403D-8C4D-485782D851E9}" dt="2024-09-13T11:10:27.243" v="1005" actId="14100"/>
        <pc:sldMkLst>
          <pc:docMk/>
          <pc:sldMk cId="3098945175" sldId="281"/>
        </pc:sldMkLst>
      </pc:sldChg>
      <pc:sldChg chg="addSp modSp mod">
        <pc:chgData name="Yuli Jiang (CSD)" userId="7c291cd4-aa97-4867-8d2d-ebf5c1c3b419" providerId="ADAL" clId="{EC5F4243-7B51-403D-8C4D-485782D851E9}" dt="2024-09-13T11:16:07.714" v="1130" actId="1076"/>
        <pc:sldMkLst>
          <pc:docMk/>
          <pc:sldMk cId="2350220864" sldId="283"/>
        </pc:sldMkLst>
      </pc:sldChg>
      <pc:sldChg chg="modSp mod">
        <pc:chgData name="Yuli Jiang (CSD)" userId="7c291cd4-aa97-4867-8d2d-ebf5c1c3b419" providerId="ADAL" clId="{EC5F4243-7B51-403D-8C4D-485782D851E9}" dt="2024-09-13T11:14:41.927" v="1104" actId="20577"/>
        <pc:sldMkLst>
          <pc:docMk/>
          <pc:sldMk cId="1485261079" sldId="284"/>
        </pc:sldMkLst>
      </pc:sldChg>
      <pc:sldChg chg="addSp modSp mod modAnim">
        <pc:chgData name="Yuli Jiang (CSD)" userId="7c291cd4-aa97-4867-8d2d-ebf5c1c3b419" providerId="ADAL" clId="{EC5F4243-7B51-403D-8C4D-485782D851E9}" dt="2024-09-13T11:17:20.367" v="1153" actId="20577"/>
        <pc:sldMkLst>
          <pc:docMk/>
          <pc:sldMk cId="3136977192" sldId="292"/>
        </pc:sldMkLst>
      </pc:sldChg>
      <pc:sldChg chg="addSp modSp mod">
        <pc:chgData name="Yuli Jiang (CSD)" userId="7c291cd4-aa97-4867-8d2d-ebf5c1c3b419" providerId="ADAL" clId="{EC5F4243-7B51-403D-8C4D-485782D851E9}" dt="2024-09-13T11:09:55.422" v="1002" actId="1076"/>
        <pc:sldMkLst>
          <pc:docMk/>
          <pc:sldMk cId="497243896" sldId="293"/>
        </pc:sldMkLst>
      </pc:sldChg>
      <pc:sldChg chg="modSp mod">
        <pc:chgData name="Yuli Jiang (CSD)" userId="7c291cd4-aa97-4867-8d2d-ebf5c1c3b419" providerId="ADAL" clId="{EC5F4243-7B51-403D-8C4D-485782D851E9}" dt="2024-09-13T11:43:35.685" v="1154" actId="20577"/>
        <pc:sldMkLst>
          <pc:docMk/>
          <pc:sldMk cId="1996349642" sldId="294"/>
        </pc:sldMkLst>
      </pc:sldChg>
      <pc:sldChg chg="addSp delSp modSp mod">
        <pc:chgData name="Yuli Jiang (CSD)" userId="7c291cd4-aa97-4867-8d2d-ebf5c1c3b419" providerId="ADAL" clId="{EC5F4243-7B51-403D-8C4D-485782D851E9}" dt="2024-09-13T10:35:17.319" v="598" actId="164"/>
        <pc:sldMkLst>
          <pc:docMk/>
          <pc:sldMk cId="3305598711" sldId="296"/>
        </pc:sldMkLst>
      </pc:sldChg>
      <pc:sldChg chg="mod modShow">
        <pc:chgData name="Yuli Jiang (CSD)" userId="7c291cd4-aa97-4867-8d2d-ebf5c1c3b419" providerId="ADAL" clId="{EC5F4243-7B51-403D-8C4D-485782D851E9}" dt="2024-09-13T11:47:11.380" v="1166" actId="729"/>
        <pc:sldMkLst>
          <pc:docMk/>
          <pc:sldMk cId="1785854038" sldId="298"/>
        </pc:sldMkLst>
      </pc:sldChg>
      <pc:sldChg chg="modSp mod">
        <pc:chgData name="Yuli Jiang (CSD)" userId="7c291cd4-aa97-4867-8d2d-ebf5c1c3b419" providerId="ADAL" clId="{EC5F4243-7B51-403D-8C4D-485782D851E9}" dt="2024-09-13T09:12:52.289" v="68" actId="14734"/>
        <pc:sldMkLst>
          <pc:docMk/>
          <pc:sldMk cId="286734451" sldId="335"/>
        </pc:sldMkLst>
      </pc:sldChg>
      <pc:sldChg chg="mod modShow">
        <pc:chgData name="Yuli Jiang (CSD)" userId="7c291cd4-aa97-4867-8d2d-ebf5c1c3b419" providerId="ADAL" clId="{EC5F4243-7B51-403D-8C4D-485782D851E9}" dt="2024-09-13T10:55:10.010" v="929" actId="729"/>
        <pc:sldMkLst>
          <pc:docMk/>
          <pc:sldMk cId="3597089374" sldId="336"/>
        </pc:sldMkLst>
      </pc:sldChg>
      <pc:sldChg chg="addSp delSp modSp ord">
        <pc:chgData name="Yuli Jiang (CSD)" userId="7c291cd4-aa97-4867-8d2d-ebf5c1c3b419" providerId="ADAL" clId="{EC5F4243-7B51-403D-8C4D-485782D851E9}" dt="2024-09-13T11:06:27.121" v="971" actId="1076"/>
        <pc:sldMkLst>
          <pc:docMk/>
          <pc:sldMk cId="2490612198" sldId="338"/>
        </pc:sldMkLst>
      </pc:sldChg>
      <pc:sldChg chg="addSp delSp modSp add mod">
        <pc:chgData name="Yuli Jiang (CSD)" userId="7c291cd4-aa97-4867-8d2d-ebf5c1c3b419" providerId="ADAL" clId="{EC5F4243-7B51-403D-8C4D-485782D851E9}" dt="2024-09-13T10:38:39.246" v="675" actId="1076"/>
        <pc:sldMkLst>
          <pc:docMk/>
          <pc:sldMk cId="440930666" sldId="339"/>
        </pc:sldMkLst>
      </pc:sldChg>
      <pc:sldChg chg="addSp delSp modSp new mod modAnim">
        <pc:chgData name="Yuli Jiang (CSD)" userId="7c291cd4-aa97-4867-8d2d-ebf5c1c3b419" providerId="ADAL" clId="{EC5F4243-7B51-403D-8C4D-485782D851E9}" dt="2024-09-16T05:29:25.783" v="1212" actId="403"/>
        <pc:sldMkLst>
          <pc:docMk/>
          <pc:sldMk cId="2819933335" sldId="340"/>
        </pc:sldMkLst>
      </pc:sldChg>
    </pc:docChg>
  </pc:docChgLst>
  <pc:docChgLst>
    <pc:chgData name="William Hui (IEG)" userId="S::kyhui@cuhk.edu.hk::07728535-8fdc-4325-b24f-20cc4d58a3a3" providerId="AD" clId="Web-{4B0675BE-80A6-B54C-115E-818C9B4136DF}"/>
    <pc:docChg chg="addSld modSld">
      <pc:chgData name="William Hui (IEG)" userId="S::kyhui@cuhk.edu.hk::07728535-8fdc-4325-b24f-20cc4d58a3a3" providerId="AD" clId="Web-{4B0675BE-80A6-B54C-115E-818C9B4136DF}" dt="2019-08-23T08:20:25.870" v="259" actId="20577"/>
      <pc:docMkLst>
        <pc:docMk/>
      </pc:docMkLst>
      <pc:sldChg chg="modSp">
        <pc:chgData name="William Hui (IEG)" userId="S::kyhui@cuhk.edu.hk::07728535-8fdc-4325-b24f-20cc4d58a3a3" providerId="AD" clId="Web-{4B0675BE-80A6-B54C-115E-818C9B4136DF}" dt="2019-08-23T08:18:58.055" v="237" actId="20577"/>
        <pc:sldMkLst>
          <pc:docMk/>
          <pc:sldMk cId="2005431571" sldId="265"/>
        </pc:sldMkLst>
      </pc:sldChg>
      <pc:sldChg chg="modSp">
        <pc:chgData name="William Hui (IEG)" userId="S::kyhui@cuhk.edu.hk::07728535-8fdc-4325-b24f-20cc4d58a3a3" providerId="AD" clId="Web-{4B0675BE-80A6-B54C-115E-818C9B4136DF}" dt="2019-08-23T08:19:59.057" v="250" actId="20577"/>
        <pc:sldMkLst>
          <pc:docMk/>
          <pc:sldMk cId="1231795199" sldId="267"/>
        </pc:sldMkLst>
      </pc:sldChg>
      <pc:sldChg chg="modSp">
        <pc:chgData name="William Hui (IEG)" userId="S::kyhui@cuhk.edu.hk::07728535-8fdc-4325-b24f-20cc4d58a3a3" providerId="AD" clId="Web-{4B0675BE-80A6-B54C-115E-818C9B4136DF}" dt="2019-08-23T08:20:25.870" v="259" actId="20577"/>
        <pc:sldMkLst>
          <pc:docMk/>
          <pc:sldMk cId="2350220864" sldId="283"/>
        </pc:sldMkLst>
      </pc:sldChg>
      <pc:sldChg chg="modSp new">
        <pc:chgData name="William Hui (IEG)" userId="S::kyhui@cuhk.edu.hk::07728535-8fdc-4325-b24f-20cc4d58a3a3" providerId="AD" clId="Web-{4B0675BE-80A6-B54C-115E-818C9B4136DF}" dt="2019-08-23T07:38:28.570" v="19" actId="20577"/>
        <pc:sldMkLst>
          <pc:docMk/>
          <pc:sldMk cId="3305598711" sldId="296"/>
        </pc:sldMkLst>
      </pc:sldChg>
      <pc:sldChg chg="modSp new">
        <pc:chgData name="William Hui (IEG)" userId="S::kyhui@cuhk.edu.hk::07728535-8fdc-4325-b24f-20cc4d58a3a3" providerId="AD" clId="Web-{4B0675BE-80A6-B54C-115E-818C9B4136DF}" dt="2019-08-23T07:40:34.292" v="23" actId="20577"/>
        <pc:sldMkLst>
          <pc:docMk/>
          <pc:sldMk cId="3948808624" sldId="297"/>
        </pc:sldMkLst>
      </pc:sldChg>
      <pc:sldChg chg="modSp new">
        <pc:chgData name="William Hui (IEG)" userId="S::kyhui@cuhk.edu.hk::07728535-8fdc-4325-b24f-20cc4d58a3a3" providerId="AD" clId="Web-{4B0675BE-80A6-B54C-115E-818C9B4136DF}" dt="2019-08-23T08:02:38.820" v="62" actId="20577"/>
        <pc:sldMkLst>
          <pc:docMk/>
          <pc:sldMk cId="1785854038" sldId="298"/>
        </pc:sldMkLst>
      </pc:sldChg>
    </pc:docChg>
  </pc:docChgLst>
  <pc:docChgLst>
    <pc:chgData name="William Hui (IEG)" userId="S::kyhui@cuhk.edu.hk::07728535-8fdc-4325-b24f-20cc4d58a3a3" providerId="AD" clId="Web-{E548A647-CC1C-C2C9-93FA-A15CDB8E26E7}"/>
    <pc:docChg chg="modSld">
      <pc:chgData name="William Hui (IEG)" userId="S::kyhui@cuhk.edu.hk::07728535-8fdc-4325-b24f-20cc4d58a3a3" providerId="AD" clId="Web-{E548A647-CC1C-C2C9-93FA-A15CDB8E26E7}" dt="2019-08-24T10:21:41.828" v="7"/>
      <pc:docMkLst>
        <pc:docMk/>
      </pc:docMkLst>
      <pc:sldChg chg="modSp">
        <pc:chgData name="William Hui (IEG)" userId="S::kyhui@cuhk.edu.hk::07728535-8fdc-4325-b24f-20cc4d58a3a3" providerId="AD" clId="Web-{E548A647-CC1C-C2C9-93FA-A15CDB8E26E7}" dt="2019-08-24T10:21:41.828" v="7"/>
        <pc:sldMkLst>
          <pc:docMk/>
          <pc:sldMk cId="3948808624" sldId="297"/>
        </pc:sldMkLst>
      </pc:sldChg>
    </pc:docChg>
  </pc:docChgLst>
  <pc:docChgLst>
    <pc:chgData name="Yuli Jiang (CSD)" userId="7c291cd4-aa97-4867-8d2d-ebf5c1c3b419" providerId="ADAL" clId="{AF9FD411-95CE-4CD7-AB9C-52F81BD21A7B}"/>
    <pc:docChg chg="undo custSel addSld modSld sldOrd modMainMaster modNotesMaster">
      <pc:chgData name="Yuli Jiang (CSD)" userId="7c291cd4-aa97-4867-8d2d-ebf5c1c3b419" providerId="ADAL" clId="{AF9FD411-95CE-4CD7-AB9C-52F81BD21A7B}" dt="2024-01-21T15:31:41.308" v="1181" actId="20577"/>
      <pc:docMkLst>
        <pc:docMk/>
      </pc:docMkLst>
      <pc:sldChg chg="modSp">
        <pc:chgData name="Yuli Jiang (CSD)" userId="7c291cd4-aa97-4867-8d2d-ebf5c1c3b419" providerId="ADAL" clId="{AF9FD411-95CE-4CD7-AB9C-52F81BD21A7B}" dt="2024-01-21T13:12:50.643" v="272"/>
        <pc:sldMkLst>
          <pc:docMk/>
          <pc:sldMk cId="0" sldId="256"/>
        </pc:sldMkLst>
      </pc:sldChg>
      <pc:sldChg chg="modSp mod">
        <pc:chgData name="Yuli Jiang (CSD)" userId="7c291cd4-aa97-4867-8d2d-ebf5c1c3b419" providerId="ADAL" clId="{AF9FD411-95CE-4CD7-AB9C-52F81BD21A7B}" dt="2024-01-21T14:40:00.244" v="647" actId="20577"/>
        <pc:sldMkLst>
          <pc:docMk/>
          <pc:sldMk cId="452717289" sldId="257"/>
        </pc:sldMkLst>
      </pc:sldChg>
      <pc:sldChg chg="addSp delSp modSp mod modNotes">
        <pc:chgData name="Yuli Jiang (CSD)" userId="7c291cd4-aa97-4867-8d2d-ebf5c1c3b419" providerId="ADAL" clId="{AF9FD411-95CE-4CD7-AB9C-52F81BD21A7B}" dt="2024-01-21T13:13:38.275" v="339" actId="20577"/>
        <pc:sldMkLst>
          <pc:docMk/>
          <pc:sldMk cId="2236568826" sldId="258"/>
        </pc:sldMkLst>
      </pc:sldChg>
      <pc:sldChg chg="delSp modSp mod modNotes">
        <pc:chgData name="Yuli Jiang (CSD)" userId="7c291cd4-aa97-4867-8d2d-ebf5c1c3b419" providerId="ADAL" clId="{AF9FD411-95CE-4CD7-AB9C-52F81BD21A7B}" dt="2024-01-21T14:40:36.185" v="648" actId="20577"/>
        <pc:sldMkLst>
          <pc:docMk/>
          <pc:sldMk cId="1730926577" sldId="259"/>
        </pc:sldMkLst>
      </pc:sldChg>
      <pc:sldChg chg="modSp modNotes">
        <pc:chgData name="Yuli Jiang (CSD)" userId="7c291cd4-aa97-4867-8d2d-ebf5c1c3b419" providerId="ADAL" clId="{AF9FD411-95CE-4CD7-AB9C-52F81BD21A7B}" dt="2024-01-21T13:12:50.643" v="272"/>
        <pc:sldMkLst>
          <pc:docMk/>
          <pc:sldMk cId="1410473040" sldId="260"/>
        </pc:sldMkLst>
      </pc:sldChg>
      <pc:sldChg chg="modSp modNotes">
        <pc:chgData name="Yuli Jiang (CSD)" userId="7c291cd4-aa97-4867-8d2d-ebf5c1c3b419" providerId="ADAL" clId="{AF9FD411-95CE-4CD7-AB9C-52F81BD21A7B}" dt="2024-01-21T13:12:50.643" v="272"/>
        <pc:sldMkLst>
          <pc:docMk/>
          <pc:sldMk cId="218075450" sldId="261"/>
        </pc:sldMkLst>
      </pc:sldChg>
      <pc:sldChg chg="modSp mod modNotes">
        <pc:chgData name="Yuli Jiang (CSD)" userId="7c291cd4-aa97-4867-8d2d-ebf5c1c3b419" providerId="ADAL" clId="{AF9FD411-95CE-4CD7-AB9C-52F81BD21A7B}" dt="2024-01-21T13:23:16.987" v="431" actId="113"/>
        <pc:sldMkLst>
          <pc:docMk/>
          <pc:sldMk cId="2234296102" sldId="262"/>
        </pc:sldMkLst>
      </pc:sldChg>
      <pc:sldChg chg="modSp mod modNotes">
        <pc:chgData name="Yuli Jiang (CSD)" userId="7c291cd4-aa97-4867-8d2d-ebf5c1c3b419" providerId="ADAL" clId="{AF9FD411-95CE-4CD7-AB9C-52F81BD21A7B}" dt="2024-01-21T13:23:24.137" v="434" actId="113"/>
        <pc:sldMkLst>
          <pc:docMk/>
          <pc:sldMk cId="2652550917" sldId="263"/>
        </pc:sldMkLst>
      </pc:sldChg>
      <pc:sldChg chg="modSp mod ord modNotes">
        <pc:chgData name="Yuli Jiang (CSD)" userId="7c291cd4-aa97-4867-8d2d-ebf5c1c3b419" providerId="ADAL" clId="{AF9FD411-95CE-4CD7-AB9C-52F81BD21A7B}" dt="2024-01-21T13:21:37.595" v="397" actId="1076"/>
        <pc:sldMkLst>
          <pc:docMk/>
          <pc:sldMk cId="1355039059" sldId="264"/>
        </pc:sldMkLst>
      </pc:sldChg>
      <pc:sldChg chg="modSp mod modNotes modNotesTx">
        <pc:chgData name="Yuli Jiang (CSD)" userId="7c291cd4-aa97-4867-8d2d-ebf5c1c3b419" providerId="ADAL" clId="{AF9FD411-95CE-4CD7-AB9C-52F81BD21A7B}" dt="2024-01-21T13:34:36.112" v="484" actId="20577"/>
        <pc:sldMkLst>
          <pc:docMk/>
          <pc:sldMk cId="2005431571" sldId="265"/>
        </pc:sldMkLst>
      </pc:sldChg>
      <pc:sldChg chg="addSp modSp mod ord modNotes modNotesTx">
        <pc:chgData name="Yuli Jiang (CSD)" userId="7c291cd4-aa97-4867-8d2d-ebf5c1c3b419" providerId="ADAL" clId="{AF9FD411-95CE-4CD7-AB9C-52F81BD21A7B}" dt="2024-01-21T15:19:26.183" v="1071" actId="20577"/>
        <pc:sldMkLst>
          <pc:docMk/>
          <pc:sldMk cId="1231795199" sldId="267"/>
        </pc:sldMkLst>
      </pc:sldChg>
      <pc:sldChg chg="modSp mod modNotes">
        <pc:chgData name="Yuli Jiang (CSD)" userId="7c291cd4-aa97-4867-8d2d-ebf5c1c3b419" providerId="ADAL" clId="{AF9FD411-95CE-4CD7-AB9C-52F81BD21A7B}" dt="2024-01-21T13:12:50.643" v="272"/>
        <pc:sldMkLst>
          <pc:docMk/>
          <pc:sldMk cId="2389990707" sldId="268"/>
        </pc:sldMkLst>
      </pc:sldChg>
      <pc:sldChg chg="modSp mod ord modAnim modNotes modNotesTx">
        <pc:chgData name="Yuli Jiang (CSD)" userId="7c291cd4-aa97-4867-8d2d-ebf5c1c3b419" providerId="ADAL" clId="{AF9FD411-95CE-4CD7-AB9C-52F81BD21A7B}" dt="2024-01-21T15:13:34.107" v="1022" actId="14100"/>
        <pc:sldMkLst>
          <pc:docMk/>
          <pc:sldMk cId="182778374" sldId="270"/>
        </pc:sldMkLst>
      </pc:sldChg>
      <pc:sldChg chg="modSp mod ord modNotes">
        <pc:chgData name="Yuli Jiang (CSD)" userId="7c291cd4-aa97-4867-8d2d-ebf5c1c3b419" providerId="ADAL" clId="{AF9FD411-95CE-4CD7-AB9C-52F81BD21A7B}" dt="2024-01-21T15:11:50.646" v="1018" actId="20577"/>
        <pc:sldMkLst>
          <pc:docMk/>
          <pc:sldMk cId="2989069611" sldId="272"/>
        </pc:sldMkLst>
      </pc:sldChg>
      <pc:sldChg chg="modSp modNotes">
        <pc:chgData name="Yuli Jiang (CSD)" userId="7c291cd4-aa97-4867-8d2d-ebf5c1c3b419" providerId="ADAL" clId="{AF9FD411-95CE-4CD7-AB9C-52F81BD21A7B}" dt="2024-01-21T13:45:06.524" v="486" actId="1076"/>
        <pc:sldMkLst>
          <pc:docMk/>
          <pc:sldMk cId="4041930171" sldId="274"/>
        </pc:sldMkLst>
      </pc:sldChg>
      <pc:sldChg chg="modSp modNotes">
        <pc:chgData name="Yuli Jiang (CSD)" userId="7c291cd4-aa97-4867-8d2d-ebf5c1c3b419" providerId="ADAL" clId="{AF9FD411-95CE-4CD7-AB9C-52F81BD21A7B}" dt="2024-01-21T13:12:50.643" v="272"/>
        <pc:sldMkLst>
          <pc:docMk/>
          <pc:sldMk cId="934816632" sldId="275"/>
        </pc:sldMkLst>
      </pc:sldChg>
      <pc:sldChg chg="modSp modNotes">
        <pc:chgData name="Yuli Jiang (CSD)" userId="7c291cd4-aa97-4867-8d2d-ebf5c1c3b419" providerId="ADAL" clId="{AF9FD411-95CE-4CD7-AB9C-52F81BD21A7B}" dt="2024-01-21T13:12:50.643" v="272"/>
        <pc:sldMkLst>
          <pc:docMk/>
          <pc:sldMk cId="1061714528" sldId="276"/>
        </pc:sldMkLst>
      </pc:sldChg>
      <pc:sldChg chg="modSp modNotes">
        <pc:chgData name="Yuli Jiang (CSD)" userId="7c291cd4-aa97-4867-8d2d-ebf5c1c3b419" providerId="ADAL" clId="{AF9FD411-95CE-4CD7-AB9C-52F81BD21A7B}" dt="2024-01-21T13:12:50.643" v="272"/>
        <pc:sldMkLst>
          <pc:docMk/>
          <pc:sldMk cId="2503144099" sldId="277"/>
        </pc:sldMkLst>
      </pc:sldChg>
      <pc:sldChg chg="modSp mod modNotes">
        <pc:chgData name="Yuli Jiang (CSD)" userId="7c291cd4-aa97-4867-8d2d-ebf5c1c3b419" providerId="ADAL" clId="{AF9FD411-95CE-4CD7-AB9C-52F81BD21A7B}" dt="2024-01-21T15:31:04.245" v="1166" actId="20577"/>
        <pc:sldMkLst>
          <pc:docMk/>
          <pc:sldMk cId="4214379610" sldId="278"/>
        </pc:sldMkLst>
      </pc:sldChg>
      <pc:sldChg chg="modSp mod modNotes">
        <pc:chgData name="Yuli Jiang (CSD)" userId="7c291cd4-aa97-4867-8d2d-ebf5c1c3b419" providerId="ADAL" clId="{AF9FD411-95CE-4CD7-AB9C-52F81BD21A7B}" dt="2024-01-21T15:31:08.278" v="1168" actId="20577"/>
        <pc:sldMkLst>
          <pc:docMk/>
          <pc:sldMk cId="1169662072" sldId="279"/>
        </pc:sldMkLst>
      </pc:sldChg>
      <pc:sldChg chg="modSp mod modNotes">
        <pc:chgData name="Yuli Jiang (CSD)" userId="7c291cd4-aa97-4867-8d2d-ebf5c1c3b419" providerId="ADAL" clId="{AF9FD411-95CE-4CD7-AB9C-52F81BD21A7B}" dt="2024-01-21T15:31:12.624" v="1169" actId="20577"/>
        <pc:sldMkLst>
          <pc:docMk/>
          <pc:sldMk cId="1657106538" sldId="280"/>
        </pc:sldMkLst>
      </pc:sldChg>
      <pc:sldChg chg="modSp modNotes">
        <pc:chgData name="Yuli Jiang (CSD)" userId="7c291cd4-aa97-4867-8d2d-ebf5c1c3b419" providerId="ADAL" clId="{AF9FD411-95CE-4CD7-AB9C-52F81BD21A7B}" dt="2024-01-21T13:12:50.643" v="272"/>
        <pc:sldMkLst>
          <pc:docMk/>
          <pc:sldMk cId="3098945175" sldId="281"/>
        </pc:sldMkLst>
      </pc:sldChg>
      <pc:sldChg chg="modSp modNotes">
        <pc:chgData name="Yuli Jiang (CSD)" userId="7c291cd4-aa97-4867-8d2d-ebf5c1c3b419" providerId="ADAL" clId="{AF9FD411-95CE-4CD7-AB9C-52F81BD21A7B}" dt="2024-01-21T13:12:50.643" v="272"/>
        <pc:sldMkLst>
          <pc:docMk/>
          <pc:sldMk cId="3345976626" sldId="282"/>
        </pc:sldMkLst>
      </pc:sldChg>
      <pc:sldChg chg="modSp modNotes">
        <pc:chgData name="Yuli Jiang (CSD)" userId="7c291cd4-aa97-4867-8d2d-ebf5c1c3b419" providerId="ADAL" clId="{AF9FD411-95CE-4CD7-AB9C-52F81BD21A7B}" dt="2024-01-21T13:12:50.643" v="272"/>
        <pc:sldMkLst>
          <pc:docMk/>
          <pc:sldMk cId="2350220864" sldId="283"/>
        </pc:sldMkLst>
      </pc:sldChg>
      <pc:sldChg chg="modSp">
        <pc:chgData name="Yuli Jiang (CSD)" userId="7c291cd4-aa97-4867-8d2d-ebf5c1c3b419" providerId="ADAL" clId="{AF9FD411-95CE-4CD7-AB9C-52F81BD21A7B}" dt="2024-01-21T13:12:50.643" v="272"/>
        <pc:sldMkLst>
          <pc:docMk/>
          <pc:sldMk cId="1485261079" sldId="284"/>
        </pc:sldMkLst>
      </pc:sldChg>
      <pc:sldChg chg="modSp mod">
        <pc:chgData name="Yuli Jiang (CSD)" userId="7c291cd4-aa97-4867-8d2d-ebf5c1c3b419" providerId="ADAL" clId="{AF9FD411-95CE-4CD7-AB9C-52F81BD21A7B}" dt="2024-01-21T15:17:53.969" v="1059" actId="20577"/>
        <pc:sldMkLst>
          <pc:docMk/>
          <pc:sldMk cId="3136977192" sldId="292"/>
        </pc:sldMkLst>
      </pc:sldChg>
      <pc:sldChg chg="modSp mod ord modNotes">
        <pc:chgData name="Yuli Jiang (CSD)" userId="7c291cd4-aa97-4867-8d2d-ebf5c1c3b419" providerId="ADAL" clId="{AF9FD411-95CE-4CD7-AB9C-52F81BD21A7B}" dt="2024-01-21T15:31:41.308" v="1181" actId="20577"/>
        <pc:sldMkLst>
          <pc:docMk/>
          <pc:sldMk cId="497243896" sldId="293"/>
        </pc:sldMkLst>
      </pc:sldChg>
      <pc:sldChg chg="modSp modNotes">
        <pc:chgData name="Yuli Jiang (CSD)" userId="7c291cd4-aa97-4867-8d2d-ebf5c1c3b419" providerId="ADAL" clId="{AF9FD411-95CE-4CD7-AB9C-52F81BD21A7B}" dt="2024-01-21T13:12:50.643" v="272"/>
        <pc:sldMkLst>
          <pc:docMk/>
          <pc:sldMk cId="1996349642" sldId="294"/>
        </pc:sldMkLst>
      </pc:sldChg>
      <pc:sldChg chg="addSp modSp mod modNotes">
        <pc:chgData name="Yuli Jiang (CSD)" userId="7c291cd4-aa97-4867-8d2d-ebf5c1c3b419" providerId="ADAL" clId="{AF9FD411-95CE-4CD7-AB9C-52F81BD21A7B}" dt="2024-01-21T13:17:27.402" v="372" actId="1076"/>
        <pc:sldMkLst>
          <pc:docMk/>
          <pc:sldMk cId="3305598711" sldId="296"/>
        </pc:sldMkLst>
      </pc:sldChg>
      <pc:sldChg chg="addSp modSp mod modAnim modNotes modNotesTx">
        <pc:chgData name="Yuli Jiang (CSD)" userId="7c291cd4-aa97-4867-8d2d-ebf5c1c3b419" providerId="ADAL" clId="{AF9FD411-95CE-4CD7-AB9C-52F81BD21A7B}" dt="2024-01-21T14:59:04.998" v="842"/>
        <pc:sldMkLst>
          <pc:docMk/>
          <pc:sldMk cId="3948808624" sldId="297"/>
        </pc:sldMkLst>
      </pc:sldChg>
      <pc:sldChg chg="addSp modSp mod">
        <pc:chgData name="Yuli Jiang (CSD)" userId="7c291cd4-aa97-4867-8d2d-ebf5c1c3b419" providerId="ADAL" clId="{AF9FD411-95CE-4CD7-AB9C-52F81BD21A7B}" dt="2024-01-21T14:51:52.947" v="826" actId="1076"/>
        <pc:sldMkLst>
          <pc:docMk/>
          <pc:sldMk cId="1785854038" sldId="298"/>
        </pc:sldMkLst>
      </pc:sldChg>
      <pc:sldChg chg="mod modShow">
        <pc:chgData name="Yuli Jiang (CSD)" userId="7c291cd4-aa97-4867-8d2d-ebf5c1c3b419" providerId="ADAL" clId="{AF9FD411-95CE-4CD7-AB9C-52F81BD21A7B}" dt="2024-01-21T15:18:15.890" v="1060" actId="729"/>
        <pc:sldMkLst>
          <pc:docMk/>
          <pc:sldMk cId="501354685" sldId="299"/>
        </pc:sldMkLst>
      </pc:sldChg>
      <pc:sldChg chg="addSp modSp mod">
        <pc:chgData name="Yuli Jiang (CSD)" userId="7c291cd4-aa97-4867-8d2d-ebf5c1c3b419" providerId="ADAL" clId="{AF9FD411-95CE-4CD7-AB9C-52F81BD21A7B}" dt="2024-01-21T14:05:38.513" v="492" actId="20577"/>
        <pc:sldMkLst>
          <pc:docMk/>
          <pc:sldMk cId="148097406" sldId="300"/>
        </pc:sldMkLst>
      </pc:sldChg>
      <pc:sldChg chg="addSp modSp add mod modNotes">
        <pc:chgData name="Yuli Jiang (CSD)" userId="7c291cd4-aa97-4867-8d2d-ebf5c1c3b419" providerId="ADAL" clId="{AF9FD411-95CE-4CD7-AB9C-52F81BD21A7B}" dt="2024-01-21T13:15:02.738" v="358" actId="1076"/>
        <pc:sldMkLst>
          <pc:docMk/>
          <pc:sldMk cId="342572531" sldId="301"/>
        </pc:sldMkLst>
      </pc:sldChg>
      <pc:sldChg chg="addSp modSp add mod">
        <pc:chgData name="Yuli Jiang (CSD)" userId="7c291cd4-aa97-4867-8d2d-ebf5c1c3b419" providerId="ADAL" clId="{AF9FD411-95CE-4CD7-AB9C-52F81BD21A7B}" dt="2024-01-21T14:38:43.682" v="587" actId="20577"/>
        <pc:sldMkLst>
          <pc:docMk/>
          <pc:sldMk cId="286734451" sldId="335"/>
        </pc:sldMkLst>
      </pc:sldChg>
      <pc:sldChg chg="addSp delSp modSp add mod ord">
        <pc:chgData name="Yuli Jiang (CSD)" userId="7c291cd4-aa97-4867-8d2d-ebf5c1c3b419" providerId="ADAL" clId="{AF9FD411-95CE-4CD7-AB9C-52F81BD21A7B}" dt="2024-01-21T15:22:01.105" v="1089" actId="20577"/>
        <pc:sldMkLst>
          <pc:docMk/>
          <pc:sldMk cId="3597089374" sldId="336"/>
        </pc:sldMkLst>
      </pc:sldChg>
      <pc:sldChg chg="modSp add mod">
        <pc:chgData name="Yuli Jiang (CSD)" userId="7c291cd4-aa97-4867-8d2d-ebf5c1c3b419" providerId="ADAL" clId="{AF9FD411-95CE-4CD7-AB9C-52F81BD21A7B}" dt="2024-01-21T15:24:18.028" v="1099" actId="20577"/>
        <pc:sldMkLst>
          <pc:docMk/>
          <pc:sldMk cId="831559342" sldId="337"/>
        </pc:sldMkLst>
      </pc:sldChg>
      <pc:sldChg chg="modSp add mod">
        <pc:chgData name="Yuli Jiang (CSD)" userId="7c291cd4-aa97-4867-8d2d-ebf5c1c3b419" providerId="ADAL" clId="{AF9FD411-95CE-4CD7-AB9C-52F81BD21A7B}" dt="2024-01-21T15:30:51.062" v="1163" actId="20577"/>
        <pc:sldMkLst>
          <pc:docMk/>
          <pc:sldMk cId="2490612198" sldId="338"/>
        </pc:sldMkLst>
      </pc:sldChg>
      <pc:sldMasterChg chg="modSp modSldLayout">
        <pc:chgData name="Yuli Jiang (CSD)" userId="7c291cd4-aa97-4867-8d2d-ebf5c1c3b419" providerId="ADAL" clId="{AF9FD411-95CE-4CD7-AB9C-52F81BD21A7B}" dt="2024-01-21T13:12:50.643" v="272"/>
        <pc:sldMasterMkLst>
          <pc:docMk/>
          <pc:sldMasterMk cId="0" sldId="2147483648"/>
        </pc:sldMasterMkLst>
        <pc:sldLayoutChg chg="modSp">
          <pc:chgData name="Yuli Jiang (CSD)" userId="7c291cd4-aa97-4867-8d2d-ebf5c1c3b419" providerId="ADAL" clId="{AF9FD411-95CE-4CD7-AB9C-52F81BD21A7B}" dt="2024-01-21T13:12:50.643" v="272"/>
          <pc:sldLayoutMkLst>
            <pc:docMk/>
            <pc:sldMasterMk cId="0" sldId="2147483648"/>
            <pc:sldLayoutMk cId="0" sldId="2147483649"/>
          </pc:sldLayoutMkLst>
        </pc:sldLayoutChg>
        <pc:sldLayoutChg chg="modSp">
          <pc:chgData name="Yuli Jiang (CSD)" userId="7c291cd4-aa97-4867-8d2d-ebf5c1c3b419" providerId="ADAL" clId="{AF9FD411-95CE-4CD7-AB9C-52F81BD21A7B}" dt="2024-01-21T13:12:50.643" v="272"/>
          <pc:sldLayoutMkLst>
            <pc:docMk/>
            <pc:sldMasterMk cId="0" sldId="2147483648"/>
            <pc:sldLayoutMk cId="0" sldId="2147483650"/>
          </pc:sldLayoutMkLst>
        </pc:sldLayoutChg>
        <pc:sldLayoutChg chg="modSp">
          <pc:chgData name="Yuli Jiang (CSD)" userId="7c291cd4-aa97-4867-8d2d-ebf5c1c3b419" providerId="ADAL" clId="{AF9FD411-95CE-4CD7-AB9C-52F81BD21A7B}" dt="2024-01-21T13:12:50.643" v="272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/>
              <a:t>Only some new C compilers (C99 or newer) support _Bool data type.</a:t>
            </a:r>
          </a:p>
          <a:p>
            <a:r>
              <a:rPr lang="en-US" b="0"/>
              <a:t>Need to include header &lt;</a:t>
            </a:r>
            <a:r>
              <a:rPr lang="en-US" b="0" err="1"/>
              <a:t>stdbool.h</a:t>
            </a:r>
            <a:r>
              <a:rPr lang="en-US" b="0"/>
              <a:t>&gt; to use bool, true, false.</a:t>
            </a:r>
          </a:p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9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Pay attention to</a:t>
            </a:r>
            <a:r>
              <a:rPr lang="en-US" baseline="0"/>
              <a:t> how the operators are represented, especially "equal" (</a:t>
            </a:r>
            <a:r>
              <a:rPr lang="en-US" baseline="0"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en-US" baseline="0"/>
              <a:t>) and "not equal" (</a:t>
            </a:r>
            <a:r>
              <a:rPr lang="en-US" baseline="0">
                <a:latin typeface="Consolas" panose="020B0609020204030204" pitchFamily="49" charset="0"/>
                <a:cs typeface="Consolas" panose="020B0609020204030204" pitchFamily="49" charset="0"/>
              </a:rPr>
              <a:t>!=</a:t>
            </a:r>
            <a:r>
              <a:rPr lang="en-US" baseline="0"/>
              <a:t>).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385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Pay attention to</a:t>
            </a:r>
            <a:r>
              <a:rPr lang="en-US" baseline="0"/>
              <a:t> how the operators are represented, especially "equal" (</a:t>
            </a:r>
            <a:r>
              <a:rPr lang="en-US" baseline="0"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en-US" baseline="0"/>
              <a:t>) and "not equal" (</a:t>
            </a:r>
            <a:r>
              <a:rPr lang="en-US" baseline="0">
                <a:latin typeface="Consolas" panose="020B0609020204030204" pitchFamily="49" charset="0"/>
                <a:cs typeface="Consolas" panose="020B0609020204030204" pitchFamily="49" charset="0"/>
              </a:rPr>
              <a:t>!=</a:t>
            </a:r>
            <a:r>
              <a:rPr lang="en-US" baseline="0"/>
              <a:t>).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2586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>
                <a:ea typeface="新細明體" pitchFamily="18" charset="-120"/>
              </a:rPr>
              <a:t>Relational Operators</a:t>
            </a:r>
            <a:endParaRPr lang="en-US" altLang="zh-TW" b="1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lvl="1"/>
            <a:r>
              <a:rPr lang="en-US" altLang="zh-TW" sz="2400">
                <a:ea typeface="新細明體" pitchFamily="18" charset="-120"/>
              </a:rPr>
              <a:t>All relational operators are binary operators, taking two operands.</a:t>
            </a:r>
          </a:p>
          <a:p>
            <a:pPr lvl="1"/>
            <a:endParaRPr lang="en-US" altLang="zh-TW" sz="1400">
              <a:ea typeface="新細明體" pitchFamily="18" charset="-120"/>
            </a:endParaRPr>
          </a:p>
          <a:p>
            <a:r>
              <a:rPr lang="en-US" altLang="zh-TW">
                <a:ea typeface="新細明體" pitchFamily="18" charset="-120"/>
              </a:rPr>
              <a:t>Relational Expressions</a:t>
            </a:r>
          </a:p>
          <a:p>
            <a:pPr lvl="1"/>
            <a:r>
              <a:rPr lang="en-US" altLang="zh-TW" sz="2400">
                <a:ea typeface="新細明體" pitchFamily="18" charset="-120"/>
              </a:rPr>
              <a:t>A </a:t>
            </a:r>
            <a:r>
              <a:rPr lang="en-US" altLang="zh-TW" sz="2400" i="1">
                <a:solidFill>
                  <a:srgbClr val="990000"/>
                </a:solidFill>
                <a:ea typeface="新細明體" pitchFamily="18" charset="-120"/>
              </a:rPr>
              <a:t>relational expression</a:t>
            </a:r>
            <a:r>
              <a:rPr lang="en-US" altLang="zh-TW" sz="2400">
                <a:ea typeface="新細明體" pitchFamily="18" charset="-120"/>
              </a:rPr>
              <a:t> is an expression that involves the use of one or more relational operators.</a:t>
            </a:r>
          </a:p>
          <a:p>
            <a:pPr lvl="1"/>
            <a:r>
              <a:rPr lang="en-US" altLang="zh-TW" sz="2400">
                <a:ea typeface="新細明體" pitchFamily="18" charset="-120"/>
              </a:rPr>
              <a:t>Relational expressions yield either </a:t>
            </a:r>
            <a:r>
              <a:rPr lang="en-US" altLang="zh-TW" sz="2400" i="1">
                <a:solidFill>
                  <a:srgbClr val="990000"/>
                </a:solidFill>
                <a:ea typeface="新細明體" pitchFamily="18" charset="-120"/>
              </a:rPr>
              <a:t>true</a:t>
            </a:r>
            <a:r>
              <a:rPr lang="en-US" altLang="zh-TW" sz="2400">
                <a:ea typeface="新細明體" pitchFamily="18" charset="-120"/>
              </a:rPr>
              <a:t> or </a:t>
            </a:r>
            <a:r>
              <a:rPr lang="en-US" altLang="zh-TW" sz="2400" i="1">
                <a:solidFill>
                  <a:srgbClr val="990000"/>
                </a:solidFill>
                <a:ea typeface="新細明體" pitchFamily="18" charset="-120"/>
              </a:rPr>
              <a:t>false</a:t>
            </a:r>
            <a:r>
              <a:rPr lang="en-US" altLang="zh-TW" sz="2400">
                <a:ea typeface="新細明體" pitchFamily="18" charset="-120"/>
              </a:rPr>
              <a:t>.</a:t>
            </a:r>
          </a:p>
          <a:p>
            <a:pPr lvl="1"/>
            <a:r>
              <a:rPr lang="en-US" altLang="zh-TW" sz="2400">
                <a:ea typeface="新細明體" pitchFamily="18" charset="-120"/>
              </a:rPr>
              <a:t>"True" is represented by integer 1.</a:t>
            </a:r>
          </a:p>
          <a:p>
            <a:pPr lvl="1"/>
            <a:r>
              <a:rPr lang="en-US" altLang="zh-TW" sz="2400">
                <a:ea typeface="新細明體" pitchFamily="18" charset="-120"/>
              </a:rPr>
              <a:t>"False" is represented by integer 0.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28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/>
              <a:t>0</a:t>
            </a:r>
          </a:p>
          <a:p>
            <a:r>
              <a:rPr lang="en-GB" b="0"/>
              <a:t>1</a:t>
            </a:r>
          </a:p>
          <a:p>
            <a:r>
              <a:rPr lang="en-GB" b="0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235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7960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6286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415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973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6618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9336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lphaLcParenR"/>
            </a:pPr>
            <a:endParaRPr lang="en-US" baseline="0"/>
          </a:p>
          <a:p>
            <a:pPr marL="228600" indent="-228600">
              <a:buAutoNum type="alphaLcParenR"/>
            </a:pPr>
            <a:endParaRPr lang="en-US"/>
          </a:p>
          <a:p>
            <a:pPr marL="0" indent="0">
              <a:buNone/>
            </a:pP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1651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Calculation involving arithmetic operators takes place first, then relational operators, and</a:t>
            </a:r>
            <a:r>
              <a:rPr lang="en-US" baseline="0"/>
              <a:t> finally logical operators (except the "Not" operator).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7761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lphaLcParenR"/>
            </a:pPr>
            <a:r>
              <a:rPr lang="en-US" altLang="zh-CN">
                <a:latin typeface="Consolas" panose="020B0609020204030204" pitchFamily="49" charset="0"/>
                <a:cs typeface="Consolas" panose="020B0609020204030204" pitchFamily="49" charset="0"/>
              </a:rPr>
              <a:t>x &lt; 5 || !(y</a:t>
            </a:r>
            <a:r>
              <a:rPr lang="en-US" altLang="zh-CN" baseline="0">
                <a:latin typeface="Consolas" panose="020B0609020204030204" pitchFamily="49" charset="0"/>
                <a:cs typeface="Consolas" panose="020B0609020204030204" pitchFamily="49" charset="0"/>
              </a:rPr>
              <a:t> &lt; 1) </a:t>
            </a:r>
            <a:r>
              <a:rPr lang="en-US" altLang="zh-CN" baseline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 1 || !(0)  1 || 1  1</a:t>
            </a:r>
          </a:p>
          <a:p>
            <a:pPr marL="228600" indent="-228600">
              <a:buAutoNum type="alphaLcParenR"/>
            </a:pPr>
            <a:r>
              <a:rPr lang="en-US" altLang="zh-CN" baseline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x + y &gt; -1 &amp;&amp; y % 2 == 0  10 &gt; -1 &amp;&amp; 10 % 2 == 0  1 &amp;&amp; 1  1</a:t>
            </a:r>
          </a:p>
          <a:p>
            <a:pPr marL="228600" indent="-228600">
              <a:buAutoNum type="alphaLcParenR"/>
            </a:pPr>
            <a:r>
              <a:rPr lang="en-US" altLang="zh-CN" baseline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!y  !10  0</a:t>
            </a:r>
          </a:p>
          <a:p>
            <a:pPr marL="228600" indent="-228600">
              <a:buAutoNum type="alphaLcParenR"/>
            </a:pPr>
            <a:r>
              <a:rPr lang="en-US" altLang="zh-CN" baseline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5 &lt; x &lt; 10  (5 &lt; x) &lt; 10  0 &lt; 10  1</a:t>
            </a:r>
          </a:p>
          <a:p>
            <a:endParaRPr lang="en-GB" altLang="zh-CN" b="0"/>
          </a:p>
          <a:p>
            <a:pPr marL="0" indent="0">
              <a:buNone/>
            </a:pPr>
            <a:endParaRPr lang="en-US" b="0" baseline="0">
              <a:latin typeface="Consolas" panose="020B0609020204030204" pitchFamily="49" charset="0"/>
              <a:cs typeface="Consolas" panose="020B0609020204030204" pitchFamily="49" charset="0"/>
              <a:sym typeface="Wingdings" panose="05000000000000000000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7784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1153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0723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2702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8638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9335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6910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4374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3038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577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3019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8156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1171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1011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9484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5031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C: How to Program, 8</a:t>
            </a:r>
            <a:r>
              <a:rPr lang="en-US" baseline="30000" dirty="0"/>
              <a:t>th</a:t>
            </a:r>
            <a:r>
              <a:rPr lang="en-US" dirty="0"/>
              <a:t> ed, </a:t>
            </a:r>
            <a:r>
              <a:rPr lang="en-US" dirty="0" err="1"/>
              <a:t>Deitel</a:t>
            </a:r>
            <a:r>
              <a:rPr lang="en-US" dirty="0"/>
              <a:t> and </a:t>
            </a:r>
            <a:r>
              <a:rPr lang="en-US" dirty="0" err="1"/>
              <a:t>Deitel</a:t>
            </a:r>
            <a:endParaRPr lang="en-US" dirty="0"/>
          </a:p>
          <a:p>
            <a:endParaRPr lang="LID4096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638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85" y="1066800"/>
            <a:ext cx="11910647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9713" y="75589"/>
            <a:ext cx="8382000" cy="2753673"/>
          </a:xfrm>
        </p:spPr>
        <p:txBody>
          <a:bodyPr>
            <a:normAutofit/>
          </a:bodyPr>
          <a:lstStyle/>
          <a:p>
            <a:r>
              <a:rPr lang="en-US" sz="6600" b="1" dirty="0"/>
              <a:t>Branching </a:t>
            </a:r>
            <a:r>
              <a:rPr lang="en-US" sz="6000" dirty="0"/>
              <a:t>(</a:t>
            </a:r>
            <a:r>
              <a:rPr lang="zh-CN" altLang="en-US" sz="6000" dirty="0"/>
              <a:t>分支</a:t>
            </a:r>
            <a:r>
              <a:rPr lang="en-US" altLang="zh-CN" sz="6000" dirty="0"/>
              <a:t>)</a:t>
            </a:r>
            <a:endParaRPr lang="en-US" altLang="zh-TW" sz="6600" dirty="0">
              <a:ea typeface="新細明體" pitchFamily="18" charset="-120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9046E136-EEDB-799D-31C8-8FD748551012}"/>
              </a:ext>
            </a:extLst>
          </p:cNvPr>
          <p:cNvGrpSpPr/>
          <p:nvPr/>
        </p:nvGrpSpPr>
        <p:grpSpPr>
          <a:xfrm>
            <a:off x="359175" y="2059857"/>
            <a:ext cx="10610619" cy="3937763"/>
            <a:chOff x="657125" y="2412220"/>
            <a:chExt cx="10610619" cy="3937763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64FB0C8B-31FF-074F-AE6E-5746B24FC84E}"/>
                </a:ext>
              </a:extLst>
            </p:cNvPr>
            <p:cNvSpPr txBox="1">
              <a:spLocks/>
            </p:cNvSpPr>
            <p:nvPr/>
          </p:nvSpPr>
          <p:spPr>
            <a:xfrm>
              <a:off x="657125" y="2412220"/>
              <a:ext cx="10610619" cy="393776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vert="horz" lIns="91440" tIns="45720" rIns="91440" bIns="45720" rtlCol="0" anchor="ctr">
              <a:normAutofit fontScale="85000" lnSpcReduction="10000"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lnSpc>
                  <a:spcPct val="140000"/>
                </a:lnSpc>
              </a:pPr>
              <a:r>
                <a:rPr lang="en-US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Greater than 90   		  A  </a:t>
              </a:r>
            </a:p>
            <a:p>
              <a:pPr algn="r">
                <a:lnSpc>
                  <a:spcPct val="140000"/>
                </a:lnSpc>
              </a:pPr>
              <a:r>
                <a:rPr lang="en-US" altLang="zh-TW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ea typeface="新細明體" pitchFamily="18" charset="-120"/>
                </a:rPr>
                <a:t>Between 75-90                B</a:t>
              </a:r>
            </a:p>
            <a:p>
              <a:pPr algn="r">
                <a:lnSpc>
                  <a:spcPct val="140000"/>
                </a:lnSpc>
              </a:pPr>
              <a:r>
                <a:rPr lang="en-US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If your score is                        </a:t>
              </a:r>
              <a:r>
                <a:rPr lang="en-US" altLang="zh-TW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ea typeface="新細明體" pitchFamily="18" charset="-120"/>
                </a:rPr>
                <a:t>Between 65-75                C</a:t>
              </a:r>
            </a:p>
            <a:p>
              <a:pPr algn="r">
                <a:lnSpc>
                  <a:spcPct val="140000"/>
                </a:lnSpc>
              </a:pPr>
              <a:r>
                <a:rPr lang="en-US" altLang="zh-TW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ea typeface="新細明體" pitchFamily="18" charset="-120"/>
                </a:rPr>
                <a:t>Between 50-65               D</a:t>
              </a:r>
            </a:p>
            <a:p>
              <a:pPr algn="r">
                <a:lnSpc>
                  <a:spcPct val="140000"/>
                </a:lnSpc>
              </a:pPr>
              <a:r>
                <a:rPr lang="en-US" altLang="zh-TW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ea typeface="新細明體" pitchFamily="18" charset="-120"/>
                </a:rPr>
                <a:t>Less than 50   	             F</a:t>
              </a:r>
            </a:p>
          </p:txBody>
        </p:sp>
        <p:cxnSp>
          <p:nvCxnSpPr>
            <p:cNvPr id="5" name="连接符: 肘形 4">
              <a:extLst>
                <a:ext uri="{FF2B5EF4-FFF2-40B4-BE49-F238E27FC236}">
                  <a16:creationId xmlns:a16="http://schemas.microsoft.com/office/drawing/2014/main" id="{4B84A852-EAD0-3714-6597-61F1438E3F0B}"/>
                </a:ext>
              </a:extLst>
            </p:cNvPr>
            <p:cNvCxnSpPr/>
            <p:nvPr/>
          </p:nvCxnSpPr>
          <p:spPr>
            <a:xfrm flipV="1">
              <a:off x="3877452" y="2961983"/>
              <a:ext cx="2131730" cy="153148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" name="连接符: 肘形 5">
              <a:extLst>
                <a:ext uri="{FF2B5EF4-FFF2-40B4-BE49-F238E27FC236}">
                  <a16:creationId xmlns:a16="http://schemas.microsoft.com/office/drawing/2014/main" id="{804DF6AB-0076-DD32-6AE1-0235303DFC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77452" y="3727723"/>
              <a:ext cx="2131730" cy="76574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9" name="连接符: 肘形 8">
              <a:extLst>
                <a:ext uri="{FF2B5EF4-FFF2-40B4-BE49-F238E27FC236}">
                  <a16:creationId xmlns:a16="http://schemas.microsoft.com/office/drawing/2014/main" id="{AF9242E8-77A0-4FA9-C2C2-7A7409FE9D90}"/>
                </a:ext>
              </a:extLst>
            </p:cNvPr>
            <p:cNvCxnSpPr>
              <a:cxnSpLocks/>
            </p:cNvCxnSpPr>
            <p:nvPr/>
          </p:nvCxnSpPr>
          <p:spPr>
            <a:xfrm>
              <a:off x="3877452" y="4493463"/>
              <a:ext cx="2131730" cy="67243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2" name="连接符: 肘形 11">
              <a:extLst>
                <a:ext uri="{FF2B5EF4-FFF2-40B4-BE49-F238E27FC236}">
                  <a16:creationId xmlns:a16="http://schemas.microsoft.com/office/drawing/2014/main" id="{54CA6B3C-6657-8E79-EBC4-8B497FD6E2BD}"/>
                </a:ext>
              </a:extLst>
            </p:cNvPr>
            <p:cNvCxnSpPr>
              <a:cxnSpLocks/>
            </p:cNvCxnSpPr>
            <p:nvPr/>
          </p:nvCxnSpPr>
          <p:spPr>
            <a:xfrm>
              <a:off x="3877452" y="4493463"/>
              <a:ext cx="2131730" cy="1408063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514C1D68-CA48-6FAA-AA75-0B7626E594A4}"/>
                </a:ext>
              </a:extLst>
            </p:cNvPr>
            <p:cNvCxnSpPr/>
            <p:nvPr/>
          </p:nvCxnSpPr>
          <p:spPr>
            <a:xfrm>
              <a:off x="3877452" y="4493463"/>
              <a:ext cx="20849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14A33FD7-2699-9B83-CB82-CA775E8A7AF9}"/>
                </a:ext>
              </a:extLst>
            </p:cNvPr>
            <p:cNvCxnSpPr>
              <a:cxnSpLocks/>
            </p:cNvCxnSpPr>
            <p:nvPr/>
          </p:nvCxnSpPr>
          <p:spPr>
            <a:xfrm>
              <a:off x="9519752" y="5914826"/>
              <a:ext cx="11104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695FF2FD-D8D5-EFC4-B7A5-5402379D8626}"/>
                </a:ext>
              </a:extLst>
            </p:cNvPr>
            <p:cNvCxnSpPr>
              <a:cxnSpLocks/>
            </p:cNvCxnSpPr>
            <p:nvPr/>
          </p:nvCxnSpPr>
          <p:spPr>
            <a:xfrm>
              <a:off x="9484351" y="3741023"/>
              <a:ext cx="11104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894FF6FB-DAF1-195E-F878-E9828ACC1FF1}"/>
                </a:ext>
              </a:extLst>
            </p:cNvPr>
            <p:cNvCxnSpPr>
              <a:cxnSpLocks/>
            </p:cNvCxnSpPr>
            <p:nvPr/>
          </p:nvCxnSpPr>
          <p:spPr>
            <a:xfrm>
              <a:off x="9492043" y="5219761"/>
              <a:ext cx="11104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B2495513-F4FC-5A43-7308-3F542D85A525}"/>
                </a:ext>
              </a:extLst>
            </p:cNvPr>
            <p:cNvCxnSpPr>
              <a:cxnSpLocks/>
            </p:cNvCxnSpPr>
            <p:nvPr/>
          </p:nvCxnSpPr>
          <p:spPr>
            <a:xfrm>
              <a:off x="9492043" y="4506763"/>
              <a:ext cx="11104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EB1C1ED0-B16E-711F-A9D0-ADC31365AF84}"/>
                </a:ext>
              </a:extLst>
            </p:cNvPr>
            <p:cNvCxnSpPr>
              <a:cxnSpLocks/>
            </p:cNvCxnSpPr>
            <p:nvPr/>
          </p:nvCxnSpPr>
          <p:spPr>
            <a:xfrm>
              <a:off x="9484351" y="2937800"/>
              <a:ext cx="11104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4000" i="1" dirty="0"/>
              <a:t>Boolean</a:t>
            </a:r>
            <a:r>
              <a:rPr lang="en-US" sz="4000" dirty="0"/>
              <a:t> Type</a:t>
            </a:r>
          </a:p>
          <a:p>
            <a:pPr marL="400050" lvl="1" indent="0">
              <a:buNone/>
            </a:pPr>
            <a:r>
              <a:rPr lang="en-US" sz="3600" dirty="0"/>
              <a:t>	Bool true false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4000" dirty="0"/>
              <a:t>Relational and Logical Operators</a:t>
            </a:r>
          </a:p>
          <a:p>
            <a:pPr marL="400050" lvl="1" indent="0">
              <a:buNone/>
            </a:pPr>
            <a:r>
              <a:rPr lang="en-US" sz="3600" dirty="0"/>
              <a:t>	&gt;, &lt;, &gt;=, &lt;=, ==,         !, &amp;&amp;, ||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4000" dirty="0"/>
              <a:t>Operator Precedence</a:t>
            </a:r>
          </a:p>
          <a:p>
            <a:pPr marL="514350" indent="-514350">
              <a:buFont typeface="+mj-lt"/>
              <a:buAutoNum type="arabicPeriod"/>
            </a:pPr>
            <a:endParaRPr lang="en-US" sz="4000" dirty="0"/>
          </a:p>
          <a:p>
            <a:pPr marL="514350" indent="-514350">
              <a:buFont typeface="+mj-lt"/>
              <a:buAutoNum type="arabicPeriod"/>
            </a:pPr>
            <a:r>
              <a:rPr lang="en-US" sz="4000" dirty="0"/>
              <a:t>Selection Control Structure/Branching (</a:t>
            </a:r>
            <a:r>
              <a:rPr lang="en-US" sz="4000" b="1" dirty="0">
                <a:latin typeface="Consolas"/>
              </a:rPr>
              <a:t>if-else</a:t>
            </a:r>
            <a:r>
              <a:rPr lang="en-US" sz="4000" dirty="0"/>
              <a:t>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1728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</a:t>
            </a:r>
            <a:r>
              <a:rPr lang="en-US" i="1"/>
              <a:t>Boolean</a:t>
            </a:r>
            <a:r>
              <a:rPr lang="en-US"/>
              <a:t> Type</a:t>
            </a:r>
            <a:endParaRPr lang="en-US"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85" y="1401714"/>
            <a:ext cx="11910647" cy="4770485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i="1" dirty="0">
                <a:solidFill>
                  <a:srgbClr val="0070C0"/>
                </a:solidFill>
              </a:rPr>
              <a:t>Boolean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data type is a data type that has two values </a:t>
            </a:r>
          </a:p>
          <a:p>
            <a:pPr marL="0" indent="0">
              <a:buNone/>
            </a:pPr>
            <a:r>
              <a:rPr lang="en-US" dirty="0"/>
              <a:t>   (usually </a:t>
            </a:r>
            <a:r>
              <a:rPr lang="en-US" b="1" i="1" dirty="0"/>
              <a:t>true</a:t>
            </a:r>
            <a:r>
              <a:rPr lang="en-US" dirty="0"/>
              <a:t> and </a:t>
            </a:r>
            <a:r>
              <a:rPr lang="en-US" b="1" i="1" dirty="0"/>
              <a:t>false</a:t>
            </a:r>
            <a:r>
              <a:rPr lang="en-US" dirty="0"/>
              <a:t>). </a:t>
            </a:r>
          </a:p>
          <a:p>
            <a:pPr lvl="6"/>
            <a:endParaRPr lang="en-US" dirty="0"/>
          </a:p>
          <a:p>
            <a:pPr lvl="1"/>
            <a:r>
              <a:rPr lang="en-US" dirty="0"/>
              <a:t>Not all C compilers support the Boolean data type.</a:t>
            </a:r>
          </a:p>
          <a:p>
            <a:pPr lvl="1"/>
            <a:r>
              <a:rPr lang="en-US" dirty="0"/>
              <a:t>Hence, a common practice is using the </a:t>
            </a:r>
            <a:r>
              <a:rPr lang="en-US" b="1" u="sng" dirty="0"/>
              <a:t>Integer data type as the Boolean </a:t>
            </a:r>
            <a:r>
              <a:rPr lang="en-US" dirty="0"/>
              <a:t>data type.</a:t>
            </a:r>
          </a:p>
          <a:p>
            <a:pPr marL="0" indent="0">
              <a:buNone/>
            </a:pPr>
            <a:r>
              <a:rPr lang="en-US" sz="1900" dirty="0"/>
              <a:t>								</a:t>
            </a:r>
          </a:p>
          <a:p>
            <a:r>
              <a:rPr lang="en-US" dirty="0"/>
              <a:t>A Boolean expression in C language evaluates to either </a:t>
            </a:r>
            <a:r>
              <a:rPr lang="en-US" b="1" dirty="0">
                <a:solidFill>
                  <a:srgbClr val="C00000"/>
                </a:solidFill>
              </a:rPr>
              <a:t>0 (false) or 1 (true).</a:t>
            </a:r>
          </a:p>
          <a:p>
            <a:pPr lvl="6"/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99070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58AEE3-C5D4-BB08-AD04-DAC680B17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 </a:t>
            </a:r>
            <a:r>
              <a:rPr lang="en-US" altLang="zh-CN" i="1"/>
              <a:t>Boolean</a:t>
            </a:r>
            <a:r>
              <a:rPr lang="en-US" altLang="zh-CN"/>
              <a:t> Type</a:t>
            </a:r>
            <a:endParaRPr lang="LID4096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3FA8D3-2A72-A4CB-8803-7E7DE1333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3B1795D-6048-AB91-7C94-458B043DE9D7}"/>
              </a:ext>
            </a:extLst>
          </p:cNvPr>
          <p:cNvSpPr txBox="1">
            <a:spLocks/>
          </p:cNvSpPr>
          <p:nvPr/>
        </p:nvSpPr>
        <p:spPr>
          <a:xfrm>
            <a:off x="1837513" y="1143000"/>
            <a:ext cx="8689811" cy="38811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  <a:ea typeface="+mn-lt"/>
                <a:cs typeface="+mn-lt"/>
              </a:rPr>
              <a:t>#include &lt;</a:t>
            </a:r>
            <a:r>
              <a:rPr lang="en-US" sz="1800" dirty="0" err="1">
                <a:solidFill>
                  <a:srgbClr val="00B050"/>
                </a:solidFill>
                <a:latin typeface="Consolas" panose="020B0609020204030204" pitchFamily="49" charset="0"/>
                <a:ea typeface="+mn-lt"/>
                <a:cs typeface="+mn-lt"/>
              </a:rPr>
              <a:t>stdio.h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  <a:ea typeface="+mn-lt"/>
                <a:cs typeface="+mn-lt"/>
              </a:rPr>
              <a:t>&gt;</a:t>
            </a:r>
          </a:p>
          <a:p>
            <a:pPr>
              <a:buFont typeface="Arial" pitchFamily="34" charset="0"/>
              <a:buNone/>
            </a:pP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  <a:ea typeface="+mn-lt"/>
                <a:cs typeface="+mn-lt"/>
              </a:rPr>
              <a:t>#include &lt;</a:t>
            </a:r>
            <a:r>
              <a:rPr lang="en-US" sz="1800" dirty="0" err="1">
                <a:solidFill>
                  <a:srgbClr val="00B050"/>
                </a:solidFill>
                <a:latin typeface="Consolas" panose="020B0609020204030204" pitchFamily="49" charset="0"/>
                <a:ea typeface="+mn-lt"/>
                <a:cs typeface="+mn-lt"/>
              </a:rPr>
              <a:t>stdbool.h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  <a:ea typeface="+mn-lt"/>
                <a:cs typeface="+mn-lt"/>
              </a:rPr>
              <a:t>&gt;</a:t>
            </a:r>
          </a:p>
          <a:p>
            <a:pPr>
              <a:buFont typeface="Arial" pitchFamily="34" charset="0"/>
              <a:buNone/>
            </a:pPr>
            <a:endParaRPr lang="en-US" sz="1800" dirty="0">
              <a:solidFill>
                <a:schemeClr val="accent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itchFamily="34" charset="0"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ea typeface="+mn-lt"/>
                <a:cs typeface="+mn-lt"/>
              </a:rPr>
              <a:t>int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main()</a:t>
            </a:r>
          </a:p>
          <a:p>
            <a:pPr>
              <a:buFont typeface="Arial" pitchFamily="34" charset="0"/>
              <a:buNone/>
            </a:pP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{</a:t>
            </a:r>
          </a:p>
          <a:p>
            <a:pPr>
              <a:buFont typeface="Arial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ea typeface="+mn-lt"/>
                <a:cs typeface="+mn-lt"/>
              </a:rPr>
              <a:t>bool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a = </a:t>
            </a:r>
            <a:r>
              <a:rPr lang="en-US" sz="180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true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;</a:t>
            </a:r>
            <a:endParaRPr lang="en-US" sz="1800" dirty="0">
              <a:solidFill>
                <a:schemeClr val="accent1"/>
              </a:solidFill>
              <a:latin typeface="Consolas" panose="020B0609020204030204" pitchFamily="49" charset="0"/>
              <a:ea typeface="+mn-lt"/>
              <a:cs typeface="+mn-lt"/>
            </a:endParaRPr>
          </a:p>
          <a:p>
            <a:pPr>
              <a:buFont typeface="Arial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   </a:t>
            </a:r>
          </a:p>
          <a:p>
            <a:pPr>
              <a:buFont typeface="Arial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 dirty="0" err="1">
                <a:latin typeface="Consolas" panose="020B0609020204030204" pitchFamily="49" charset="0"/>
                <a:ea typeface="+mn-lt"/>
                <a:cs typeface="+mn-lt"/>
              </a:rPr>
              <a:t>printf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(</a:t>
            </a:r>
            <a:r>
              <a:rPr lang="en-US" sz="180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, a);</a:t>
            </a:r>
          </a:p>
          <a:p>
            <a:pPr>
              <a:buFont typeface="Arial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>
              <a:buFont typeface="Arial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ea typeface="+mn-lt"/>
                <a:cs typeface="+mn-lt"/>
              </a:rPr>
              <a:t>return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</a:t>
            </a:r>
            <a:r>
              <a:rPr lang="en-US" sz="180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;</a:t>
            </a:r>
          </a:p>
          <a:p>
            <a:pPr>
              <a:buFont typeface="Arial" pitchFamily="34" charset="0"/>
              <a:buNone/>
            </a:pP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9513C8-95BC-3784-1370-482C1B673BCA}"/>
              </a:ext>
            </a:extLst>
          </p:cNvPr>
          <p:cNvSpPr txBox="1"/>
          <p:nvPr/>
        </p:nvSpPr>
        <p:spPr>
          <a:xfrm>
            <a:off x="4762500" y="1524001"/>
            <a:ext cx="66294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</a:rPr>
              <a:t>// we may need to include </a:t>
            </a:r>
            <a:r>
              <a:rPr lang="en-US" altLang="zh-CN" sz="2000" b="1" dirty="0" err="1">
                <a:solidFill>
                  <a:srgbClr val="C00000"/>
                </a:solidFill>
              </a:rPr>
              <a:t>stdbool.h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endParaRPr lang="en-US" altLang="zh-CN" sz="2000" b="1" dirty="0">
              <a:solidFill>
                <a:srgbClr val="C00000"/>
              </a:solidFill>
            </a:endParaRPr>
          </a:p>
          <a:p>
            <a:endParaRPr lang="en-US" altLang="zh-CN" sz="2000" b="1" dirty="0">
              <a:solidFill>
                <a:srgbClr val="C00000"/>
              </a:solidFill>
            </a:endParaRPr>
          </a:p>
          <a:p>
            <a:endParaRPr lang="en-US" altLang="zh-CN" sz="2000" b="1" dirty="0">
              <a:solidFill>
                <a:srgbClr val="C00000"/>
              </a:solidFill>
            </a:endParaRPr>
          </a:p>
          <a:p>
            <a:r>
              <a:rPr lang="en-US" altLang="zh-CN" sz="2000" b="1" dirty="0">
                <a:solidFill>
                  <a:srgbClr val="C00000"/>
                </a:solidFill>
              </a:rPr>
              <a:t>// define a Boolean variable</a:t>
            </a:r>
          </a:p>
          <a:p>
            <a:endParaRPr lang="en-US" altLang="zh-CN" sz="2000" b="1" dirty="0">
              <a:solidFill>
                <a:srgbClr val="C00000"/>
              </a:solidFill>
            </a:endParaRPr>
          </a:p>
          <a:p>
            <a:r>
              <a:rPr lang="en-US" altLang="zh-CN" sz="2000" b="1" dirty="0">
                <a:solidFill>
                  <a:srgbClr val="C00000"/>
                </a:solidFill>
              </a:rPr>
              <a:t>//treat it as int to print out</a:t>
            </a:r>
          </a:p>
          <a:p>
            <a:r>
              <a:rPr lang="en-US" altLang="zh-CN" sz="2000" b="1" dirty="0">
                <a:solidFill>
                  <a:srgbClr val="C00000"/>
                </a:solidFill>
              </a:rPr>
              <a:t>//  0 (false)  or 1  (true).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809740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69BC6667-02FA-4EB9-8E4C-BF393235DDC1}" type="slidenum">
              <a:rPr lang="zh-TW" altLang="en-US" b="0" smtClean="0">
                <a:latin typeface="Calibri" panose="020F0502020204030204" pitchFamily="34" charset="0"/>
              </a:rPr>
              <a:pPr/>
              <a:t>5</a:t>
            </a:fld>
            <a:endParaRPr lang="en-US" altLang="zh-TW" b="0">
              <a:latin typeface="Calibri" panose="020F0502020204030204" pitchFamily="34" charset="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4000">
                <a:ea typeface="新細明體" pitchFamily="18" charset="-120"/>
              </a:rPr>
              <a:t>Where do we use the Boolean data type?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CB156-40D0-B4E4-A507-39A23762ECC4}"/>
              </a:ext>
            </a:extLst>
          </p:cNvPr>
          <p:cNvSpPr txBox="1"/>
          <p:nvPr/>
        </p:nvSpPr>
        <p:spPr>
          <a:xfrm>
            <a:off x="1676400" y="1219200"/>
            <a:ext cx="8991600" cy="448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>
                <a:ea typeface="新細明體" pitchFamily="18" charset="-120"/>
              </a:rPr>
              <a:t>Comparison.</a:t>
            </a:r>
          </a:p>
          <a:p>
            <a:pPr eaLnBrk="1" hangingPunct="1">
              <a:lnSpc>
                <a:spcPct val="90000"/>
              </a:lnSpc>
            </a:pPr>
            <a:endParaRPr lang="en-US" altLang="zh-TW" sz="2800" dirty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2800" dirty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>
                <a:ea typeface="新細明體" pitchFamily="18" charset="-120"/>
              </a:rPr>
              <a:t>Suppose </a:t>
            </a:r>
            <a:r>
              <a:rPr lang="en-US" altLang="zh-TW" sz="2800" b="1" dirty="0"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sz="2800" dirty="0">
                <a:ea typeface="新細明體" pitchFamily="18" charset="-120"/>
              </a:rPr>
              <a:t> and </a:t>
            </a:r>
            <a:r>
              <a:rPr lang="en-US" altLang="zh-TW" sz="2800" b="1" dirty="0">
                <a:latin typeface="Consolas" panose="020B0609020204030204" pitchFamily="49" charset="0"/>
                <a:ea typeface="新細明體" pitchFamily="18" charset="-120"/>
              </a:rPr>
              <a:t>y</a:t>
            </a:r>
            <a:r>
              <a:rPr lang="en-US" altLang="zh-TW" sz="2800" dirty="0">
                <a:ea typeface="新細明體" pitchFamily="18" charset="-120"/>
              </a:rPr>
              <a:t> are declared as</a:t>
            </a:r>
          </a:p>
          <a:p>
            <a:pPr eaLnBrk="1" hangingPunct="1">
              <a:lnSpc>
                <a:spcPct val="90000"/>
              </a:lnSpc>
            </a:pPr>
            <a:endParaRPr lang="en-US" altLang="zh-TW" sz="2800" dirty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b="1" dirty="0">
                <a:latin typeface="Consolas" panose="020B0609020204030204" pitchFamily="49" charset="0"/>
                <a:ea typeface="新細明體" pitchFamily="18" charset="-120"/>
              </a:rPr>
              <a:t>	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 x = 0, y = 100;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40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5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x &gt; 10				</a:t>
            </a:r>
            <a:r>
              <a:rPr lang="en-US" altLang="zh-TW" sz="25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  <a:sym typeface="Wingdings" pitchFamily="2" charset="2"/>
              </a:rPr>
              <a:t>	false</a:t>
            </a:r>
          </a:p>
          <a:p>
            <a:pPr lvl="2" eaLnBrk="1" hangingPunct="1">
              <a:lnSpc>
                <a:spcPct val="90000"/>
              </a:lnSpc>
            </a:pPr>
            <a:endParaRPr lang="en-US" altLang="zh-TW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  <a:sym typeface="Wingdings" pitchFamily="2" charset="2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5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  <a:sym typeface="Wingdings" pitchFamily="2" charset="2"/>
              </a:rPr>
              <a:t>	y &gt;= (x + 100)				true</a:t>
            </a:r>
          </a:p>
          <a:p>
            <a:pPr lvl="2" eaLnBrk="1" hangingPunct="1">
              <a:lnSpc>
                <a:spcPct val="90000"/>
              </a:lnSpc>
            </a:pPr>
            <a:endParaRPr lang="en-US" altLang="zh-TW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  <a:sym typeface="Wingdings" pitchFamily="2" charset="2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5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  <a:sym typeface="Wingdings" pitchFamily="2" charset="2"/>
              </a:rPr>
              <a:t>	100 == (x + y)				true</a:t>
            </a:r>
          </a:p>
        </p:txBody>
      </p:sp>
    </p:spTree>
    <p:extLst>
      <p:ext uri="{BB962C8B-B14F-4D97-AF65-F5344CB8AC3E}">
        <p14:creationId xmlns:p14="http://schemas.microsoft.com/office/powerpoint/2010/main" val="223656882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69BC6667-02FA-4EB9-8E4C-BF393235DDC1}" type="slidenum">
              <a:rPr lang="zh-TW" altLang="en-US" b="0" smtClean="0">
                <a:latin typeface="Calibri" panose="020F0502020204030204" pitchFamily="34" charset="0"/>
              </a:rPr>
              <a:pPr/>
              <a:t>6</a:t>
            </a:fld>
            <a:endParaRPr lang="en-US" altLang="zh-TW" b="0">
              <a:latin typeface="Calibri" panose="020F0502020204030204" pitchFamily="34" charset="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4000">
                <a:ea typeface="新細明體"/>
              </a:rPr>
              <a:t>2. Relational Operators</a:t>
            </a:r>
            <a:endParaRPr lang="en-US" altLang="zh-TW" sz="4000">
              <a:ea typeface="新細明體"/>
              <a:cs typeface="Calibri"/>
            </a:endParaRPr>
          </a:p>
        </p:txBody>
      </p:sp>
      <p:graphicFrame>
        <p:nvGraphicFramePr>
          <p:cNvPr id="414838" name="Group 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365531"/>
              </p:ext>
            </p:extLst>
          </p:nvPr>
        </p:nvGraphicFramePr>
        <p:xfrm>
          <a:off x="1284269" y="1242066"/>
          <a:ext cx="9593191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8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3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0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Operators</a:t>
                      </a:r>
                      <a:endParaRPr kumimoji="0" lang="en-US" altLang="zh-TW" sz="2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Examples</a:t>
                      </a:r>
                      <a:endParaRPr kumimoji="0" lang="en-US" altLang="zh-TW" sz="2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Meanings</a:t>
                      </a:r>
                      <a:endParaRPr kumimoji="0" lang="en-US" altLang="zh-TW" sz="2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1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Equality</a:t>
                      </a:r>
                      <a:endParaRPr kumimoji="0" lang="en-US" altLang="zh-TW" sz="2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==</a:t>
                      </a:r>
                      <a:endParaRPr kumimoji="0" lang="en-US" altLang="zh-TW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</a:t>
                      </a:r>
                      <a:r>
                        <a:rPr kumimoji="0" lang="en-US" altLang="zh-TW" sz="280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==</a:t>
                      </a:r>
                      <a:r>
                        <a:rPr kumimoji="0" lang="en-US" altLang="zh-TW" sz="28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y</a:t>
                      </a:r>
                      <a:endParaRPr kumimoji="0" lang="en-US" altLang="zh-TW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u="none" strike="noStrike" cap="none" normalizeH="0" baseline="0">
                          <a:ln>
                            <a:noFill/>
                          </a:ln>
                          <a:effectLst/>
                          <a:latin typeface="+mn-lt"/>
                        </a:rPr>
                        <a:t>x is </a:t>
                      </a:r>
                      <a:r>
                        <a:rPr kumimoji="0" lang="en-US" altLang="zh-TW" sz="2800" u="none" strike="noStrike" cap="none" normalizeH="0" baseline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+mn-lt"/>
                        </a:rPr>
                        <a:t>equal to </a:t>
                      </a:r>
                      <a:r>
                        <a:rPr kumimoji="0" lang="en-US" altLang="zh-TW" sz="2800" u="none" strike="noStrike" cap="none" normalizeH="0" baseline="0">
                          <a:ln>
                            <a:noFill/>
                          </a:ln>
                          <a:effectLst/>
                          <a:latin typeface="+mn-lt"/>
                        </a:rPr>
                        <a:t>y</a:t>
                      </a:r>
                      <a:endParaRPr kumimoji="0" lang="en-US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!=</a:t>
                      </a:r>
                      <a:endParaRPr kumimoji="0" lang="en-US" altLang="zh-TW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</a:t>
                      </a:r>
                      <a:r>
                        <a:rPr kumimoji="0" lang="en-US" altLang="zh-TW" sz="2800" u="none" strike="noStrike" kern="1200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!=</a:t>
                      </a:r>
                      <a:r>
                        <a:rPr kumimoji="0" lang="en-US" altLang="zh-TW" sz="28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10</a:t>
                      </a:r>
                      <a:endParaRPr kumimoji="0" lang="en-US" altLang="zh-TW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u="none" strike="noStrike" cap="none" normalizeH="0" baseline="0">
                          <a:ln>
                            <a:noFill/>
                          </a:ln>
                          <a:effectLst/>
                          <a:latin typeface="+mn-lt"/>
                        </a:rPr>
                        <a:t>x is </a:t>
                      </a:r>
                      <a:r>
                        <a:rPr kumimoji="0" lang="en-US" altLang="zh-TW" sz="2800" u="none" strike="noStrike" kern="1200" cap="none" normalizeH="0" baseline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equal to </a:t>
                      </a:r>
                      <a:r>
                        <a:rPr kumimoji="0" lang="en-US" altLang="zh-TW" sz="2800" u="none" strike="noStrike" cap="none" normalizeH="0" baseline="0">
                          <a:ln>
                            <a:noFill/>
                          </a:ln>
                          <a:effectLst/>
                          <a:latin typeface="+mn-lt"/>
                        </a:rPr>
                        <a:t>10</a:t>
                      </a:r>
                      <a:endParaRPr kumimoji="0" lang="en-US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0" i="1" u="none" strike="noStrike" cap="none" normalizeH="0" baseline="0">
                          <a:ln>
                            <a:noFill/>
                          </a:ln>
                          <a:effectLst/>
                          <a:latin typeface="+mn-lt"/>
                        </a:rPr>
                        <a:t>Relational</a:t>
                      </a:r>
                      <a:endParaRPr kumimoji="0" lang="zh-TW" altLang="en-US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u="none" strike="noStrike" kern="1200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&gt;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</a:t>
                      </a:r>
                      <a:r>
                        <a:rPr kumimoji="0" lang="en-US" altLang="zh-TW" sz="2800" u="none" strike="noStrike" kern="1200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&gt;</a:t>
                      </a:r>
                      <a:r>
                        <a:rPr kumimoji="0" lang="en-US" altLang="zh-TW" sz="28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3</a:t>
                      </a:r>
                      <a:endParaRPr kumimoji="0" lang="en-US" altLang="zh-TW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u="none" strike="noStrike" cap="none" normalizeH="0" baseline="0">
                          <a:ln>
                            <a:noFill/>
                          </a:ln>
                          <a:effectLst/>
                          <a:latin typeface="+mn-lt"/>
                        </a:rPr>
                        <a:t>x is </a:t>
                      </a:r>
                      <a:r>
                        <a:rPr kumimoji="0" lang="en-US" altLang="zh-TW" sz="2800" u="none" strike="noStrike" kern="1200" cap="none" normalizeH="0" baseline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greater than </a:t>
                      </a:r>
                      <a:r>
                        <a:rPr kumimoji="0" lang="en-US" altLang="zh-TW" sz="2800" u="none" strike="noStrike" cap="none" normalizeH="0" baseline="0">
                          <a:ln>
                            <a:noFill/>
                          </a:ln>
                          <a:effectLst/>
                          <a:latin typeface="+mn-lt"/>
                        </a:rPr>
                        <a:t>3</a:t>
                      </a:r>
                      <a:endParaRPr kumimoji="0" lang="en-US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u="none" strike="noStrike" kern="1200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&lt;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 </a:t>
                      </a:r>
                      <a:r>
                        <a:rPr kumimoji="0" lang="en-US" altLang="zh-TW" sz="2800" u="none" strike="noStrike" kern="1200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&lt;</a:t>
                      </a:r>
                      <a:r>
                        <a:rPr kumimoji="0" lang="en-US" altLang="zh-TW" sz="28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0</a:t>
                      </a:r>
                      <a:endParaRPr kumimoji="0" lang="en-US" altLang="zh-TW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u="none" strike="noStrike" cap="none" normalizeH="0" baseline="0">
                          <a:ln>
                            <a:noFill/>
                          </a:ln>
                          <a:effectLst/>
                          <a:latin typeface="+mn-lt"/>
                        </a:rPr>
                        <a:t>y is </a:t>
                      </a:r>
                      <a:r>
                        <a:rPr kumimoji="0" lang="en-US" altLang="zh-TW" sz="2800" u="none" strike="noStrike" kern="1200" cap="none" normalizeH="0" baseline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less than </a:t>
                      </a:r>
                      <a:r>
                        <a:rPr kumimoji="0" lang="en-US" altLang="zh-TW" sz="2800" u="none" strike="noStrike" cap="none" normalizeH="0" baseline="0">
                          <a:ln>
                            <a:noFill/>
                          </a:ln>
                          <a:effectLst/>
                          <a:latin typeface="+mn-lt"/>
                        </a:rPr>
                        <a:t>0</a:t>
                      </a:r>
                      <a:endParaRPr kumimoji="0" lang="en-US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u="none" strike="noStrike" kern="1200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&gt;=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</a:t>
                      </a:r>
                      <a:r>
                        <a:rPr kumimoji="0" lang="en-US" altLang="zh-TW" sz="2800" u="none" strike="noStrike" kern="1200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&gt;=</a:t>
                      </a:r>
                      <a:r>
                        <a:rPr kumimoji="0" lang="en-US" altLang="zh-TW" sz="28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y</a:t>
                      </a:r>
                      <a:endParaRPr kumimoji="0" lang="en-US" altLang="zh-TW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u="none" strike="noStrike" cap="none" normalizeH="0" baseline="0">
                          <a:ln>
                            <a:noFill/>
                          </a:ln>
                          <a:effectLst/>
                          <a:latin typeface="+mn-lt"/>
                        </a:rPr>
                        <a:t>x is </a:t>
                      </a:r>
                      <a:r>
                        <a:rPr kumimoji="0" lang="en-US" altLang="zh-TW" sz="2800" u="none" strike="noStrike" kern="1200" cap="none" normalizeH="0" baseline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greater than or equal to </a:t>
                      </a:r>
                      <a:r>
                        <a:rPr kumimoji="0" lang="en-US" altLang="zh-TW" sz="2800" u="none" strike="noStrike" cap="none" normalizeH="0" baseline="0">
                          <a:ln>
                            <a:noFill/>
                          </a:ln>
                          <a:effectLst/>
                          <a:latin typeface="+mn-lt"/>
                        </a:rPr>
                        <a:t>y</a:t>
                      </a:r>
                      <a:endParaRPr kumimoji="0" lang="en-US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u="none" strike="noStrike" kern="1200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&lt;=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 </a:t>
                      </a:r>
                      <a:r>
                        <a:rPr kumimoji="0" lang="en-US" altLang="zh-TW" sz="2800" u="none" strike="noStrike" kern="1200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&lt;=</a:t>
                      </a:r>
                      <a:r>
                        <a:rPr kumimoji="0" lang="en-US" altLang="zh-TW" sz="2800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-4</a:t>
                      </a:r>
                      <a:endParaRPr kumimoji="0" lang="en-US" altLang="zh-TW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y is </a:t>
                      </a:r>
                      <a:r>
                        <a:rPr kumimoji="0" lang="en-US" altLang="zh-TW" sz="28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less than or equal to </a:t>
                      </a:r>
                      <a:r>
                        <a:rPr kumimoji="0" lang="en-US" altLang="zh-TW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-4</a:t>
                      </a:r>
                      <a:endParaRPr kumimoji="0" lang="en-US" altLang="zh-TW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B58F326-C3CB-884A-8A77-AE1915510105}"/>
              </a:ext>
            </a:extLst>
          </p:cNvPr>
          <p:cNvSpPr/>
          <p:nvPr/>
        </p:nvSpPr>
        <p:spPr>
          <a:xfrm>
            <a:off x="8077200" y="146047"/>
            <a:ext cx="3962400" cy="12192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ct val="0"/>
              </a:spcBef>
            </a:pPr>
            <a:r>
              <a:rPr kumimoji="1" lang="en-GB" sz="3200" i="1">
                <a:solidFill>
                  <a:srgbClr val="C00000"/>
                </a:solidFill>
                <a:ea typeface="新細明體" pitchFamily="18" charset="-120"/>
                <a:cs typeface="Times New Roman" pitchFamily="18" charset="0"/>
              </a:rPr>
              <a:t>Observe with care: </a:t>
            </a:r>
            <a:br>
              <a:rPr kumimoji="1" lang="en-GB" sz="3200" i="1">
                <a:solidFill>
                  <a:srgbClr val="C00000"/>
                </a:solidFill>
                <a:ea typeface="新細明體" pitchFamily="18" charset="-120"/>
                <a:cs typeface="Times New Roman" pitchFamily="18" charset="0"/>
              </a:rPr>
            </a:br>
            <a:r>
              <a:rPr kumimoji="1" lang="en-GB" sz="3200" b="1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=</a:t>
            </a:r>
            <a:r>
              <a:rPr kumimoji="1" lang="en-GB" sz="3200">
                <a:solidFill>
                  <a:srgbClr val="C00000"/>
                </a:solidFill>
                <a:ea typeface="新細明體" pitchFamily="18" charset="-120"/>
                <a:cs typeface="Times New Roman" pitchFamily="18" charset="0"/>
              </a:rPr>
              <a:t> and </a:t>
            </a:r>
            <a:r>
              <a:rPr kumimoji="1" lang="en-GB" sz="3200" b="1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==</a:t>
            </a:r>
            <a:r>
              <a:rPr kumimoji="1" lang="en-GB" sz="3200">
                <a:solidFill>
                  <a:srgbClr val="C00000"/>
                </a:solidFill>
                <a:ea typeface="新細明體" pitchFamily="18" charset="-120"/>
                <a:cs typeface="Times New Roman" pitchFamily="18" charset="0"/>
              </a:rPr>
              <a:t> are different!</a:t>
            </a:r>
          </a:p>
        </p:txBody>
      </p:sp>
    </p:spTree>
    <p:extLst>
      <p:ext uri="{BB962C8B-B14F-4D97-AF65-F5344CB8AC3E}">
        <p14:creationId xmlns:p14="http://schemas.microsoft.com/office/powerpoint/2010/main" val="34257253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5116561F-2C76-421A-8160-9362DF42FAB4}" type="slidenum">
              <a:rPr lang="zh-TW" altLang="en-US" b="0" smtClean="0">
                <a:latin typeface="Calibri" panose="020F0502020204030204" pitchFamily="34" charset="0"/>
              </a:rPr>
              <a:pPr/>
              <a:t>7</a:t>
            </a:fld>
            <a:endParaRPr lang="en-US" altLang="zh-TW" b="0">
              <a:latin typeface="Calibri" panose="020F0502020204030204" pitchFamily="34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>
                <a:ea typeface="新細明體"/>
              </a:rPr>
              <a:t>2.1. Results of Comparison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219201"/>
            <a:ext cx="8610600" cy="505142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>
                <a:ea typeface="新細明體" pitchFamily="18" charset="-120"/>
              </a:rPr>
              <a:t>The result of a comparison is either </a:t>
            </a:r>
            <a:r>
              <a:rPr lang="en-US" altLang="zh-TW" sz="28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800">
                <a:ea typeface="新細明體" pitchFamily="18" charset="-120"/>
              </a:rPr>
              <a:t> (false) or </a:t>
            </a:r>
            <a:r>
              <a:rPr lang="en-US" altLang="zh-TW" sz="28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800">
                <a:ea typeface="新細明體" pitchFamily="18" charset="-120"/>
              </a:rPr>
              <a:t> (true).</a:t>
            </a:r>
          </a:p>
          <a:p>
            <a:pPr eaLnBrk="1" hangingPunct="1">
              <a:lnSpc>
                <a:spcPct val="90000"/>
              </a:lnSpc>
            </a:pPr>
            <a:endParaRPr lang="en-US" altLang="zh-TW" sz="200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800">
                <a:ea typeface="新細明體" pitchFamily="18" charset="-120"/>
              </a:rPr>
              <a:t>Suppose </a:t>
            </a:r>
            <a:r>
              <a:rPr lang="en-US" altLang="zh-TW" sz="2800" b="1"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sz="2800">
                <a:ea typeface="新細明體" pitchFamily="18" charset="-120"/>
              </a:rPr>
              <a:t> and </a:t>
            </a:r>
            <a:r>
              <a:rPr lang="en-US" altLang="zh-TW" sz="2800" b="1">
                <a:latin typeface="Consolas" panose="020B0609020204030204" pitchFamily="49" charset="0"/>
                <a:ea typeface="新細明體" pitchFamily="18" charset="-120"/>
              </a:rPr>
              <a:t>y</a:t>
            </a:r>
            <a:r>
              <a:rPr lang="en-US" altLang="zh-TW" sz="2800">
                <a:ea typeface="新細明體" pitchFamily="18" charset="-120"/>
              </a:rPr>
              <a:t> are declared as</a:t>
            </a:r>
          </a:p>
          <a:p>
            <a:pPr eaLnBrk="1" hangingPunct="1">
              <a:lnSpc>
                <a:spcPct val="90000"/>
              </a:lnSpc>
            </a:pPr>
            <a:endParaRPr lang="en-US" altLang="zh-TW" sz="280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b="1">
                <a:latin typeface="Consolas" panose="020B0609020204030204" pitchFamily="49" charset="0"/>
                <a:ea typeface="新細明體" pitchFamily="18" charset="-120"/>
              </a:rPr>
              <a:t>	</a:t>
            </a:r>
            <a:r>
              <a:rPr lang="en-US" altLang="zh-TW" sz="240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4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x = 0, y = 100;</a:t>
            </a:r>
          </a:p>
          <a:p>
            <a:pPr eaLnBrk="1" hangingPunct="1">
              <a:lnSpc>
                <a:spcPct val="90000"/>
              </a:lnSpc>
            </a:pPr>
            <a:endParaRPr lang="en-US" altLang="zh-TW" sz="180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5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x &gt; 10				</a:t>
            </a:r>
            <a:r>
              <a:rPr lang="en-US" altLang="zh-TW" sz="25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  <a:sym typeface="Wingdings" pitchFamily="2" charset="2"/>
              </a:rPr>
              <a:t> 	false </a:t>
            </a:r>
            <a:r>
              <a:rPr lang="en-US" altLang="zh-TW" sz="25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</a:t>
            </a:r>
            <a:r>
              <a:rPr lang="en-US" altLang="zh-TW" sz="25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  <a:sym typeface="Wingdings" pitchFamily="2" charset="2"/>
              </a:rPr>
              <a:t>	0</a:t>
            </a:r>
          </a:p>
          <a:p>
            <a:pPr lvl="2" eaLnBrk="1" hangingPunct="1">
              <a:lnSpc>
                <a:spcPct val="90000"/>
              </a:lnSpc>
            </a:pPr>
            <a:endParaRPr lang="en-US" altLang="zh-TW" sz="180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  <a:sym typeface="Wingdings" pitchFamily="2" charset="2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5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  <a:sym typeface="Wingdings" pitchFamily="2" charset="2"/>
              </a:rPr>
              <a:t>	y &gt;= (x + 100)		 	true  		1</a:t>
            </a:r>
          </a:p>
          <a:p>
            <a:pPr lvl="2" eaLnBrk="1" hangingPunct="1">
              <a:lnSpc>
                <a:spcPct val="90000"/>
              </a:lnSpc>
            </a:pPr>
            <a:endParaRPr lang="en-US" altLang="zh-TW" sz="180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  <a:sym typeface="Wingdings" pitchFamily="2" charset="2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5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  <a:sym typeface="Wingdings" pitchFamily="2" charset="2"/>
              </a:rPr>
              <a:t>	100 == (x + y)		 	true   		1</a:t>
            </a:r>
          </a:p>
        </p:txBody>
      </p:sp>
    </p:spTree>
    <p:extLst>
      <p:ext uri="{BB962C8B-B14F-4D97-AF65-F5344CB8AC3E}">
        <p14:creationId xmlns:p14="http://schemas.microsoft.com/office/powerpoint/2010/main" val="173092657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94077-3B07-442F-9C51-7EB94C893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cs typeface="Calibri"/>
              </a:rPr>
              <a:t>2.1. Comparison Example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3A39C-9482-420C-8BE0-329F5FE9C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8189" y="1946766"/>
            <a:ext cx="8689811" cy="3881100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  <a:ea typeface="+mn-lt"/>
                <a:cs typeface="+mn-lt"/>
              </a:rPr>
              <a:t>#include &lt;</a:t>
            </a:r>
            <a:r>
              <a:rPr lang="en-US" sz="1800" dirty="0" err="1">
                <a:solidFill>
                  <a:srgbClr val="00B050"/>
                </a:solidFill>
                <a:latin typeface="Consolas" panose="020B0609020204030204" pitchFamily="49" charset="0"/>
                <a:ea typeface="+mn-lt"/>
                <a:cs typeface="+mn-lt"/>
              </a:rPr>
              <a:t>stdio.h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  <a:ea typeface="+mn-lt"/>
                <a:cs typeface="+mn-lt"/>
              </a:rPr>
              <a:t>&gt;</a:t>
            </a:r>
          </a:p>
          <a:p>
            <a:pPr>
              <a:buNone/>
            </a:pPr>
            <a:endParaRPr lang="en-US" sz="1800" dirty="0">
              <a:solidFill>
                <a:schemeClr val="accent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ea typeface="+mn-lt"/>
                <a:cs typeface="+mn-lt"/>
              </a:rPr>
              <a:t>int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main()</a:t>
            </a:r>
          </a:p>
          <a:p>
            <a:pPr>
              <a:buNone/>
            </a:pP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{</a:t>
            </a:r>
          </a:p>
          <a:p>
            <a:pPr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ea typeface="+mn-lt"/>
                <a:cs typeface="+mn-lt"/>
              </a:rPr>
              <a:t>int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x = </a:t>
            </a:r>
            <a:r>
              <a:rPr lang="en-US" sz="180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;</a:t>
            </a:r>
          </a:p>
          <a:p>
            <a:pPr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ea typeface="+mn-lt"/>
                <a:cs typeface="+mn-lt"/>
              </a:rPr>
              <a:t>int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y = </a:t>
            </a:r>
            <a:r>
              <a:rPr lang="en-US" sz="180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100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;</a:t>
            </a:r>
          </a:p>
          <a:p>
            <a:pPr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   </a:t>
            </a:r>
          </a:p>
          <a:p>
            <a:pPr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 dirty="0" err="1">
                <a:latin typeface="Consolas" panose="020B0609020204030204" pitchFamily="49" charset="0"/>
                <a:ea typeface="+mn-lt"/>
                <a:cs typeface="+mn-lt"/>
              </a:rPr>
              <a:t>printf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(</a:t>
            </a:r>
            <a:r>
              <a:rPr lang="en-US" sz="180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"%d\n"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, x &gt; </a:t>
            </a:r>
            <a:r>
              <a:rPr lang="en-US" sz="180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);</a:t>
            </a:r>
          </a:p>
          <a:p>
            <a:pPr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 dirty="0" err="1">
                <a:latin typeface="Consolas" panose="020B0609020204030204" pitchFamily="49" charset="0"/>
                <a:ea typeface="+mn-lt"/>
                <a:cs typeface="+mn-lt"/>
              </a:rPr>
              <a:t>printf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(</a:t>
            </a:r>
            <a:r>
              <a:rPr lang="en-US" sz="180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"%d\n"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, y &gt;= (x + </a:t>
            </a:r>
            <a:r>
              <a:rPr lang="en-US" sz="180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100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));</a:t>
            </a:r>
          </a:p>
          <a:p>
            <a:pPr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 dirty="0" err="1">
                <a:latin typeface="Consolas" panose="020B0609020204030204" pitchFamily="49" charset="0"/>
                <a:ea typeface="+mn-lt"/>
                <a:cs typeface="+mn-lt"/>
              </a:rPr>
              <a:t>printf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(</a:t>
            </a:r>
            <a:r>
              <a:rPr lang="en-US" sz="180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"%d\n"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,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</a:t>
            </a:r>
            <a:r>
              <a:rPr lang="en-US" sz="180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100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==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(x + y));</a:t>
            </a:r>
          </a:p>
          <a:p>
            <a:pPr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ea typeface="+mn-lt"/>
                <a:cs typeface="+mn-lt"/>
              </a:rPr>
              <a:t>return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</a:t>
            </a:r>
            <a:r>
              <a:rPr lang="en-US" sz="180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;</a:t>
            </a:r>
          </a:p>
          <a:p>
            <a:pPr>
              <a:buNone/>
            </a:pPr>
            <a:r>
              <a:rPr lang="en-US" sz="1800" dirty="0">
                <a:latin typeface="Consolas" panose="020B0609020204030204" pitchFamily="49" charset="0"/>
                <a:ea typeface="+mn-lt"/>
                <a:cs typeface="+mn-lt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A126C-BBA0-441B-AA7B-6EDD92707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9E52D59-068C-4B8E-B3B5-F170C68E6FCB}"/>
              </a:ext>
            </a:extLst>
          </p:cNvPr>
          <p:cNvSpPr txBox="1">
            <a:spLocks noChangeArrowheads="1"/>
          </p:cNvSpPr>
          <p:nvPr/>
        </p:nvSpPr>
        <p:spPr>
          <a:xfrm>
            <a:off x="1828800" y="1219201"/>
            <a:ext cx="8610600" cy="50514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TW" sz="2800">
                <a:ea typeface="新細明體"/>
                <a:cs typeface="Calibri"/>
              </a:rPr>
              <a:t>What is the output of the following program?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23F4344-5C37-3D4F-8CAC-329BB4FED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227" y="1946766"/>
            <a:ext cx="461963" cy="38811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17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7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17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17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17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17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7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7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7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7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7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7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7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7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7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DBBB5FB-066B-F4F2-2748-3532B58A8062}"/>
              </a:ext>
            </a:extLst>
          </p:cNvPr>
          <p:cNvGrpSpPr/>
          <p:nvPr/>
        </p:nvGrpSpPr>
        <p:grpSpPr>
          <a:xfrm>
            <a:off x="6446673" y="1861039"/>
            <a:ext cx="4569319" cy="3157356"/>
            <a:chOff x="6446673" y="1861039"/>
            <a:chExt cx="4569319" cy="315735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B1B88A2-1054-D8AE-FCD0-245E7EC5D260}"/>
                </a:ext>
              </a:extLst>
            </p:cNvPr>
            <p:cNvSpPr txBox="1"/>
            <p:nvPr/>
          </p:nvSpPr>
          <p:spPr>
            <a:xfrm>
              <a:off x="6446673" y="3887316"/>
              <a:ext cx="4305300" cy="11310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 eaLnBrk="1" hangingPunct="1">
                <a:lnSpc>
                  <a:spcPct val="90000"/>
                </a:lnSpc>
                <a:buFont typeface="Wingdings" pitchFamily="2" charset="2"/>
                <a:buNone/>
              </a:pPr>
              <a:r>
                <a:rPr lang="en-US" altLang="zh-TW" sz="250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  <a:sym typeface="Wingdings" pitchFamily="2" charset="2"/>
                </a:rPr>
                <a:t>	false </a:t>
              </a:r>
              <a:r>
                <a:rPr lang="en-US" altLang="zh-TW" sz="250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	</a:t>
              </a:r>
              <a:r>
                <a:rPr lang="en-US" altLang="zh-TW" sz="250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  <a:sym typeface="Wingdings" pitchFamily="2" charset="2"/>
                </a:rPr>
                <a:t>	0</a:t>
              </a:r>
            </a:p>
            <a:p>
              <a:pPr lvl="1" eaLnBrk="1" hangingPunct="1">
                <a:lnSpc>
                  <a:spcPct val="90000"/>
                </a:lnSpc>
                <a:buFont typeface="Wingdings" pitchFamily="2" charset="2"/>
                <a:buNone/>
              </a:pPr>
              <a:r>
                <a:rPr lang="en-US" altLang="zh-TW" sz="250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  <a:sym typeface="Wingdings" pitchFamily="2" charset="2"/>
                </a:rPr>
                <a:t>	true  		1</a:t>
              </a:r>
            </a:p>
            <a:p>
              <a:pPr lvl="1" eaLnBrk="1" hangingPunct="1">
                <a:lnSpc>
                  <a:spcPct val="90000"/>
                </a:lnSpc>
                <a:buFont typeface="Wingdings" pitchFamily="2" charset="2"/>
                <a:buNone/>
              </a:pPr>
              <a:r>
                <a:rPr lang="en-US" altLang="zh-TW" sz="250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  <a:sym typeface="Wingdings" pitchFamily="2" charset="2"/>
                </a:rPr>
                <a:t>	true   		1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1675C09-9DA6-42AB-2376-3F16640DF2D2}"/>
                </a:ext>
              </a:extLst>
            </p:cNvPr>
            <p:cNvSpPr txBox="1"/>
            <p:nvPr/>
          </p:nvSpPr>
          <p:spPr>
            <a:xfrm>
              <a:off x="7354469" y="1861039"/>
              <a:ext cx="3661523" cy="20621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false is 0</a:t>
              </a:r>
            </a:p>
            <a:p>
              <a:pPr algn="ctr"/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true is 1</a:t>
              </a:r>
            </a:p>
            <a:p>
              <a:pPr algn="ctr"/>
              <a:endPara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r>
                <a:rPr lang="en-US" altLang="zh-CN" sz="3200" b="1" dirty="0">
                  <a:solidFill>
                    <a:srgbClr val="C00000"/>
                  </a:solidFill>
                  <a:latin typeface="Calibri"/>
                </a:rPr>
                <a:t>Bool                    int</a:t>
              </a:r>
              <a:endParaRPr lang="LID4096" dirty="0"/>
            </a:p>
          </p:txBody>
        </p:sp>
      </p:grpSp>
    </p:spTree>
    <p:extLst>
      <p:ext uri="{BB962C8B-B14F-4D97-AF65-F5344CB8AC3E}">
        <p14:creationId xmlns:p14="http://schemas.microsoft.com/office/powerpoint/2010/main" val="330559871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86B66-BAFB-47A0-8448-025479171691}" type="slidenum">
              <a:rPr lang="zh-TW" altLang="en-US"/>
              <a:pPr/>
              <a:t>9</a:t>
            </a:fld>
            <a:endParaRPr lang="en-US" altLang="zh-TW"/>
          </a:p>
        </p:txBody>
      </p:sp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2.2. Logical Operators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00028" y="3993510"/>
            <a:ext cx="8534400" cy="1867127"/>
          </a:xfrm>
        </p:spPr>
        <p:txBody>
          <a:bodyPr>
            <a:norm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TW" b="1" dirty="0">
                <a:ea typeface="新細明體"/>
              </a:rPr>
              <a:t>Logical Operators</a:t>
            </a:r>
          </a:p>
          <a:p>
            <a:pPr algn="ctr">
              <a:buFont typeface="Wingdings" pitchFamily="2" charset="2"/>
              <a:buNone/>
            </a:pPr>
            <a:r>
              <a:rPr lang="zh-TW" altLang="en-US" sz="2800" dirty="0">
                <a:ea typeface="新細明體" pitchFamily="18" charset="-120"/>
              </a:rPr>
              <a:t>	</a:t>
            </a:r>
            <a:endParaRPr lang="en-US" altLang="zh-TW" sz="2800" dirty="0">
              <a:ea typeface="新細明體" pitchFamily="18" charset="-120"/>
            </a:endParaRPr>
          </a:p>
          <a:p>
            <a:pPr algn="ctr">
              <a:buFont typeface="Wingdings" pitchFamily="2" charset="2"/>
              <a:buNone/>
            </a:pPr>
            <a:r>
              <a:rPr lang="en-US" altLang="zh-TW" b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!</a:t>
            </a:r>
            <a:r>
              <a:rPr lang="en-US" altLang="zh-TW" b="1" dirty="0"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lang="en-US" altLang="zh-TW" dirty="0">
                <a:ea typeface="新細明體" pitchFamily="18" charset="-120"/>
              </a:rPr>
              <a:t>(Not)</a:t>
            </a:r>
            <a:r>
              <a:rPr lang="en-US" altLang="zh-TW" b="1" dirty="0">
                <a:latin typeface="Consolas" panose="020B0609020204030204" pitchFamily="49" charset="0"/>
                <a:ea typeface="新細明體" pitchFamily="18" charset="-120"/>
              </a:rPr>
              <a:t>     </a:t>
            </a:r>
            <a:r>
              <a:rPr lang="en-US" altLang="zh-TW" b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&amp;&amp;</a:t>
            </a:r>
            <a:r>
              <a:rPr lang="en-US" altLang="zh-TW" b="1" dirty="0"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lang="en-US" altLang="zh-TW" dirty="0">
                <a:ea typeface="新細明體" pitchFamily="18" charset="-120"/>
              </a:rPr>
              <a:t>(And)</a:t>
            </a:r>
            <a:r>
              <a:rPr lang="en-US" altLang="zh-TW" b="1" dirty="0">
                <a:latin typeface="Consolas" panose="020B0609020204030204" pitchFamily="49" charset="0"/>
                <a:ea typeface="新細明體" pitchFamily="18" charset="-120"/>
              </a:rPr>
              <a:t>    </a:t>
            </a:r>
            <a:r>
              <a:rPr lang="en-US" altLang="zh-TW" b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||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lang="en-US" altLang="zh-TW" dirty="0">
                <a:ea typeface="新細明體" pitchFamily="18" charset="-120"/>
              </a:rPr>
              <a:t>(Or)</a:t>
            </a:r>
            <a:r>
              <a:rPr lang="en-US" altLang="zh-TW" sz="2800" dirty="0">
                <a:ea typeface="新細明體" pitchFamily="18" charset="-120"/>
              </a:rPr>
              <a:t>	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3BAC863-D71F-5E13-FFCB-37BB9695C03E}"/>
              </a:ext>
            </a:extLst>
          </p:cNvPr>
          <p:cNvSpPr txBox="1">
            <a:spLocks/>
          </p:cNvSpPr>
          <p:nvPr/>
        </p:nvSpPr>
        <p:spPr>
          <a:xfrm>
            <a:off x="786438" y="1384422"/>
            <a:ext cx="10961580" cy="233427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40000"/>
              </a:lnSpc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If your total score is &gt; 50 </a:t>
            </a:r>
            <a:r>
              <a:rPr lang="en-US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exam score &gt; 40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4093066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86B66-BAFB-47A0-8448-025479171691}" type="slidenum">
              <a:rPr lang="zh-TW" altLang="en-US"/>
              <a:pPr/>
              <a:t>10</a:t>
            </a:fld>
            <a:endParaRPr lang="en-US" altLang="zh-TW"/>
          </a:p>
        </p:txBody>
      </p:sp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>
                <a:ea typeface="新細明體"/>
              </a:rPr>
              <a:t>2.2. Logical Operators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509715"/>
            <a:ext cx="8534400" cy="4414721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TW" altLang="en-US" sz="2800" dirty="0">
                <a:ea typeface="新細明體" pitchFamily="18" charset="-120"/>
              </a:rPr>
              <a:t>		</a:t>
            </a:r>
            <a:r>
              <a:rPr lang="en-US" altLang="zh-TW" b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!</a:t>
            </a:r>
            <a:r>
              <a:rPr lang="en-US" altLang="zh-TW" b="1" dirty="0"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lang="en-US" altLang="zh-TW" dirty="0">
                <a:ea typeface="新細明體" pitchFamily="18" charset="-120"/>
              </a:rPr>
              <a:t>(Not)</a:t>
            </a:r>
            <a:r>
              <a:rPr lang="en-US" altLang="zh-TW" b="1" dirty="0">
                <a:latin typeface="Consolas" panose="020B0609020204030204" pitchFamily="49" charset="0"/>
                <a:ea typeface="新細明體" pitchFamily="18" charset="-120"/>
              </a:rPr>
              <a:t>     </a:t>
            </a:r>
            <a:r>
              <a:rPr lang="en-US" altLang="zh-TW" b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&amp;&amp;</a:t>
            </a:r>
            <a:r>
              <a:rPr lang="en-US" altLang="zh-TW" b="1" dirty="0"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lang="en-US" altLang="zh-TW" dirty="0">
                <a:ea typeface="新細明體" pitchFamily="18" charset="-120"/>
              </a:rPr>
              <a:t>(And)</a:t>
            </a:r>
            <a:r>
              <a:rPr lang="en-US" altLang="zh-TW" b="1" dirty="0">
                <a:latin typeface="Consolas" panose="020B0609020204030204" pitchFamily="49" charset="0"/>
                <a:ea typeface="新細明體" pitchFamily="18" charset="-120"/>
              </a:rPr>
              <a:t>    </a:t>
            </a:r>
            <a:r>
              <a:rPr lang="en-US" altLang="zh-TW" b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||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lang="en-US" altLang="zh-TW" dirty="0">
                <a:ea typeface="新細明體" pitchFamily="18" charset="-120"/>
              </a:rPr>
              <a:t>(Or)</a:t>
            </a:r>
          </a:p>
          <a:p>
            <a:pPr>
              <a:buFont typeface="Wingdings" pitchFamily="2" charset="2"/>
              <a:buNone/>
            </a:pPr>
            <a:r>
              <a:rPr lang="en-US" altLang="zh-TW" sz="2800" dirty="0">
                <a:ea typeface="新細明體" pitchFamily="18" charset="-120"/>
              </a:rPr>
              <a:t>	</a:t>
            </a:r>
          </a:p>
          <a:p>
            <a:r>
              <a:rPr lang="en-US" altLang="zh-TW" sz="2800" dirty="0">
                <a:ea typeface="新細明體" pitchFamily="18" charset="-120"/>
              </a:rPr>
              <a:t>Operator </a:t>
            </a:r>
            <a:r>
              <a:rPr lang="en-US" altLang="zh-TW" sz="2800" b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!</a:t>
            </a:r>
            <a:r>
              <a:rPr lang="en-US" altLang="zh-TW" sz="2800" dirty="0">
                <a:ea typeface="新細明體" pitchFamily="18" charset="-120"/>
              </a:rPr>
              <a:t> is unary, taking only </a:t>
            </a:r>
            <a:r>
              <a:rPr lang="en-US" altLang="zh-TW" sz="2800" i="1" dirty="0">
                <a:ea typeface="新細明體" pitchFamily="18" charset="-120"/>
              </a:rPr>
              <a:t>one</a:t>
            </a:r>
            <a:r>
              <a:rPr lang="en-US" altLang="zh-TW" sz="2800" dirty="0">
                <a:ea typeface="新細明體" pitchFamily="18" charset="-120"/>
              </a:rPr>
              <a:t> operand.</a:t>
            </a:r>
          </a:p>
          <a:p>
            <a:endParaRPr lang="en-US" altLang="zh-TW" sz="2800" dirty="0">
              <a:ea typeface="新細明體" pitchFamily="18" charset="-120"/>
            </a:endParaRPr>
          </a:p>
          <a:p>
            <a:r>
              <a:rPr lang="en-US" altLang="zh-TW" sz="2800" dirty="0">
                <a:ea typeface="新細明體" pitchFamily="18" charset="-120"/>
              </a:rPr>
              <a:t>Operators </a:t>
            </a:r>
            <a:r>
              <a:rPr lang="en-US" altLang="zh-TW" sz="2800" b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&amp;&amp;</a:t>
            </a:r>
            <a:r>
              <a:rPr lang="en-US" altLang="zh-TW" sz="2800" dirty="0">
                <a:ea typeface="新細明體" pitchFamily="18" charset="-120"/>
              </a:rPr>
              <a:t> and </a:t>
            </a:r>
            <a:r>
              <a:rPr lang="en-US" altLang="zh-TW" sz="2800" b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||</a:t>
            </a:r>
            <a:r>
              <a:rPr lang="en-US" altLang="zh-TW" sz="2800" dirty="0">
                <a:ea typeface="新細明體" pitchFamily="18" charset="-120"/>
              </a:rPr>
              <a:t> are binary, taking </a:t>
            </a:r>
            <a:r>
              <a:rPr lang="en-US" altLang="zh-TW" sz="2800" i="1" dirty="0">
                <a:ea typeface="新細明體" pitchFamily="18" charset="-120"/>
              </a:rPr>
              <a:t>two</a:t>
            </a:r>
            <a:r>
              <a:rPr lang="en-US" altLang="zh-TW" sz="2800" dirty="0">
                <a:ea typeface="新細明體" pitchFamily="18" charset="-120"/>
              </a:rPr>
              <a:t> operands.</a:t>
            </a:r>
          </a:p>
          <a:p>
            <a:endParaRPr lang="en-US" altLang="zh-TW" sz="2800" dirty="0">
              <a:ea typeface="新細明體" pitchFamily="18" charset="-120"/>
            </a:endParaRPr>
          </a:p>
          <a:p>
            <a:r>
              <a:rPr lang="en-US" altLang="zh-TW" sz="2800" dirty="0">
                <a:ea typeface="新細明體" pitchFamily="18" charset="-120"/>
              </a:rPr>
              <a:t>All logical operators yield either 1 (true) or 0 (false).</a:t>
            </a:r>
          </a:p>
        </p:txBody>
      </p:sp>
    </p:spTree>
    <p:extLst>
      <p:ext uri="{BB962C8B-B14F-4D97-AF65-F5344CB8AC3E}">
        <p14:creationId xmlns:p14="http://schemas.microsoft.com/office/powerpoint/2010/main" val="21807545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sz="4000"/>
              <a:t>2.2.1. Evaluating Logical </a:t>
            </a:r>
            <a:r>
              <a:rPr lang="en-US" sz="4000" b="1"/>
              <a:t>NOT</a:t>
            </a:r>
            <a:r>
              <a:rPr lang="en-US" sz="4000"/>
              <a:t> operator (</a:t>
            </a:r>
            <a:r>
              <a:rPr lang="en-US" sz="4000">
                <a:latin typeface="Consolas"/>
                <a:cs typeface="Consolas" panose="020B0609020204030204" pitchFamily="49" charset="0"/>
              </a:rPr>
              <a:t>!</a:t>
            </a:r>
            <a:r>
              <a:rPr lang="en-US" sz="400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611098"/>
              </p:ext>
            </p:extLst>
          </p:nvPr>
        </p:nvGraphicFramePr>
        <p:xfrm>
          <a:off x="3048000" y="1706880"/>
          <a:ext cx="6096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!a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199707" y="4191000"/>
            <a:ext cx="10363200" cy="2332322"/>
          </a:xfrm>
        </p:spPr>
        <p:txBody>
          <a:bodyPr>
            <a:normAutofit/>
          </a:bodyPr>
          <a:lstStyle/>
          <a:p>
            <a:pPr marL="0" indent="0" algn="ctr">
              <a:buClr>
                <a:schemeClr val="accent1"/>
              </a:buClr>
              <a:buNone/>
            </a:pPr>
            <a:r>
              <a:rPr lang="en-US" altLang="zh-TW" dirty="0">
                <a:ea typeface="新細明體" pitchFamily="18" charset="-120"/>
              </a:rPr>
              <a:t>e.g., to express "</a:t>
            </a:r>
            <a:r>
              <a:rPr lang="en-US" altLang="zh-TW" b="1" i="1" dirty="0">
                <a:solidFill>
                  <a:srgbClr val="C00000"/>
                </a:solidFill>
                <a:ea typeface="新細明體" pitchFamily="18" charset="-120"/>
              </a:rPr>
              <a:t>x is not a positive number</a:t>
            </a:r>
            <a:r>
              <a:rPr lang="en-US" altLang="zh-TW" dirty="0">
                <a:ea typeface="新細明體" pitchFamily="18" charset="-120"/>
              </a:rPr>
              <a:t>", one can write</a:t>
            </a:r>
          </a:p>
          <a:p>
            <a:pPr marL="0" indent="0" algn="ctr">
              <a:buClr>
                <a:schemeClr val="accent1"/>
              </a:buClr>
              <a:buNone/>
            </a:pPr>
            <a:r>
              <a:rPr lang="en-US" altLang="zh-TW" b="1" dirty="0">
                <a:solidFill>
                  <a:srgbClr val="C00000"/>
                </a:solidFill>
                <a:ea typeface="新細明體" pitchFamily="18" charset="-120"/>
              </a:rPr>
              <a:t>!</a:t>
            </a:r>
            <a:r>
              <a:rPr lang="en-US" altLang="zh-TW" b="1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(x &gt; 0)</a:t>
            </a:r>
            <a:endParaRPr lang="en-US" altLang="zh-TW" sz="3600" b="1" dirty="0">
              <a:solidFill>
                <a:srgbClr val="C00000"/>
              </a:solidFill>
              <a:ea typeface="新細明體" pitchFamily="18" charset="-120"/>
              <a:sym typeface="Wingdings" panose="05000000000000000000" pitchFamily="2" charset="2"/>
            </a:endParaRPr>
          </a:p>
          <a:p>
            <a:pPr algn="ctr">
              <a:buClr>
                <a:schemeClr val="accent1"/>
              </a:buClr>
            </a:pPr>
            <a:endParaRPr lang="en-US" altLang="zh-TW" sz="3600" dirty="0">
              <a:ea typeface="新細明體" pitchFamily="18" charset="-12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5503905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338" y="76200"/>
            <a:ext cx="9073662" cy="838200"/>
          </a:xfrm>
        </p:spPr>
        <p:txBody>
          <a:bodyPr>
            <a:noAutofit/>
          </a:bodyPr>
          <a:lstStyle/>
          <a:p>
            <a:r>
              <a:rPr lang="en-US" sz="4000"/>
              <a:t>2.2.2. Evaluating Logical </a:t>
            </a:r>
            <a:r>
              <a:rPr lang="en-US" sz="4000" b="1"/>
              <a:t>AND</a:t>
            </a:r>
            <a:r>
              <a:rPr lang="en-US" sz="4000"/>
              <a:t> operator (</a:t>
            </a:r>
            <a:r>
              <a:rPr lang="en-US" sz="4000">
                <a:latin typeface="Consolas"/>
                <a:cs typeface="Consolas" panose="020B0609020204030204" pitchFamily="49" charset="0"/>
              </a:rPr>
              <a:t>&amp;&amp;</a:t>
            </a:r>
            <a:r>
              <a:rPr lang="en-US" sz="400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3749676"/>
            <a:ext cx="10972800" cy="2514601"/>
          </a:xfrm>
        </p:spPr>
        <p:txBody>
          <a:bodyPr>
            <a:normAutofit/>
          </a:bodyPr>
          <a:lstStyle/>
          <a:p>
            <a:pPr algn="ctr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altLang="zh-TW" sz="2800" b="1" u="sng" dirty="0">
                <a:solidFill>
                  <a:srgbClr val="C00000"/>
                </a:solidFill>
                <a:ea typeface="新細明體" pitchFamily="18" charset="-120"/>
              </a:rPr>
              <a:t>The result is true only when both operands are true.</a:t>
            </a:r>
          </a:p>
          <a:p>
            <a:pPr marL="0" indent="0">
              <a:buClr>
                <a:schemeClr val="accent1"/>
              </a:buClr>
              <a:buNone/>
            </a:pPr>
            <a:endParaRPr lang="en-US" altLang="zh-TW" sz="2800" dirty="0">
              <a:ea typeface="新細明體" pitchFamily="18" charset="-120"/>
            </a:endParaRPr>
          </a:p>
          <a:p>
            <a:pPr marL="0" indent="0" algn="ctr">
              <a:buClr>
                <a:schemeClr val="accent1"/>
              </a:buClr>
              <a:buNone/>
            </a:pPr>
            <a:r>
              <a:rPr lang="en-US" altLang="zh-TW" sz="2800" dirty="0">
                <a:ea typeface="新細明體" pitchFamily="18" charset="-120"/>
              </a:rPr>
              <a:t>e.g., to express "</a:t>
            </a:r>
            <a:r>
              <a:rPr lang="en-US" altLang="zh-TW" sz="2800" i="1" dirty="0">
                <a:ea typeface="新細明體" pitchFamily="18" charset="-120"/>
              </a:rPr>
              <a:t>x is positive and x is less than 10</a:t>
            </a:r>
            <a:r>
              <a:rPr lang="en-US" altLang="zh-TW" sz="2800" dirty="0">
                <a:ea typeface="新細明體" pitchFamily="18" charset="-120"/>
              </a:rPr>
              <a:t>", one can write</a:t>
            </a:r>
          </a:p>
          <a:p>
            <a:pPr marL="0" indent="0" algn="ctr">
              <a:buClr>
                <a:schemeClr val="accent1"/>
              </a:buClr>
              <a:buNone/>
            </a:pPr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(x &gt; 0) &amp;&amp; (x &lt; 10)</a:t>
            </a:r>
          </a:p>
          <a:p>
            <a:pPr marL="457200" lvl="1" indent="0">
              <a:buClr>
                <a:schemeClr val="accent1"/>
              </a:buClr>
              <a:buNone/>
            </a:pPr>
            <a:endParaRPr lang="en-US" altLang="zh-TW" sz="2000" dirty="0">
              <a:ea typeface="新細明體" pitchFamily="18" charset="-120"/>
              <a:sym typeface="Wingdings" panose="05000000000000000000" pitchFamily="2" charset="2"/>
            </a:endParaRPr>
          </a:p>
          <a:p>
            <a:pPr lvl="1">
              <a:buClr>
                <a:schemeClr val="accent1"/>
              </a:buClr>
            </a:pPr>
            <a:endParaRPr lang="en-US" altLang="zh-TW" dirty="0">
              <a:ea typeface="新細明體" pitchFamily="18" charset="-120"/>
              <a:sym typeface="Wingdings" panose="05000000000000000000" pitchFamily="2" charset="2"/>
            </a:endParaRPr>
          </a:p>
          <a:p>
            <a:pPr>
              <a:buClr>
                <a:schemeClr val="accent1"/>
              </a:buClr>
            </a:pPr>
            <a:endParaRPr lang="en-US" altLang="zh-TW" dirty="0">
              <a:ea typeface="新細明體" pitchFamily="18" charset="-120"/>
              <a:sym typeface="Wingdings" panose="05000000000000000000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059492"/>
              </p:ext>
            </p:extLst>
          </p:nvPr>
        </p:nvGraphicFramePr>
        <p:xfrm>
          <a:off x="2133600" y="1066800"/>
          <a:ext cx="77724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r>
                        <a:rPr lang="en-US" sz="2800" baseline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&amp;&amp; b</a:t>
                      </a:r>
                      <a:endParaRPr lang="en-US" sz="280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42086B5E-1DCB-D343-AB43-EB0915673B8B}"/>
              </a:ext>
            </a:extLst>
          </p:cNvPr>
          <p:cNvSpPr/>
          <p:nvPr/>
        </p:nvSpPr>
        <p:spPr>
          <a:xfrm>
            <a:off x="10129874" y="2732880"/>
            <a:ext cx="2062126" cy="92472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 fontScale="92500"/>
          </a:bodyPr>
          <a:lstStyle/>
          <a:p>
            <a:pPr>
              <a:spcBef>
                <a:spcPct val="0"/>
              </a:spcBef>
            </a:pPr>
            <a:r>
              <a:rPr kumimoji="1" lang="en-GB">
                <a:ea typeface="新細明體" pitchFamily="18" charset="-120"/>
                <a:cs typeface="Times New Roman" pitchFamily="18" charset="0"/>
              </a:rPr>
              <a:t>This is called a </a:t>
            </a:r>
            <a:r>
              <a:rPr kumimoji="1" lang="en-GB" b="1">
                <a:ea typeface="新細明體" pitchFamily="18" charset="-120"/>
                <a:cs typeface="Times New Roman" pitchFamily="18" charset="0"/>
              </a:rPr>
              <a:t>Truth Table</a:t>
            </a:r>
            <a:r>
              <a:rPr kumimoji="1" lang="en-GB">
                <a:ea typeface="新細明體" pitchFamily="18" charset="-120"/>
                <a:cs typeface="Times New Roman" pitchFamily="18" charset="0"/>
              </a:rPr>
              <a:t>, which is useful for logical operations</a:t>
            </a:r>
          </a:p>
        </p:txBody>
      </p:sp>
    </p:spTree>
    <p:extLst>
      <p:ext uri="{BB962C8B-B14F-4D97-AF65-F5344CB8AC3E}">
        <p14:creationId xmlns:p14="http://schemas.microsoft.com/office/powerpoint/2010/main" val="2234296102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sz="4000"/>
              <a:t>2.2.3. Evaluating Logical </a:t>
            </a:r>
            <a:r>
              <a:rPr lang="en-US" sz="4000" b="1"/>
              <a:t>OR</a:t>
            </a:r>
            <a:r>
              <a:rPr lang="en-US" sz="4000"/>
              <a:t> operator (</a:t>
            </a:r>
            <a:r>
              <a:rPr lang="en-US" sz="4000">
                <a:latin typeface="Consolas"/>
                <a:cs typeface="Consolas" panose="020B0609020204030204" pitchFamily="49" charset="0"/>
              </a:rPr>
              <a:t>||</a:t>
            </a:r>
            <a:r>
              <a:rPr lang="en-US" sz="400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3810000"/>
            <a:ext cx="10820399" cy="2362201"/>
          </a:xfrm>
        </p:spPr>
        <p:txBody>
          <a:bodyPr>
            <a:normAutofit/>
          </a:bodyPr>
          <a:lstStyle/>
          <a:p>
            <a:pPr algn="ctr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altLang="zh-TW" sz="2800" b="1">
                <a:solidFill>
                  <a:srgbClr val="C00000"/>
                </a:solidFill>
                <a:ea typeface="新細明體" pitchFamily="18" charset="-120"/>
              </a:rPr>
              <a:t>If any of the operands is true, the result is true.</a:t>
            </a:r>
          </a:p>
          <a:p>
            <a:pPr marL="0" indent="0">
              <a:buClr>
                <a:schemeClr val="accent1"/>
              </a:buClr>
              <a:buNone/>
            </a:pPr>
            <a:endParaRPr lang="en-US" altLang="zh-TW" sz="1600">
              <a:ea typeface="新細明體" pitchFamily="18" charset="-120"/>
            </a:endParaRPr>
          </a:p>
          <a:p>
            <a:pPr marL="0" indent="0" algn="ctr">
              <a:buClr>
                <a:schemeClr val="accent1"/>
              </a:buClr>
              <a:buNone/>
            </a:pPr>
            <a:r>
              <a:rPr lang="en-US" altLang="zh-TW" sz="2800">
                <a:ea typeface="新細明體" pitchFamily="18" charset="-120"/>
              </a:rPr>
              <a:t>e.g., to express "</a:t>
            </a:r>
            <a:r>
              <a:rPr lang="en-US" altLang="zh-TW" sz="2800" i="1">
                <a:ea typeface="新細明體" pitchFamily="18" charset="-120"/>
              </a:rPr>
              <a:t>x is equal to 2 or </a:t>
            </a:r>
            <a:r>
              <a:rPr lang="en-US" altLang="zh-CN" sz="2800" i="1">
                <a:ea typeface="新細明體" pitchFamily="18" charset="-120"/>
              </a:rPr>
              <a:t>3</a:t>
            </a:r>
            <a:r>
              <a:rPr lang="en-US" altLang="zh-TW" sz="2800">
                <a:ea typeface="新細明體" pitchFamily="18" charset="-120"/>
              </a:rPr>
              <a:t>", one can write</a:t>
            </a:r>
          </a:p>
          <a:p>
            <a:pPr marL="0" indent="0" algn="ctr">
              <a:buClr>
                <a:schemeClr val="accent1"/>
              </a:buClr>
              <a:buNone/>
            </a:pPr>
            <a:r>
              <a:rPr lang="en-US" altLang="zh-TW" sz="28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(x </a:t>
            </a:r>
            <a:r>
              <a:rPr lang="en-US" altLang="zh-CN" sz="28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==</a:t>
            </a:r>
            <a:r>
              <a:rPr lang="en-US" altLang="zh-TW" sz="28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CN" sz="28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sz="28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|| (x == 3)</a:t>
            </a:r>
            <a:endParaRPr lang="en-US" altLang="zh-TW" sz="2400">
              <a:ea typeface="新細明體" pitchFamily="18" charset="-120"/>
              <a:sym typeface="Wingdings" panose="05000000000000000000" pitchFamily="2" charset="2"/>
            </a:endParaRPr>
          </a:p>
          <a:p>
            <a:pPr lvl="1">
              <a:buClr>
                <a:schemeClr val="accent1"/>
              </a:buClr>
            </a:pPr>
            <a:endParaRPr lang="en-US" altLang="zh-TW">
              <a:ea typeface="新細明體" pitchFamily="18" charset="-120"/>
              <a:sym typeface="Wingdings" panose="05000000000000000000" pitchFamily="2" charset="2"/>
            </a:endParaRPr>
          </a:p>
          <a:p>
            <a:pPr>
              <a:buClr>
                <a:schemeClr val="accent1"/>
              </a:buClr>
            </a:pPr>
            <a:endParaRPr lang="en-US" altLang="zh-TW">
              <a:ea typeface="新細明體" pitchFamily="18" charset="-120"/>
              <a:sym typeface="Wingdings" panose="05000000000000000000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342588"/>
              </p:ext>
            </p:extLst>
          </p:nvPr>
        </p:nvGraphicFramePr>
        <p:xfrm>
          <a:off x="2133600" y="1066800"/>
          <a:ext cx="78486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r>
                        <a:rPr lang="en-US" sz="2800" baseline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|| b</a:t>
                      </a:r>
                      <a:endParaRPr lang="en-US" sz="280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255091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338" y="76200"/>
            <a:ext cx="8997462" cy="838200"/>
          </a:xfrm>
        </p:spPr>
        <p:txBody>
          <a:bodyPr>
            <a:normAutofit/>
          </a:bodyPr>
          <a:lstStyle/>
          <a:p>
            <a:r>
              <a:rPr lang="en-US" altLang="zh-TW" sz="4000">
                <a:ea typeface="新細明體"/>
              </a:rPr>
              <a:t>2.2.4. Writing Logical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43000"/>
            <a:ext cx="11201399" cy="5029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ea typeface="新細明體"/>
                <a:cs typeface="Calibri"/>
              </a:rPr>
              <a:t>Assuming </a:t>
            </a:r>
            <a:r>
              <a:rPr lang="en-US" sz="2800" b="1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x</a:t>
            </a:r>
            <a:r>
              <a:rPr lang="en-US" sz="2800" dirty="0">
                <a:ea typeface="新細明體"/>
                <a:cs typeface="Calibri"/>
              </a:rPr>
              <a:t> and </a:t>
            </a:r>
            <a:r>
              <a:rPr lang="en-US" sz="2800" b="1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y</a:t>
            </a:r>
            <a:r>
              <a:rPr lang="en-US" sz="2800" dirty="0">
                <a:ea typeface="新細明體"/>
                <a:cs typeface="Calibri"/>
              </a:rPr>
              <a:t> are integer variables, how do we write the following conditions in C expressions?</a:t>
            </a:r>
          </a:p>
          <a:p>
            <a:endParaRPr lang="en-US" sz="2800" dirty="0">
              <a:ea typeface="新細明體"/>
            </a:endParaRPr>
          </a:p>
          <a:p>
            <a:r>
              <a:rPr lang="en-US" altLang="zh-CN" sz="2800" i="1" dirty="0">
                <a:solidFill>
                  <a:srgbClr val="C00000"/>
                </a:solidFill>
                <a:ea typeface="新細明體"/>
              </a:rPr>
              <a:t>“One of x and y is zero</a:t>
            </a:r>
            <a:r>
              <a:rPr lang="en-US" altLang="zh-CN" sz="2800" dirty="0">
                <a:solidFill>
                  <a:srgbClr val="C00000"/>
                </a:solidFill>
                <a:ea typeface="新細明體"/>
              </a:rPr>
              <a:t>." 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x == 0 || y == 0</a:t>
            </a:r>
          </a:p>
          <a:p>
            <a:endParaRPr lang="en-US" sz="2800" dirty="0">
              <a:ea typeface="新細明體" pitchFamily="18" charset="-120"/>
            </a:endParaRPr>
          </a:p>
          <a:p>
            <a:r>
              <a:rPr lang="en-US" sz="2800" dirty="0">
                <a:solidFill>
                  <a:srgbClr val="C00000"/>
                </a:solidFill>
                <a:ea typeface="新細明體"/>
              </a:rPr>
              <a:t>"</a:t>
            </a:r>
            <a:r>
              <a:rPr lang="en-US" sz="2800" i="1" dirty="0">
                <a:solidFill>
                  <a:srgbClr val="C00000"/>
                </a:solidFill>
                <a:ea typeface="新細明體"/>
              </a:rPr>
              <a:t>x and y are non-zero integers and their sum is an odd number</a:t>
            </a:r>
            <a:r>
              <a:rPr lang="en-US" sz="2800" dirty="0">
                <a:solidFill>
                  <a:srgbClr val="C00000"/>
                </a:solidFill>
                <a:ea typeface="新細明體"/>
              </a:rPr>
              <a:t>"</a:t>
            </a:r>
            <a:r>
              <a:rPr lang="en-US" sz="2800" dirty="0">
                <a:ea typeface="新細明體"/>
              </a:rPr>
              <a:t>:</a:t>
            </a:r>
            <a:endParaRPr lang="en-US" sz="2800" dirty="0">
              <a:ea typeface="新細明體"/>
              <a:cs typeface="Calibri"/>
            </a:endParaRPr>
          </a:p>
          <a:p>
            <a:pPr lvl="1"/>
            <a:r>
              <a:rPr lang="en-US" sz="2400" dirty="0">
                <a:ea typeface="新細明體" pitchFamily="18" charset="-120"/>
              </a:rPr>
              <a:t>In other words, x is not equal to 0, and y is not equal to 0, and (</a:t>
            </a:r>
            <a:r>
              <a:rPr lang="en-US" sz="2400" dirty="0" err="1">
                <a:ea typeface="新細明體" pitchFamily="18" charset="-120"/>
              </a:rPr>
              <a:t>x+y</a:t>
            </a:r>
            <a:r>
              <a:rPr lang="en-US" sz="2400" dirty="0">
                <a:ea typeface="新細明體" pitchFamily="18" charset="-120"/>
              </a:rPr>
              <a:t>) is an odd number.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(x != 0) &amp;&amp; (y != 0) &amp;&amp; ((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x+y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% 2 != 0)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69611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02940C12-B024-B33A-3206-31F883AC0E5B}"/>
              </a:ext>
            </a:extLst>
          </p:cNvPr>
          <p:cNvSpPr/>
          <p:nvPr/>
        </p:nvSpPr>
        <p:spPr>
          <a:xfrm>
            <a:off x="390638" y="2148504"/>
            <a:ext cx="11824808" cy="155263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338" y="76200"/>
            <a:ext cx="8997462" cy="838200"/>
          </a:xfrm>
        </p:spPr>
        <p:txBody>
          <a:bodyPr>
            <a:normAutofit/>
          </a:bodyPr>
          <a:lstStyle/>
          <a:p>
            <a:r>
              <a:rPr lang="en-US" sz="4000" dirty="0">
                <a:ea typeface="新細明體"/>
              </a:rPr>
              <a:t>2.2.4. Writing Logical Expressions</a:t>
            </a:r>
            <a:endParaRPr lang="en-US" altLang="zh-TW" sz="2400" dirty="0">
              <a:ea typeface="新細明體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7814"/>
            <a:ext cx="11582400" cy="5715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lphaLcParenR"/>
            </a:pPr>
            <a:r>
              <a:rPr lang="en-US" sz="3600" i="1" dirty="0">
                <a:solidFill>
                  <a:srgbClr val="C00000"/>
                </a:solidFill>
                <a:ea typeface="新細明體"/>
              </a:rPr>
              <a:t>"Exactly one of x and y is zero.“</a:t>
            </a:r>
          </a:p>
          <a:p>
            <a:pPr marL="514350" indent="-514350">
              <a:buAutoNum type="alphaLcParenR"/>
            </a:pPr>
            <a:endParaRPr lang="en-US" sz="3600" i="1" dirty="0">
              <a:solidFill>
                <a:srgbClr val="C00000"/>
              </a:solidFill>
              <a:ea typeface="新細明體"/>
            </a:endParaRPr>
          </a:p>
          <a:p>
            <a:pPr marL="514350" indent="-514350">
              <a:buAutoNum type="alphaLcParenR"/>
            </a:pPr>
            <a:r>
              <a:rPr lang="en-US" sz="3600" i="1" dirty="0">
                <a:solidFill>
                  <a:srgbClr val="C00000"/>
                </a:solidFill>
                <a:ea typeface="新細明體"/>
              </a:rPr>
              <a:t>“Exactly two of x, y, and z are identical.” </a:t>
            </a:r>
          </a:p>
          <a:p>
            <a:pPr marL="514350" indent="-514350">
              <a:buFont typeface="Arial" pitchFamily="34" charset="0"/>
              <a:buAutoNum type="alphaLcParenR"/>
            </a:pPr>
            <a:endParaRPr lang="en-US" sz="3600" i="1" dirty="0">
              <a:solidFill>
                <a:srgbClr val="C00000"/>
              </a:solidFill>
              <a:ea typeface="新細明體"/>
            </a:endParaRPr>
          </a:p>
          <a:p>
            <a:pPr marL="514350" indent="-514350">
              <a:buFont typeface="Arial" pitchFamily="34" charset="0"/>
              <a:buAutoNum type="alphaLcParenR"/>
            </a:pPr>
            <a:r>
              <a:rPr lang="en-US" sz="3600" i="1" dirty="0">
                <a:solidFill>
                  <a:srgbClr val="C00000"/>
                </a:solidFill>
                <a:ea typeface="新細明體"/>
              </a:rPr>
              <a:t>"x, y, and z are identical.“</a:t>
            </a:r>
          </a:p>
          <a:p>
            <a:pPr marL="0" indent="0">
              <a:buNone/>
            </a:pPr>
            <a:endParaRPr lang="en-US" sz="3600" i="1" dirty="0">
              <a:solidFill>
                <a:srgbClr val="C00000"/>
              </a:solidFill>
              <a:ea typeface="新細明體"/>
            </a:endParaRPr>
          </a:p>
          <a:p>
            <a:pPr marL="514350" indent="-514350">
              <a:buAutoNum type="alphaLcParenR"/>
            </a:pPr>
            <a:r>
              <a:rPr lang="en-US" sz="3600" i="1" dirty="0">
                <a:solidFill>
                  <a:srgbClr val="C00000"/>
                </a:solidFill>
                <a:ea typeface="新細明體"/>
              </a:rPr>
              <a:t>"Among x, y, and z, x has the largest value and z has the smallest value."</a:t>
            </a:r>
            <a:endParaRPr lang="en-US" sz="3600" dirty="0">
              <a:ea typeface="新細明體" pitchFamily="18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2B2C7C4-96FA-8418-6C09-998E3A668558}"/>
              </a:ext>
            </a:extLst>
          </p:cNvPr>
          <p:cNvSpPr/>
          <p:nvPr/>
        </p:nvSpPr>
        <p:spPr>
          <a:xfrm>
            <a:off x="9121112" y="2566460"/>
            <a:ext cx="2844800" cy="93281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 err="1"/>
              <a:t>Ureply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1827783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1D496-7486-4440-ADD2-1F122FF4B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3. Operator Precedence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F479F-39C3-440E-A292-8731CAA64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We have learned about operator precedence last time</a:t>
            </a:r>
          </a:p>
          <a:p>
            <a:r>
              <a:rPr lang="en-US">
                <a:cs typeface="Calibri"/>
              </a:rPr>
              <a:t>Do you remember what is</a:t>
            </a:r>
          </a:p>
          <a:p>
            <a:pPr lvl="1"/>
            <a:r>
              <a:rPr lang="en-US">
                <a:solidFill>
                  <a:schemeClr val="accent1"/>
                </a:solidFill>
                <a:cs typeface="Calibri"/>
              </a:rPr>
              <a:t>Operator precedence?</a:t>
            </a:r>
          </a:p>
          <a:p>
            <a:pPr lvl="1"/>
            <a:r>
              <a:rPr lang="en-US">
                <a:solidFill>
                  <a:schemeClr val="accent1"/>
                </a:solidFill>
                <a:cs typeface="Calibri"/>
              </a:rPr>
              <a:t>Operator associativity?</a:t>
            </a: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BDF93-B458-45D1-BA3E-05251A82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2F613BC-B4EA-6D56-5C4D-40401BBB8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661535"/>
              </p:ext>
            </p:extLst>
          </p:nvPr>
        </p:nvGraphicFramePr>
        <p:xfrm>
          <a:off x="1143000" y="3429000"/>
          <a:ext cx="104394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0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2316">
                  <a:extLst>
                    <a:ext uri="{9D8B030D-6E8A-4147-A177-3AD203B41FA5}">
                      <a16:colId xmlns:a16="http://schemas.microsoft.com/office/drawing/2014/main" val="1856778750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Operators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Associativity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800"/>
                        <a:t>Precedence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800" b="0" i="0" u="none" strike="noStrike" noProof="0">
                          <a:latin typeface="Consolas"/>
                        </a:rPr>
                        <a:t>+ </a:t>
                      </a:r>
                      <a:r>
                        <a:rPr lang="en-US" sz="2800" b="0" i="0" u="none" strike="noStrike" noProof="0">
                          <a:latin typeface="Calibri"/>
                        </a:rPr>
                        <a:t>(unary plus)</a:t>
                      </a:r>
                      <a:r>
                        <a:rPr lang="en-US" sz="2800" b="0" i="0" u="none" strike="noStrike" noProof="0">
                          <a:latin typeface="Consolas"/>
                        </a:rPr>
                        <a:t>  - </a:t>
                      </a:r>
                      <a:r>
                        <a:rPr lang="en-US" sz="2800" b="0" i="0" u="none" strike="noStrike" noProof="0">
                          <a:latin typeface="Calibri"/>
                        </a:rPr>
                        <a:t>(unary minus)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Right to 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r>
                        <a:rPr lang="en-US" sz="2800"/>
                        <a:t>Highest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86325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/>
                        </a:rPr>
                        <a:t>*  / 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/>
                        <a:t>Left to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endParaRPr lang="en-US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nsolas"/>
                        </a:rPr>
                        <a:t>+ </a:t>
                      </a:r>
                      <a:r>
                        <a:rPr lang="en-US" sz="2800">
                          <a:latin typeface="+mn-lt"/>
                        </a:rPr>
                        <a:t>(addition)  </a:t>
                      </a:r>
                      <a:r>
                        <a:rPr lang="en-US" sz="2800">
                          <a:latin typeface="Consolas"/>
                        </a:rPr>
                        <a:t> - </a:t>
                      </a:r>
                      <a:r>
                        <a:rPr lang="en-US" sz="2800">
                          <a:latin typeface="+mn-lt"/>
                        </a:rPr>
                        <a:t>(subtraction)</a:t>
                      </a:r>
                      <a:endParaRPr lang="en-US" sz="2800">
                        <a:latin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/>
                        <a:t>Left to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endParaRPr lang="en-US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800">
                          <a:latin typeface="+mn-lt"/>
                        </a:rPr>
                        <a:t>=  (assignment)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u="none" strike="noStrike" noProof="0">
                          <a:latin typeface="Calibri"/>
                        </a:rPr>
                        <a:t>Right to Left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r>
                        <a:rPr lang="en-US" sz="2800" b="0" i="0" u="none" strike="noStrike" noProof="0">
                          <a:latin typeface="Calibri"/>
                        </a:rPr>
                        <a:t>Lowest</a:t>
                      </a:r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39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5854038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1D496-7486-4440-ADD2-1F122FF4B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3. Operator Precedence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F479F-39C3-440E-A292-8731CAA64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i="1">
                <a:solidFill>
                  <a:schemeClr val="accent1"/>
                </a:solidFill>
                <a:cs typeface="Calibri"/>
              </a:rPr>
              <a:t>Operator precedence</a:t>
            </a:r>
          </a:p>
          <a:p>
            <a:pPr lvl="1"/>
            <a:r>
              <a:rPr lang="en-US" u="sng">
                <a:cs typeface="Calibri"/>
              </a:rPr>
              <a:t>Among different operators</a:t>
            </a:r>
            <a:r>
              <a:rPr lang="en-US">
                <a:cs typeface="Calibri"/>
              </a:rPr>
              <a:t>, </a:t>
            </a:r>
            <a:r>
              <a:rPr lang="en-US" i="1">
                <a:solidFill>
                  <a:srgbClr val="0070C0"/>
                </a:solidFill>
                <a:cs typeface="Calibri"/>
              </a:rPr>
              <a:t>operator precedence</a:t>
            </a:r>
            <a:r>
              <a:rPr lang="en-US">
                <a:cs typeface="Calibri"/>
              </a:rPr>
              <a:t> tells us which operator(s) should be applied first.</a:t>
            </a:r>
            <a:endParaRPr lang="en-US">
              <a:ea typeface="+mn-lt"/>
              <a:cs typeface="+mn-lt"/>
            </a:endParaRPr>
          </a:p>
          <a:p>
            <a:endParaRPr lang="en-US" i="1">
              <a:solidFill>
                <a:schemeClr val="accent1"/>
              </a:solidFill>
              <a:cs typeface="Calibri"/>
            </a:endParaRPr>
          </a:p>
          <a:p>
            <a:r>
              <a:rPr lang="en-US" i="1">
                <a:solidFill>
                  <a:schemeClr val="accent1"/>
                </a:solidFill>
                <a:cs typeface="Calibri"/>
              </a:rPr>
              <a:t>Operator associativity</a:t>
            </a:r>
          </a:p>
          <a:p>
            <a:pPr lvl="1"/>
            <a:r>
              <a:rPr lang="en-US" u="sng">
                <a:cs typeface="Calibri"/>
              </a:rPr>
              <a:t>Among operators with the same precedence</a:t>
            </a:r>
            <a:r>
              <a:rPr lang="en-US">
                <a:cs typeface="Calibri"/>
              </a:rPr>
              <a:t>,</a:t>
            </a:r>
            <a:r>
              <a:rPr lang="en-US">
                <a:solidFill>
                  <a:srgbClr val="0000FF"/>
                </a:solidFill>
                <a:cs typeface="Calibri"/>
              </a:rPr>
              <a:t> </a:t>
            </a:r>
            <a:r>
              <a:rPr lang="en-US" i="1">
                <a:solidFill>
                  <a:srgbClr val="0070C0"/>
                </a:solidFill>
                <a:cs typeface="Calibri"/>
              </a:rPr>
              <a:t>operator associativity</a:t>
            </a:r>
            <a:r>
              <a:rPr lang="en-US">
                <a:cs typeface="Calibri"/>
              </a:rPr>
              <a:t> tells us whether the </a:t>
            </a:r>
            <a:r>
              <a:rPr lang="en-US">
                <a:solidFill>
                  <a:srgbClr val="0070C0"/>
                </a:solidFill>
                <a:cs typeface="Calibri"/>
              </a:rPr>
              <a:t>left-most</a:t>
            </a:r>
            <a:r>
              <a:rPr lang="en-US">
                <a:cs typeface="Calibri"/>
              </a:rPr>
              <a:t> or the </a:t>
            </a:r>
            <a:r>
              <a:rPr lang="en-US">
                <a:solidFill>
                  <a:srgbClr val="0070C0"/>
                </a:solidFill>
                <a:cs typeface="Calibri"/>
              </a:rPr>
              <a:t>right-most</a:t>
            </a:r>
            <a:r>
              <a:rPr lang="en-US">
                <a:cs typeface="Calibri"/>
              </a:rPr>
              <a:t> operator should be applied first.</a:t>
            </a:r>
            <a:endParaRPr lang="en-US">
              <a:ea typeface="+mn-lt"/>
              <a:cs typeface="+mn-lt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BDF93-B458-45D1-BA3E-05251A82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354685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FF40C42D-BFAE-4136-BD32-56CF948A5559}" type="slidenum">
              <a:rPr lang="zh-TW" altLang="en-US" b="0" smtClean="0">
                <a:latin typeface="Calibri" panose="020F0502020204030204" pitchFamily="34" charset="0"/>
              </a:rPr>
              <a:pPr/>
              <a:t>18</a:t>
            </a:fld>
            <a:endParaRPr lang="en-US" altLang="zh-TW" b="0">
              <a:latin typeface="Calibri" panose="020F0502020204030204" pitchFamily="34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152400"/>
            <a:ext cx="8991600" cy="7620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>
                <a:ea typeface="新細明體"/>
              </a:rPr>
              <a:t>3. Operator Precedence</a:t>
            </a:r>
          </a:p>
        </p:txBody>
      </p:sp>
      <p:graphicFrame>
        <p:nvGraphicFramePr>
          <p:cNvPr id="415799" name="Group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805532"/>
              </p:ext>
            </p:extLst>
          </p:nvPr>
        </p:nvGraphicFramePr>
        <p:xfrm>
          <a:off x="760288" y="914400"/>
          <a:ext cx="10822112" cy="5167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5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26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67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Operator</a:t>
                      </a:r>
                      <a:endParaRPr kumimoji="0" lang="en-US" altLang="zh-TW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Associativity</a:t>
                      </a:r>
                      <a:endParaRPr kumimoji="0" lang="en-US" altLang="zh-TW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Precedence</a:t>
                      </a:r>
                      <a:endParaRPr kumimoji="0" lang="en-US" altLang="zh-TW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7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u="none" strike="noStrike" cap="none" normalizeH="0" baseline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  <a:r>
                        <a:rPr kumimoji="0" lang="en-US" altLang="zh-TW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    </a:t>
                      </a:r>
                      <a:r>
                        <a:rPr kumimoji="0" lang="en-US" altLang="zh-TW" sz="2400" b="1" u="none" strike="noStrike" kern="1200" cap="none" normalizeH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++</a:t>
                      </a:r>
                      <a:r>
                        <a:rPr kumimoji="0" lang="en-US" altLang="zh-TW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altLang="zh-TW" sz="2400" u="none" strike="noStrike" kern="1200" cap="none" normalizeH="0" baseline="0">
                          <a:ln>
                            <a:noFill/>
                          </a:ln>
                          <a:effectLst/>
                        </a:rPr>
                        <a:t>(postfix)</a:t>
                      </a:r>
                      <a:r>
                        <a:rPr kumimoji="0" lang="en-US" altLang="zh-TW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    </a:t>
                      </a:r>
                      <a:r>
                        <a:rPr kumimoji="0" lang="en-US" altLang="zh-TW" sz="2400" b="1" u="none" strike="noStrike" kern="1200" cap="none" normalizeH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--</a:t>
                      </a:r>
                      <a:r>
                        <a:rPr kumimoji="0" lang="en-US" altLang="zh-TW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altLang="zh-TW" sz="2400" u="none" strike="noStrike" kern="1200" cap="none" normalizeH="0" baseline="0">
                          <a:ln>
                            <a:noFill/>
                          </a:ln>
                          <a:effectLst/>
                        </a:rPr>
                        <a:t>(postfix)</a:t>
                      </a:r>
                      <a:endParaRPr kumimoji="0" lang="en-US" altLang="zh-TW" sz="2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left to right</a:t>
                      </a:r>
                      <a:endParaRPr kumimoji="0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Highest</a:t>
                      </a:r>
                      <a:endParaRPr kumimoji="0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7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u="none" strike="noStrike" kern="1200" cap="none" normalizeH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+</a:t>
                      </a:r>
                      <a:r>
                        <a:rPr kumimoji="0" lang="en-US" altLang="zh-TW" sz="2400" u="none" strike="noStrike" kern="1200" cap="none" normalizeH="0" baseline="0">
                          <a:ln>
                            <a:noFill/>
                          </a:ln>
                          <a:effectLst/>
                        </a:rPr>
                        <a:t>(unary )</a:t>
                      </a:r>
                      <a:r>
                        <a:rPr kumimoji="0" lang="en-US" altLang="zh-TW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  </a:t>
                      </a:r>
                      <a:r>
                        <a:rPr kumimoji="0" lang="en-US" altLang="zh-TW" sz="2400" b="1" u="none" strike="noStrike" kern="1200" cap="none" normalizeH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-</a:t>
                      </a:r>
                      <a:r>
                        <a:rPr kumimoji="0" lang="en-US" altLang="zh-TW" sz="2400" u="none" strike="noStrike" kern="1200" cap="none" normalizeH="0" baseline="0">
                          <a:ln>
                            <a:noFill/>
                          </a:ln>
                          <a:effectLst/>
                        </a:rPr>
                        <a:t>(unary)</a:t>
                      </a:r>
                      <a:r>
                        <a:rPr kumimoji="0" lang="en-US" altLang="zh-TW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   </a:t>
                      </a:r>
                      <a:r>
                        <a:rPr kumimoji="0" lang="en-US" altLang="zh-TW" sz="2400" b="1" u="none" strike="noStrike" kern="1200" cap="none" normalizeH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++</a:t>
                      </a:r>
                      <a:r>
                        <a:rPr kumimoji="0" lang="en-US" altLang="zh-TW" sz="2400" u="none" strike="noStrike" kern="1200" cap="none" normalizeH="0" baseline="0">
                          <a:ln>
                            <a:noFill/>
                          </a:ln>
                          <a:effectLst/>
                        </a:rPr>
                        <a:t>(prefix)</a:t>
                      </a:r>
                      <a:r>
                        <a:rPr kumimoji="0" lang="en-US" altLang="zh-TW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   </a:t>
                      </a:r>
                      <a:r>
                        <a:rPr kumimoji="0" lang="en-US" altLang="zh-TW" sz="2400" b="1" u="none" strike="noStrike" kern="1200" cap="none" normalizeH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--</a:t>
                      </a:r>
                      <a:r>
                        <a:rPr kumimoji="0" lang="en-US" altLang="zh-TW" sz="2400" u="none" strike="noStrike" kern="1200" cap="none" normalizeH="0" baseline="0">
                          <a:ln>
                            <a:noFill/>
                          </a:ln>
                          <a:effectLst/>
                        </a:rPr>
                        <a:t>(prefix)</a:t>
                      </a:r>
                      <a:r>
                        <a:rPr kumimoji="0" lang="en-US" altLang="zh-TW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   </a:t>
                      </a:r>
                      <a:r>
                        <a:rPr kumimoji="0" lang="en-US" altLang="zh-TW" sz="2400" b="1" u="none" strike="noStrike" kern="1200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!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right to left</a:t>
                      </a:r>
                      <a:endParaRPr kumimoji="0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2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horzOverflow="overflow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7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TW" altLang="en-US" sz="2400" b="1" u="none" strike="noStrike" kern="1200" cap="none" normalizeH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*    </a:t>
                      </a:r>
                      <a:r>
                        <a:rPr kumimoji="0" lang="en-US" altLang="zh-TW" sz="2400" b="1" u="none" strike="noStrike" kern="1200" cap="none" normalizeH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/    %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left to right</a:t>
                      </a:r>
                      <a:endParaRPr kumimoji="0" lang="zh-TW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2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7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u="none" strike="noStrike" kern="1200" cap="none" normalizeH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+     -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left to right</a:t>
                      </a:r>
                      <a:endParaRPr kumimoji="0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2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7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u="none" strike="noStrike" kern="1200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&lt;     &lt;=     &gt;     &gt;=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left to right</a:t>
                      </a:r>
                      <a:endParaRPr kumimoji="0" lang="zh-TW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7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u="none" strike="noStrike" kern="1200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==    !=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left to right</a:t>
                      </a:r>
                      <a:endParaRPr kumimoji="0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67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&amp;&amp;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left to right</a:t>
                      </a: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67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u="none" strike="noStrike" kern="1200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||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left to right</a:t>
                      </a:r>
                      <a:endParaRPr kumimoji="0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67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u="none" strike="noStrike" kern="1200" cap="none" normalizeH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=    +=    -=    *=    /=    </a:t>
                      </a:r>
                      <a:r>
                        <a:rPr kumimoji="0" lang="en-US" altLang="zh-TW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etc.</a:t>
                      </a:r>
                      <a:endParaRPr kumimoji="0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right to left</a:t>
                      </a:r>
                      <a:endParaRPr kumimoji="0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Lowest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0473040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338" y="76200"/>
            <a:ext cx="8997462" cy="838200"/>
          </a:xfrm>
        </p:spPr>
        <p:txBody>
          <a:bodyPr>
            <a:normAutofit/>
          </a:bodyPr>
          <a:lstStyle/>
          <a:p>
            <a:r>
              <a:rPr lang="en-US" sz="4000"/>
              <a:t>3.1. Operator Precedence Practice</a:t>
            </a:r>
            <a:endParaRPr lang="en-US" sz="4000">
              <a:ea typeface="+mj-lt"/>
              <a:cs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sz="3600" dirty="0">
                <a:ea typeface="新細明體" pitchFamily="18" charset="-120"/>
              </a:rPr>
              <a:t>Suppose </a:t>
            </a:r>
            <a:r>
              <a:rPr lang="en-US" altLang="zh-TW" sz="3600" b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sz="3600" dirty="0">
                <a:ea typeface="新細明體" pitchFamily="18" charset="-120"/>
              </a:rPr>
              <a:t> is </a:t>
            </a:r>
            <a:r>
              <a:rPr lang="en-US" altLang="zh-TW" sz="3600" b="1" dirty="0">
                <a:solidFill>
                  <a:schemeClr val="accent1"/>
                </a:solidFill>
                <a:ea typeface="新細明體" pitchFamily="18" charset="-120"/>
              </a:rPr>
              <a:t>0</a:t>
            </a:r>
            <a:r>
              <a:rPr lang="en-US" altLang="zh-TW" sz="3600" dirty="0">
                <a:ea typeface="新細明體" pitchFamily="18" charset="-120"/>
              </a:rPr>
              <a:t>, </a:t>
            </a:r>
            <a:r>
              <a:rPr lang="en-US" altLang="zh-TW" sz="3600" b="1" dirty="0">
                <a:solidFill>
                  <a:schemeClr val="accent4"/>
                </a:solidFill>
                <a:latin typeface="Consolas" panose="020B0609020204030204" pitchFamily="49" charset="0"/>
                <a:ea typeface="新細明體" pitchFamily="18" charset="-120"/>
              </a:rPr>
              <a:t>y</a:t>
            </a:r>
            <a:r>
              <a:rPr lang="en-US" altLang="zh-TW" sz="3600" dirty="0">
                <a:ea typeface="新細明體" pitchFamily="18" charset="-120"/>
              </a:rPr>
              <a:t> is </a:t>
            </a:r>
            <a:r>
              <a:rPr lang="en-US" altLang="zh-TW" sz="3600" b="1" dirty="0">
                <a:solidFill>
                  <a:schemeClr val="accent4"/>
                </a:solidFill>
                <a:ea typeface="新細明體" pitchFamily="18" charset="-120"/>
              </a:rPr>
              <a:t>10</a:t>
            </a:r>
            <a:r>
              <a:rPr lang="en-US" altLang="zh-TW" sz="3600" dirty="0">
                <a:ea typeface="新細明體" pitchFamily="18" charset="-120"/>
              </a:rPr>
              <a:t>. Evaluate the following expressions:</a:t>
            </a:r>
          </a:p>
          <a:p>
            <a:endParaRPr lang="en-US" altLang="zh-TW" sz="3600" dirty="0">
              <a:ea typeface="新細明體" pitchFamily="18" charset="-120"/>
            </a:endParaRPr>
          </a:p>
          <a:p>
            <a:pPr marL="1539875" lvl="1" indent="-1082675">
              <a:buFont typeface="+mj-lt"/>
              <a:buAutoNum type="alphaLcParenR"/>
            </a:pPr>
            <a:r>
              <a:rPr lang="en-US" altLang="zh-TW" sz="2400" b="1" dirty="0">
                <a:latin typeface="Consolas" panose="020B0609020204030204" pitchFamily="49" charset="0"/>
                <a:ea typeface="新細明體" pitchFamily="18" charset="-120"/>
              </a:rPr>
              <a:t>x &lt; 5 || !(y &lt; 1)</a:t>
            </a:r>
          </a:p>
          <a:p>
            <a:pPr marL="1539875" lvl="1" indent="-1082675">
              <a:buFont typeface="+mj-lt"/>
              <a:buAutoNum type="alphaLcParenR"/>
            </a:pPr>
            <a:endParaRPr lang="en-US" altLang="zh-TW" sz="2400" b="1" dirty="0">
              <a:latin typeface="Consolas" panose="020B0609020204030204" pitchFamily="49" charset="0"/>
              <a:ea typeface="新細明體" pitchFamily="18" charset="-120"/>
            </a:endParaRPr>
          </a:p>
          <a:p>
            <a:pPr marL="1539875" lvl="1" indent="-1082675">
              <a:buFont typeface="+mj-lt"/>
              <a:buAutoNum type="alphaLcParenR"/>
            </a:pPr>
            <a:r>
              <a:rPr lang="en-US" altLang="zh-TW" sz="2400" b="1" dirty="0">
                <a:latin typeface="Consolas" panose="020B0609020204030204" pitchFamily="49" charset="0"/>
                <a:ea typeface="新細明體" pitchFamily="18" charset="-120"/>
              </a:rPr>
              <a:t>x + y &gt; -1 &amp;&amp; y % 2 == 0</a:t>
            </a:r>
          </a:p>
          <a:p>
            <a:pPr marL="1539875" lvl="1" indent="-1082675">
              <a:buFont typeface="+mj-lt"/>
              <a:buAutoNum type="alphaLcParenR"/>
            </a:pPr>
            <a:endParaRPr lang="en-US" altLang="zh-TW" sz="2400" b="1" dirty="0">
              <a:latin typeface="Consolas" panose="020B0609020204030204" pitchFamily="49" charset="0"/>
              <a:ea typeface="新細明體" pitchFamily="18" charset="-120"/>
            </a:endParaRPr>
          </a:p>
          <a:p>
            <a:pPr marL="1539875" lvl="1" indent="-1082675">
              <a:buFont typeface="+mj-lt"/>
              <a:buAutoNum type="alphaLcParenR"/>
            </a:pPr>
            <a:r>
              <a:rPr lang="en-US" altLang="zh-TW" sz="2400" b="1" dirty="0">
                <a:latin typeface="Consolas" panose="020B0609020204030204" pitchFamily="49" charset="0"/>
                <a:ea typeface="新細明體" pitchFamily="18" charset="-120"/>
              </a:rPr>
              <a:t>!y</a:t>
            </a:r>
          </a:p>
          <a:p>
            <a:pPr marL="1539875" lvl="1" indent="-1082675">
              <a:buFont typeface="+mj-lt"/>
              <a:buAutoNum type="alphaLcParenR"/>
            </a:pPr>
            <a:endParaRPr lang="en-US" altLang="zh-TW" sz="2400" b="1" dirty="0">
              <a:latin typeface="Consolas" panose="020B0609020204030204" pitchFamily="49" charset="0"/>
              <a:ea typeface="新細明體" pitchFamily="18" charset="-120"/>
            </a:endParaRPr>
          </a:p>
          <a:p>
            <a:pPr marL="1539875" lvl="1" indent="-1082675">
              <a:buFont typeface="+mj-lt"/>
              <a:buAutoNum type="alphaLcParenR"/>
            </a:pPr>
            <a:r>
              <a:rPr lang="en-US" altLang="zh-TW" sz="2400" b="1" dirty="0">
                <a:latin typeface="Consolas"/>
                <a:ea typeface="新細明體"/>
              </a:rPr>
              <a:t>5 &lt; x &lt; 10  </a:t>
            </a:r>
            <a:r>
              <a:rPr lang="en-US" altLang="zh-TW" sz="2400" b="1" dirty="0">
                <a:solidFill>
                  <a:srgbClr val="FF0000"/>
                </a:solidFill>
                <a:latin typeface="Consolas"/>
                <a:ea typeface="新細明體"/>
              </a:rPr>
              <a:t>(ATTENTION!</a:t>
            </a:r>
            <a:br>
              <a:rPr lang="en-US" altLang="zh-TW" sz="2400" b="1" dirty="0">
                <a:solidFill>
                  <a:srgbClr val="FF0000"/>
                </a:solidFill>
                <a:latin typeface="Consolas"/>
                <a:ea typeface="新細明體"/>
              </a:rPr>
            </a:br>
            <a:r>
              <a:rPr lang="en-US" altLang="zh-TW" sz="2400" b="1" dirty="0">
                <a:solidFill>
                  <a:srgbClr val="FF0000"/>
                </a:solidFill>
                <a:latin typeface="Consolas"/>
                <a:ea typeface="新細明體"/>
              </a:rPr>
              <a:t>			This expression does not evaluate as in Math!)</a:t>
            </a:r>
            <a:endParaRPr lang="en-US" altLang="zh-TW" sz="2400" b="1" dirty="0">
              <a:solidFill>
                <a:srgbClr val="FF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431571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99D0A-EE7F-42D5-998B-69A38E32A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3.1. Operator Precedence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216F7-AA7C-4B4D-8B8A-970DC4822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The following program example illustrates why the expression </a:t>
            </a:r>
            <a:r>
              <a:rPr lang="en-US" b="1">
                <a:latin typeface="Consolas" panose="020B0609020204030204" pitchFamily="49" charset="0"/>
                <a:cs typeface="Consolas" panose="020B0609020204030204" pitchFamily="49" charset="0"/>
              </a:rPr>
              <a:t>5&lt;x&lt;10</a:t>
            </a:r>
            <a:r>
              <a:rPr lang="en-US">
                <a:cs typeface="Calibri"/>
              </a:rPr>
              <a:t> strangely gives a result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>
                <a:cs typeface="Calibri"/>
              </a:rPr>
              <a:t>: </a:t>
            </a: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2FCA6-A726-4AB6-A479-A64EFD8A4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12BD3FB-D0FA-4F15-A2F1-983563A2A161}"/>
              </a:ext>
            </a:extLst>
          </p:cNvPr>
          <p:cNvSpPr txBox="1">
            <a:spLocks/>
          </p:cNvSpPr>
          <p:nvPr/>
        </p:nvSpPr>
        <p:spPr>
          <a:xfrm>
            <a:off x="1985963" y="2243276"/>
            <a:ext cx="8682037" cy="38237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800">
                <a:solidFill>
                  <a:srgbClr val="00B050"/>
                </a:solidFill>
                <a:latin typeface="Consolas" panose="020B0609020204030204" pitchFamily="49" charset="0"/>
                <a:ea typeface="+mn-lt"/>
                <a:cs typeface="+mn-lt"/>
              </a:rPr>
              <a:t>#include &lt;</a:t>
            </a:r>
            <a:r>
              <a:rPr lang="en-US" sz="1800" err="1">
                <a:solidFill>
                  <a:srgbClr val="00B050"/>
                </a:solidFill>
                <a:latin typeface="Consolas" panose="020B0609020204030204" pitchFamily="49" charset="0"/>
                <a:ea typeface="+mn-lt"/>
                <a:cs typeface="+mn-lt"/>
              </a:rPr>
              <a:t>stdio.h</a:t>
            </a:r>
            <a:r>
              <a:rPr lang="en-US" sz="1800">
                <a:solidFill>
                  <a:srgbClr val="00B050"/>
                </a:solidFill>
                <a:latin typeface="Consolas" panose="020B0609020204030204" pitchFamily="49" charset="0"/>
                <a:ea typeface="+mn-lt"/>
                <a:cs typeface="+mn-lt"/>
              </a:rPr>
              <a:t>&gt;</a:t>
            </a:r>
          </a:p>
          <a:p>
            <a:pPr>
              <a:buNone/>
            </a:pPr>
            <a:endParaRPr lang="en-US" sz="1800">
              <a:solidFill>
                <a:schemeClr val="accent1"/>
              </a:solidFill>
              <a:latin typeface="Consolas" panose="020B0609020204030204" pitchFamily="49" charset="0"/>
              <a:ea typeface="+mn-lt"/>
              <a:cs typeface="+mn-lt"/>
            </a:endParaRPr>
          </a:p>
          <a:p>
            <a:pPr>
              <a:buNone/>
            </a:pPr>
            <a:r>
              <a:rPr lang="en-US" sz="1800" err="1">
                <a:solidFill>
                  <a:srgbClr val="0000FF"/>
                </a:solidFill>
                <a:latin typeface="Consolas" panose="020B0609020204030204" pitchFamily="49" charset="0"/>
                <a:ea typeface="+mn-lt"/>
                <a:cs typeface="+mn-lt"/>
              </a:rPr>
              <a:t>int</a:t>
            </a:r>
            <a:r>
              <a:rPr lang="en-US" sz="180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main()</a:t>
            </a:r>
          </a:p>
          <a:p>
            <a:pPr>
              <a:buNone/>
            </a:pP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{</a:t>
            </a:r>
          </a:p>
          <a:p>
            <a:pPr>
              <a:buNone/>
            </a:pP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 err="1">
                <a:solidFill>
                  <a:srgbClr val="0000FF"/>
                </a:solidFill>
                <a:latin typeface="Consolas" panose="020B0609020204030204" pitchFamily="49" charset="0"/>
                <a:ea typeface="+mn-lt"/>
                <a:cs typeface="+mn-lt"/>
              </a:rPr>
              <a:t>int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 x = </a:t>
            </a:r>
            <a:r>
              <a:rPr lang="en-US" sz="180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;</a:t>
            </a:r>
          </a:p>
          <a:p>
            <a:pPr>
              <a:buNone/>
            </a:pP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    </a:t>
            </a:r>
          </a:p>
          <a:p>
            <a:pPr>
              <a:buNone/>
            </a:pP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 err="1">
                <a:latin typeface="Consolas" panose="020B0609020204030204" pitchFamily="49" charset="0"/>
                <a:ea typeface="+mn-lt"/>
                <a:cs typeface="+mn-lt"/>
              </a:rPr>
              <a:t>printf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(</a:t>
            </a:r>
            <a:r>
              <a:rPr lang="en-US" sz="180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"%d\n"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, </a:t>
            </a:r>
            <a:r>
              <a:rPr lang="en-US" sz="180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 &lt; x);</a:t>
            </a:r>
            <a:endParaRPr lang="en-US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 err="1">
                <a:latin typeface="Consolas" panose="020B0609020204030204" pitchFamily="49" charset="0"/>
                <a:ea typeface="+mn-lt"/>
                <a:cs typeface="+mn-lt"/>
              </a:rPr>
              <a:t>printf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(</a:t>
            </a:r>
            <a:r>
              <a:rPr lang="en-US" sz="180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"%d\n"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, (</a:t>
            </a:r>
            <a:r>
              <a:rPr lang="en-US" sz="180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 &lt; x) &lt; </a:t>
            </a:r>
            <a:r>
              <a:rPr lang="en-US" sz="180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);</a:t>
            </a:r>
          </a:p>
          <a:p>
            <a:pPr>
              <a:buNone/>
            </a:pP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 err="1">
                <a:latin typeface="Consolas" panose="020B0609020204030204" pitchFamily="49" charset="0"/>
                <a:ea typeface="+mn-lt"/>
                <a:cs typeface="+mn-lt"/>
              </a:rPr>
              <a:t>printf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(</a:t>
            </a:r>
            <a:r>
              <a:rPr lang="en-US" sz="180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"%d\n"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, </a:t>
            </a:r>
            <a:r>
              <a:rPr lang="en-US" sz="180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 &lt; </a:t>
            </a:r>
            <a:r>
              <a:rPr lang="en-US" sz="180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);</a:t>
            </a:r>
            <a:endParaRPr lang="en-US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 err="1">
                <a:latin typeface="Consolas" panose="020B0609020204030204" pitchFamily="49" charset="0"/>
                <a:ea typeface="+mn-lt"/>
                <a:cs typeface="+mn-lt"/>
              </a:rPr>
              <a:t>printf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(</a:t>
            </a:r>
            <a:r>
              <a:rPr lang="en-US" sz="180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"%d\n"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, </a:t>
            </a:r>
            <a:r>
              <a:rPr lang="en-US" sz="180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 &lt; x &lt; </a:t>
            </a:r>
            <a:r>
              <a:rPr lang="en-US" sz="180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);</a:t>
            </a:r>
            <a:endParaRPr lang="en-US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  <a:ea typeface="+mn-lt"/>
                <a:cs typeface="+mn-lt"/>
              </a:rPr>
              <a:t>return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 </a:t>
            </a:r>
            <a:r>
              <a:rPr lang="en-US" sz="180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;</a:t>
            </a:r>
          </a:p>
          <a:p>
            <a:pPr>
              <a:buNone/>
            </a:pP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6C0FE9-79F1-4CB0-BFAC-D2E0093480C5}"/>
              </a:ext>
            </a:extLst>
          </p:cNvPr>
          <p:cNvSpPr txBox="1"/>
          <p:nvPr/>
        </p:nvSpPr>
        <p:spPr>
          <a:xfrm>
            <a:off x="7696201" y="3482876"/>
            <a:ext cx="3886199" cy="2308324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>
              <a:spcBef>
                <a:spcPct val="0"/>
              </a:spcBef>
              <a:defRPr kumimoji="1">
                <a:ea typeface="新細明體" pitchFamily="18" charset="-120"/>
                <a:cs typeface="Times New Roman" pitchFamily="18" charset="0"/>
              </a:defRPr>
            </a:lvl1pPr>
          </a:lstStyle>
          <a:p>
            <a:r>
              <a:rPr lang="en-US"/>
              <a:t>The expression </a:t>
            </a:r>
            <a:r>
              <a:rPr lang="en-US" b="1">
                <a:latin typeface="Consolas" panose="020B0609020204030204" pitchFamily="49" charset="0"/>
                <a:cs typeface="Consolas" panose="020B0609020204030204" pitchFamily="49" charset="0"/>
              </a:rPr>
              <a:t>5&lt;x&lt;10</a:t>
            </a:r>
            <a:r>
              <a:rPr lang="en-US"/>
              <a:t> is understood completely differently by the C compiler. </a:t>
            </a:r>
            <a:r>
              <a:rPr lang="en-US">
                <a:solidFill>
                  <a:srgbClr val="C00000"/>
                </a:solidFill>
              </a:rPr>
              <a:t>Never use comparison in such form!</a:t>
            </a:r>
          </a:p>
          <a:p>
            <a:endParaRPr lang="en-US"/>
          </a:p>
          <a:p>
            <a:r>
              <a:rPr lang="en-US"/>
              <a:t>What should be the right expression to use in C? 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C8146823-F617-2949-8E1D-1D323F618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247802"/>
            <a:ext cx="461963" cy="381918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B0B017-A795-9E14-6DEB-B19CED5DDF98}"/>
              </a:ext>
            </a:extLst>
          </p:cNvPr>
          <p:cNvSpPr txBox="1"/>
          <p:nvPr/>
        </p:nvSpPr>
        <p:spPr>
          <a:xfrm>
            <a:off x="7778226" y="5378417"/>
            <a:ext cx="6156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 &gt; 5 &amp;&amp; x &lt; 10</a:t>
            </a:r>
            <a:endParaRPr lang="zh-CN" altLang="en-US" sz="2800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8086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3E7CCD-758E-7E0A-13EF-E4574E3C2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5521B3B-F78F-3A0C-0622-E319BD1FA8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63" y="76200"/>
            <a:ext cx="10972800" cy="83820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3.2. Operand to Logical Expressions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42A39F6-165E-B71D-2952-AF4F8E4769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3663" y="1066800"/>
            <a:ext cx="11911012" cy="51054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sz="3600" dirty="0">
                <a:ea typeface="新細明體"/>
              </a:rPr>
              <a:t>Bool -&gt; int</a:t>
            </a:r>
          </a:p>
          <a:p>
            <a:pPr lvl="1"/>
            <a:r>
              <a:rPr lang="en-US" altLang="zh-TW" sz="3200" dirty="0">
                <a:ea typeface="新細明體"/>
              </a:rPr>
              <a:t>true -&gt; 1</a:t>
            </a:r>
          </a:p>
          <a:p>
            <a:pPr lvl="1"/>
            <a:r>
              <a:rPr lang="en-US" altLang="zh-TW" sz="3200" dirty="0">
                <a:ea typeface="新細明體"/>
              </a:rPr>
              <a:t>false -&gt; 0</a:t>
            </a:r>
          </a:p>
          <a:p>
            <a:endParaRPr lang="en-US" altLang="zh-TW" sz="3600" dirty="0">
              <a:ea typeface="新細明體"/>
            </a:endParaRPr>
          </a:p>
          <a:p>
            <a:r>
              <a:rPr lang="en-US" altLang="zh-TW" sz="3600" dirty="0">
                <a:ea typeface="新細明體"/>
              </a:rPr>
              <a:t>Value -&gt; bool</a:t>
            </a:r>
          </a:p>
          <a:p>
            <a:pPr lvl="1"/>
            <a:r>
              <a:rPr lang="en-US" altLang="zh-TW" sz="3200" dirty="0">
                <a:ea typeface="新細明體" pitchFamily="18" charset="-120"/>
              </a:rPr>
              <a:t>0 -&gt; false</a:t>
            </a:r>
            <a:endParaRPr lang="en-US" altLang="zh-TW" sz="3200" u="sng" dirty="0">
              <a:solidFill>
                <a:srgbClr val="0070C0"/>
              </a:solidFill>
              <a:ea typeface="新細明體" pitchFamily="18" charset="-120"/>
            </a:endParaRPr>
          </a:p>
          <a:p>
            <a:pPr lvl="1"/>
            <a:r>
              <a:rPr lang="en-US" altLang="zh-TW" sz="3200" dirty="0">
                <a:ea typeface="新細明體" pitchFamily="18" charset="-120"/>
              </a:rPr>
              <a:t>All Other -&gt; true</a:t>
            </a:r>
            <a:endParaRPr lang="en-US" altLang="zh-TW" sz="2800" dirty="0">
              <a:ea typeface="新細明體" pitchFamily="18" charset="-120"/>
            </a:endParaRPr>
          </a:p>
          <a:p>
            <a:pPr marL="457200" lvl="1" indent="0">
              <a:buNone/>
            </a:pPr>
            <a:endParaRPr lang="en-US" altLang="zh-TW" sz="2800" dirty="0">
              <a:ea typeface="新細明體" pitchFamily="18" charset="-12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AFDF66D-AA52-22FA-52FB-1890397FB5D2}"/>
              </a:ext>
            </a:extLst>
          </p:cNvPr>
          <p:cNvSpPr/>
          <p:nvPr/>
        </p:nvSpPr>
        <p:spPr>
          <a:xfrm>
            <a:off x="5084466" y="1181100"/>
            <a:ext cx="6084278" cy="22479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E.g., </a:t>
            </a:r>
            <a:r>
              <a:rPr lang="en-US" sz="3600" b="1" dirty="0">
                <a:solidFill>
                  <a:schemeClr val="accent6"/>
                </a:solidFill>
              </a:rPr>
              <a:t>1 &amp;&amp; 1  </a:t>
            </a:r>
            <a:r>
              <a:rPr lang="en-US" sz="3600" b="1" dirty="0"/>
              <a:t>is true</a:t>
            </a:r>
          </a:p>
          <a:p>
            <a:pPr algn="ctr"/>
            <a:endParaRPr lang="en-US" sz="3600" b="1" dirty="0"/>
          </a:p>
          <a:p>
            <a:pPr algn="ctr"/>
            <a:r>
              <a:rPr lang="en-US" sz="3600" b="1" dirty="0"/>
              <a:t>How about </a:t>
            </a:r>
            <a:r>
              <a:rPr lang="en-US" sz="3600" b="1" dirty="0">
                <a:solidFill>
                  <a:schemeClr val="accent6"/>
                </a:solidFill>
              </a:rPr>
              <a:t>10 &amp;&amp; 5 </a:t>
            </a:r>
            <a:r>
              <a:rPr lang="en-US" sz="3600" b="1" dirty="0">
                <a:solidFill>
                  <a:schemeClr val="bg1"/>
                </a:solidFill>
              </a:rPr>
              <a:t>?</a:t>
            </a:r>
          </a:p>
          <a:p>
            <a:pPr algn="ctr"/>
            <a:r>
              <a:rPr lang="en-US" sz="3600" b="1" dirty="0"/>
              <a:t>true or false?</a:t>
            </a:r>
            <a:endParaRPr lang="LID4096" sz="3600" b="1" dirty="0">
              <a:solidFill>
                <a:schemeClr val="accent6"/>
              </a:solidFill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32885E9-7686-2003-461C-9F9AA45F8FAD}"/>
              </a:ext>
            </a:extLst>
          </p:cNvPr>
          <p:cNvSpPr/>
          <p:nvPr/>
        </p:nvSpPr>
        <p:spPr>
          <a:xfrm>
            <a:off x="5496728" y="4485333"/>
            <a:ext cx="4963606" cy="130586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0"/>
              </a:spcBef>
            </a:pPr>
            <a:r>
              <a:rPr kumimoji="1" lang="en-GB" sz="3200" b="1" dirty="0">
                <a:solidFill>
                  <a:srgbClr val="C00000"/>
                </a:solidFill>
                <a:ea typeface="新細明體" pitchFamily="18" charset="-120"/>
                <a:cs typeface="Times New Roman" pitchFamily="18" charset="0"/>
              </a:rPr>
              <a:t>Not only 1 is true</a:t>
            </a:r>
          </a:p>
          <a:p>
            <a:pPr algn="ctr">
              <a:spcBef>
                <a:spcPct val="0"/>
              </a:spcBef>
            </a:pPr>
            <a:r>
              <a:rPr kumimoji="1" lang="en-GB" sz="3200" b="1" dirty="0">
                <a:solidFill>
                  <a:srgbClr val="C00000"/>
                </a:solidFill>
                <a:ea typeface="新細明體" pitchFamily="18" charset="-120"/>
                <a:cs typeface="Times New Roman" pitchFamily="18" charset="0"/>
              </a:rPr>
              <a:t>All the non-zero is true</a:t>
            </a:r>
          </a:p>
        </p:txBody>
      </p:sp>
    </p:spTree>
    <p:extLst>
      <p:ext uri="{BB962C8B-B14F-4D97-AF65-F5344CB8AC3E}">
        <p14:creationId xmlns:p14="http://schemas.microsoft.com/office/powerpoint/2010/main" val="28199333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F2AD4-7A77-403B-A464-E02F2BC56157}" type="slidenum">
              <a:rPr lang="zh-TW" altLang="en-US"/>
              <a:pPr/>
              <a:t>22</a:t>
            </a:fld>
            <a:endParaRPr lang="en-US" altLang="zh-TW"/>
          </a:p>
        </p:txBody>
      </p:sp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3.2. Operand to Logical Expressions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219200"/>
            <a:ext cx="10210800" cy="4953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sz="3600" dirty="0">
                <a:ea typeface="新細明體"/>
              </a:rPr>
              <a:t>When a value is treated as a Boolean value</a:t>
            </a:r>
          </a:p>
          <a:p>
            <a:pPr lvl="1"/>
            <a:r>
              <a:rPr lang="en-US" altLang="zh-TW" sz="3200" dirty="0">
                <a:ea typeface="新細明體" pitchFamily="18" charset="-120"/>
              </a:rPr>
              <a:t>A </a:t>
            </a:r>
            <a:r>
              <a:rPr lang="en-US" altLang="zh-TW" sz="3200" u="sng" dirty="0">
                <a:solidFill>
                  <a:srgbClr val="0070C0"/>
                </a:solidFill>
                <a:ea typeface="新細明體" pitchFamily="18" charset="-120"/>
              </a:rPr>
              <a:t>zero</a:t>
            </a:r>
            <a:r>
              <a:rPr lang="en-US" altLang="zh-TW" sz="3200" dirty="0">
                <a:ea typeface="新細明體" pitchFamily="18" charset="-120"/>
              </a:rPr>
              <a:t> is treated as </a:t>
            </a:r>
            <a:r>
              <a:rPr lang="en-US" altLang="zh-TW" sz="3200" u="sng" dirty="0">
                <a:solidFill>
                  <a:srgbClr val="0070C0"/>
                </a:solidFill>
                <a:ea typeface="新細明體" pitchFamily="18" charset="-120"/>
              </a:rPr>
              <a:t>false</a:t>
            </a:r>
            <a:r>
              <a:rPr lang="en-US" altLang="zh-TW" sz="3200" dirty="0">
                <a:ea typeface="新細明體" pitchFamily="18" charset="-120"/>
              </a:rPr>
              <a:t>.</a:t>
            </a:r>
            <a:endParaRPr lang="en-US" altLang="zh-TW" sz="3200" u="sng" dirty="0">
              <a:solidFill>
                <a:srgbClr val="0070C0"/>
              </a:solidFill>
              <a:ea typeface="新細明體" pitchFamily="18" charset="-120"/>
            </a:endParaRPr>
          </a:p>
          <a:p>
            <a:pPr lvl="1"/>
            <a:r>
              <a:rPr lang="en-US" altLang="zh-TW" sz="3200" dirty="0">
                <a:ea typeface="新細明體" pitchFamily="18" charset="-120"/>
              </a:rPr>
              <a:t>Any </a:t>
            </a:r>
            <a:r>
              <a:rPr lang="en-US" altLang="zh-TW" sz="3200" u="sng" dirty="0">
                <a:solidFill>
                  <a:srgbClr val="0070C0"/>
                </a:solidFill>
                <a:ea typeface="新細明體" pitchFamily="18" charset="-120"/>
              </a:rPr>
              <a:t>non-zero</a:t>
            </a:r>
            <a:r>
              <a:rPr lang="en-US" altLang="zh-TW" sz="3200" dirty="0">
                <a:ea typeface="新細明體" pitchFamily="18" charset="-120"/>
              </a:rPr>
              <a:t> value is treated as </a:t>
            </a:r>
            <a:r>
              <a:rPr lang="en-US" altLang="zh-TW" sz="3200" u="sng" dirty="0">
                <a:solidFill>
                  <a:srgbClr val="0070C0"/>
                </a:solidFill>
                <a:ea typeface="新細明體" pitchFamily="18" charset="-120"/>
              </a:rPr>
              <a:t>true</a:t>
            </a:r>
            <a:r>
              <a:rPr lang="en-US" altLang="zh-TW" sz="3200" dirty="0">
                <a:ea typeface="新細明體" pitchFamily="18" charset="-120"/>
              </a:rPr>
              <a:t>. </a:t>
            </a:r>
          </a:p>
          <a:p>
            <a:pPr lvl="1"/>
            <a:endParaRPr lang="en-US" altLang="zh-TW" sz="2800" dirty="0">
              <a:ea typeface="新細明體" pitchFamily="18" charset="-120"/>
            </a:endParaRPr>
          </a:p>
          <a:p>
            <a:r>
              <a:rPr lang="en-US" altLang="zh-TW" sz="2800" dirty="0">
                <a:ea typeface="新細明體"/>
              </a:rPr>
              <a:t>e.g.,</a:t>
            </a:r>
            <a:endParaRPr lang="en-US" altLang="zh-TW" sz="2800" dirty="0">
              <a:ea typeface="新細明體"/>
              <a:cs typeface="Calibri"/>
            </a:endParaRPr>
          </a:p>
          <a:p>
            <a:pPr marL="457200" lvl="1" indent="0">
              <a:buNone/>
            </a:pPr>
            <a:r>
              <a:rPr lang="en-US" altLang="zh-TW" sz="2400" dirty="0">
                <a:ea typeface="新細明體"/>
              </a:rPr>
              <a:t>	5 &amp;&amp; 5 	</a:t>
            </a:r>
            <a:r>
              <a:rPr lang="en-US" altLang="zh-TW" sz="2400" dirty="0">
                <a:ea typeface="新細明體"/>
                <a:sym typeface="Wingdings" panose="05000000000000000000" pitchFamily="2" charset="2"/>
              </a:rPr>
              <a:t> "true </a:t>
            </a:r>
            <a:r>
              <a:rPr lang="en-US" altLang="zh-TW" sz="2400" b="1" dirty="0">
                <a:ea typeface="新細明體"/>
                <a:sym typeface="Wingdings" panose="05000000000000000000" pitchFamily="2" charset="2"/>
              </a:rPr>
              <a:t>AND</a:t>
            </a:r>
            <a:r>
              <a:rPr lang="en-US" altLang="zh-TW" sz="2400" dirty="0">
                <a:ea typeface="新細明體"/>
                <a:sym typeface="Wingdings" panose="05000000000000000000" pitchFamily="2" charset="2"/>
              </a:rPr>
              <a:t> true" 	</a:t>
            </a:r>
            <a:r>
              <a:rPr lang="en-US" sz="2400" dirty="0">
                <a:ea typeface="新細明體"/>
                <a:sym typeface="Wingdings" panose="05000000000000000000" pitchFamily="2" charset="2"/>
              </a:rPr>
              <a:t> </a:t>
            </a:r>
            <a:r>
              <a:rPr lang="en-US" altLang="zh-TW" sz="2400" dirty="0">
                <a:ea typeface="新細明體"/>
                <a:sym typeface="Wingdings" panose="05000000000000000000" pitchFamily="2" charset="2"/>
              </a:rPr>
              <a:t>1 (</a:t>
            </a:r>
            <a:r>
              <a:rPr lang="en-US" altLang="zh-TW" sz="2400" i="1" dirty="0">
                <a:ea typeface="新細明體"/>
                <a:sym typeface="Wingdings" panose="05000000000000000000" pitchFamily="2" charset="2"/>
              </a:rPr>
              <a:t>5 treated as true</a:t>
            </a:r>
            <a:r>
              <a:rPr lang="en-US" altLang="zh-TW" sz="2400" dirty="0">
                <a:ea typeface="新細明體"/>
                <a:sym typeface="Wingdings" panose="05000000000000000000" pitchFamily="2" charset="2"/>
              </a:rPr>
              <a:t>)</a:t>
            </a:r>
            <a:endParaRPr lang="en-US" altLang="zh-TW" sz="2400" dirty="0">
              <a:ea typeface="新細明體"/>
              <a:cs typeface="Calibri"/>
            </a:endParaRPr>
          </a:p>
          <a:p>
            <a:pPr marL="457200" lvl="1" indent="0">
              <a:buNone/>
            </a:pPr>
            <a:r>
              <a:rPr lang="en-US" altLang="zh-TW" sz="2400" dirty="0">
                <a:ea typeface="新細明體"/>
                <a:sym typeface="Wingdings" panose="05000000000000000000" pitchFamily="2" charset="2"/>
              </a:rPr>
              <a:t>	!-1 		 </a:t>
            </a:r>
            <a:r>
              <a:rPr lang="en-US" altLang="zh-TW" sz="2400" b="1" dirty="0">
                <a:ea typeface="新細明體"/>
                <a:sym typeface="Wingdings" panose="05000000000000000000" pitchFamily="2" charset="2"/>
              </a:rPr>
              <a:t>NOT</a:t>
            </a:r>
            <a:r>
              <a:rPr lang="en-US" altLang="zh-TW" sz="2400" dirty="0">
                <a:ea typeface="新細明體"/>
                <a:sym typeface="Wingdings" panose="05000000000000000000" pitchFamily="2" charset="2"/>
              </a:rPr>
              <a:t> true</a:t>
            </a:r>
            <a:r>
              <a:rPr lang="en-US" sz="2400" dirty="0">
                <a:ea typeface="新細明體"/>
                <a:sym typeface="Wingdings" panose="05000000000000000000" pitchFamily="2" charset="2"/>
              </a:rPr>
              <a:t> 		</a:t>
            </a:r>
            <a:r>
              <a:rPr lang="en-US" altLang="zh-TW" sz="2400" dirty="0">
                <a:ea typeface="新細明體"/>
                <a:sym typeface="Wingdings" panose="05000000000000000000" pitchFamily="2" charset="2"/>
              </a:rPr>
              <a:t> 0	</a:t>
            </a:r>
            <a:endParaRPr lang="en-US" altLang="zh-TW" sz="2400" dirty="0">
              <a:ea typeface="新細明體"/>
              <a:cs typeface="Calibri"/>
            </a:endParaRPr>
          </a:p>
          <a:p>
            <a:pPr marL="457200" lvl="1" indent="0">
              <a:buNone/>
            </a:pPr>
            <a:r>
              <a:rPr lang="en-US" altLang="zh-TW" sz="2400" dirty="0">
                <a:ea typeface="新細明體"/>
                <a:sym typeface="Wingdings" panose="05000000000000000000" pitchFamily="2" charset="2"/>
              </a:rPr>
              <a:t>	!!0.01 		 </a:t>
            </a:r>
            <a:r>
              <a:rPr lang="en-US" altLang="zh-TW" sz="2400" b="1" dirty="0">
                <a:ea typeface="新細明體"/>
                <a:sym typeface="Wingdings" panose="05000000000000000000" pitchFamily="2" charset="2"/>
              </a:rPr>
              <a:t>NOT</a:t>
            </a:r>
            <a:r>
              <a:rPr lang="en-US" altLang="zh-TW" sz="2400" dirty="0">
                <a:ea typeface="新細明體"/>
                <a:sym typeface="Wingdings" panose="05000000000000000000" pitchFamily="2" charset="2"/>
              </a:rPr>
              <a:t> </a:t>
            </a:r>
            <a:r>
              <a:rPr lang="en-US" altLang="zh-TW" sz="2400" b="1" dirty="0" err="1">
                <a:ea typeface="新細明體"/>
                <a:sym typeface="Wingdings" panose="05000000000000000000" pitchFamily="2" charset="2"/>
              </a:rPr>
              <a:t>NOT</a:t>
            </a:r>
            <a:r>
              <a:rPr lang="en-US" altLang="zh-TW" sz="2400" dirty="0">
                <a:ea typeface="新細明體"/>
                <a:sym typeface="Wingdings" panose="05000000000000000000" pitchFamily="2" charset="2"/>
              </a:rPr>
              <a:t> true 	 1</a:t>
            </a:r>
            <a:endParaRPr lang="en-US" altLang="zh-TW" sz="2400" dirty="0">
              <a:ea typeface="新細明體"/>
              <a:cs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D7C356-B21B-F07F-44DA-9BEE981A688D}"/>
              </a:ext>
            </a:extLst>
          </p:cNvPr>
          <p:cNvSpPr/>
          <p:nvPr/>
        </p:nvSpPr>
        <p:spPr>
          <a:xfrm>
            <a:off x="8255000" y="2271623"/>
            <a:ext cx="3810000" cy="92472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/>
          <a:p>
            <a:pPr>
              <a:spcBef>
                <a:spcPct val="0"/>
              </a:spcBef>
            </a:pPr>
            <a:r>
              <a:rPr kumimoji="1" lang="en-GB" sz="3200" b="1">
                <a:solidFill>
                  <a:srgbClr val="C00000"/>
                </a:solidFill>
                <a:ea typeface="新細明體" pitchFamily="18" charset="-120"/>
                <a:cs typeface="Times New Roman" pitchFamily="18" charset="0"/>
              </a:rPr>
              <a:t>Not only 1 is true</a:t>
            </a:r>
          </a:p>
          <a:p>
            <a:pPr>
              <a:spcBef>
                <a:spcPct val="0"/>
              </a:spcBef>
            </a:pPr>
            <a:r>
              <a:rPr kumimoji="1" lang="en-GB" sz="3200" b="1">
                <a:solidFill>
                  <a:srgbClr val="C00000"/>
                </a:solidFill>
                <a:ea typeface="新細明體" pitchFamily="18" charset="-120"/>
                <a:cs typeface="Times New Roman" pitchFamily="18" charset="0"/>
              </a:rPr>
              <a:t>All the non-zero is true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BDEBAB4-6984-602F-971E-D7E91D3E4964}"/>
              </a:ext>
            </a:extLst>
          </p:cNvPr>
          <p:cNvSpPr/>
          <p:nvPr/>
        </p:nvSpPr>
        <p:spPr>
          <a:xfrm>
            <a:off x="8018585" y="4838281"/>
            <a:ext cx="3563815" cy="125018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0"/>
              </a:spcBef>
            </a:pPr>
            <a:r>
              <a:rPr kumimoji="1" lang="en-GB" sz="3600" b="1" dirty="0">
                <a:solidFill>
                  <a:schemeClr val="tx1"/>
                </a:solidFill>
                <a:ea typeface="新細明體" pitchFamily="18" charset="-120"/>
                <a:cs typeface="Times New Roman" pitchFamily="18" charset="0"/>
              </a:rPr>
              <a:t>-1 is true</a:t>
            </a:r>
          </a:p>
          <a:p>
            <a:pPr algn="ctr">
              <a:spcBef>
                <a:spcPct val="0"/>
              </a:spcBef>
            </a:pPr>
            <a:r>
              <a:rPr kumimoji="1" lang="en-GB" sz="3600" b="1" dirty="0">
                <a:solidFill>
                  <a:schemeClr val="tx1"/>
                </a:solidFill>
                <a:ea typeface="新細明體" pitchFamily="18" charset="-120"/>
                <a:cs typeface="Times New Roman" pitchFamily="18" charset="0"/>
              </a:rPr>
              <a:t>0.01 is true</a:t>
            </a:r>
          </a:p>
        </p:txBody>
      </p:sp>
    </p:spTree>
    <p:extLst>
      <p:ext uri="{BB962C8B-B14F-4D97-AF65-F5344CB8AC3E}">
        <p14:creationId xmlns:p14="http://schemas.microsoft.com/office/powerpoint/2010/main" val="12317951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58AEE3-C5D4-BB08-AD04-DAC680B17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>
                <a:ea typeface="新細明體"/>
              </a:rPr>
              <a:t>3.2. Operand to Logical Expressions</a:t>
            </a:r>
            <a:endParaRPr lang="LID4096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3FA8D3-2A72-A4CB-8803-7E7DE1333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3B1795D-6048-AB91-7C94-458B043DE9D7}"/>
              </a:ext>
            </a:extLst>
          </p:cNvPr>
          <p:cNvSpPr txBox="1">
            <a:spLocks/>
          </p:cNvSpPr>
          <p:nvPr/>
        </p:nvSpPr>
        <p:spPr>
          <a:xfrm>
            <a:off x="1371600" y="1319783"/>
            <a:ext cx="8689811" cy="46837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sz="2400">
                <a:solidFill>
                  <a:srgbClr val="00B050"/>
                </a:solidFill>
                <a:latin typeface="Consolas" panose="020B0609020204030204" pitchFamily="49" charset="0"/>
                <a:ea typeface="+mn-lt"/>
                <a:cs typeface="+mn-lt"/>
              </a:rPr>
              <a:t>#include &lt;</a:t>
            </a:r>
            <a:r>
              <a:rPr lang="en-US" sz="2400" err="1">
                <a:solidFill>
                  <a:srgbClr val="00B050"/>
                </a:solidFill>
                <a:latin typeface="Consolas" panose="020B0609020204030204" pitchFamily="49" charset="0"/>
                <a:ea typeface="+mn-lt"/>
                <a:cs typeface="+mn-lt"/>
              </a:rPr>
              <a:t>stdio.h</a:t>
            </a:r>
            <a:r>
              <a:rPr lang="en-US" sz="2400">
                <a:solidFill>
                  <a:srgbClr val="00B050"/>
                </a:solidFill>
                <a:latin typeface="Consolas" panose="020B0609020204030204" pitchFamily="49" charset="0"/>
                <a:ea typeface="+mn-lt"/>
                <a:cs typeface="+mn-lt"/>
              </a:rPr>
              <a:t>&gt;</a:t>
            </a:r>
          </a:p>
          <a:p>
            <a:pPr>
              <a:buFont typeface="Arial" pitchFamily="34" charset="0"/>
              <a:buNone/>
            </a:pPr>
            <a:r>
              <a:rPr lang="en-US" sz="2400">
                <a:solidFill>
                  <a:srgbClr val="00B050"/>
                </a:solidFill>
                <a:latin typeface="Consolas" panose="020B0609020204030204" pitchFamily="49" charset="0"/>
                <a:ea typeface="+mn-lt"/>
                <a:cs typeface="+mn-lt"/>
              </a:rPr>
              <a:t>#include &lt;</a:t>
            </a:r>
            <a:r>
              <a:rPr lang="en-US" sz="2400" err="1">
                <a:solidFill>
                  <a:srgbClr val="00B050"/>
                </a:solidFill>
                <a:latin typeface="Consolas" panose="020B0609020204030204" pitchFamily="49" charset="0"/>
                <a:ea typeface="+mn-lt"/>
                <a:cs typeface="+mn-lt"/>
              </a:rPr>
              <a:t>stdbool.h</a:t>
            </a:r>
            <a:r>
              <a:rPr lang="en-US" sz="2400">
                <a:solidFill>
                  <a:srgbClr val="00B050"/>
                </a:solidFill>
                <a:latin typeface="Consolas" panose="020B0609020204030204" pitchFamily="49" charset="0"/>
                <a:ea typeface="+mn-lt"/>
                <a:cs typeface="+mn-lt"/>
              </a:rPr>
              <a:t>&gt;</a:t>
            </a:r>
          </a:p>
          <a:p>
            <a:pPr>
              <a:buFont typeface="Arial" pitchFamily="34" charset="0"/>
              <a:buNone/>
            </a:pPr>
            <a:endParaRPr lang="en-US" sz="2400">
              <a:solidFill>
                <a:schemeClr val="accent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itchFamily="34" charset="0"/>
              <a:buNone/>
            </a:pPr>
            <a:r>
              <a:rPr lang="en-US" sz="2400">
                <a:solidFill>
                  <a:srgbClr val="0000FF"/>
                </a:solidFill>
                <a:latin typeface="Consolas" panose="020B0609020204030204" pitchFamily="49" charset="0"/>
                <a:ea typeface="+mn-lt"/>
                <a:cs typeface="+mn-lt"/>
              </a:rPr>
              <a:t>int</a:t>
            </a:r>
            <a:r>
              <a:rPr lang="en-US" sz="240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</a:t>
            </a:r>
            <a:r>
              <a:rPr lang="en-US" sz="2400">
                <a:latin typeface="Consolas" panose="020B0609020204030204" pitchFamily="49" charset="0"/>
                <a:ea typeface="+mn-lt"/>
                <a:cs typeface="+mn-lt"/>
              </a:rPr>
              <a:t>main()</a:t>
            </a:r>
          </a:p>
          <a:p>
            <a:pPr>
              <a:buFont typeface="Arial" pitchFamily="34" charset="0"/>
              <a:buNone/>
            </a:pPr>
            <a:r>
              <a:rPr lang="en-US" sz="2400">
                <a:latin typeface="Consolas" panose="020B0609020204030204" pitchFamily="49" charset="0"/>
                <a:ea typeface="+mn-lt"/>
                <a:cs typeface="+mn-lt"/>
              </a:rPr>
              <a:t>{</a:t>
            </a:r>
            <a:endParaRPr lang="en-US" altLang="zh-CN" sz="2400">
              <a:solidFill>
                <a:schemeClr val="accent1"/>
              </a:solidFill>
              <a:latin typeface="Consolas" panose="020B0609020204030204" pitchFamily="49" charset="0"/>
              <a:ea typeface="+mn-lt"/>
              <a:cs typeface="+mn-lt"/>
            </a:endParaRPr>
          </a:p>
          <a:p>
            <a:pPr>
              <a:buFont typeface="Arial" pitchFamily="34" charset="0"/>
              <a:buNone/>
            </a:pPr>
            <a:r>
              <a:rPr lang="en-US" altLang="zh-CN" sz="2400">
                <a:solidFill>
                  <a:srgbClr val="0000FF"/>
                </a:solidFill>
                <a:latin typeface="Consolas" panose="020B0609020204030204" pitchFamily="49" charset="0"/>
                <a:ea typeface="+mn-lt"/>
                <a:cs typeface="+mn-lt"/>
              </a:rPr>
              <a:t>	 int</a:t>
            </a:r>
            <a:r>
              <a:rPr lang="en-US" altLang="zh-CN" sz="240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</a:t>
            </a:r>
            <a:r>
              <a:rPr lang="en-US" altLang="zh-CN" sz="2400">
                <a:latin typeface="Consolas" panose="020B0609020204030204" pitchFamily="49" charset="0"/>
                <a:ea typeface="+mn-lt"/>
                <a:cs typeface="+mn-lt"/>
              </a:rPr>
              <a:t>x = </a:t>
            </a:r>
            <a:r>
              <a:rPr lang="en-US" altLang="zh-CN" sz="240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-1</a:t>
            </a:r>
            <a:r>
              <a:rPr lang="en-US" altLang="zh-CN" sz="2400">
                <a:latin typeface="Consolas" panose="020B0609020204030204" pitchFamily="49" charset="0"/>
                <a:ea typeface="+mn-lt"/>
                <a:cs typeface="+mn-lt"/>
              </a:rPr>
              <a:t>;</a:t>
            </a:r>
            <a:endParaRPr lang="en-US" altLang="zh-CN" sz="2400">
              <a:solidFill>
                <a:schemeClr val="accent1"/>
              </a:solidFill>
              <a:latin typeface="Consolas" panose="020B0609020204030204" pitchFamily="49" charset="0"/>
              <a:ea typeface="+mn-lt"/>
              <a:cs typeface="+mn-lt"/>
            </a:endParaRPr>
          </a:p>
          <a:p>
            <a:pPr>
              <a:buFont typeface="Arial" pitchFamily="34" charset="0"/>
              <a:buNone/>
            </a:pPr>
            <a:r>
              <a:rPr lang="en-US" sz="2400">
                <a:solidFill>
                  <a:srgbClr val="0000FF"/>
                </a:solidFill>
                <a:latin typeface="Consolas" panose="020B0609020204030204" pitchFamily="49" charset="0"/>
                <a:ea typeface="+mn-lt"/>
                <a:cs typeface="+mn-lt"/>
              </a:rPr>
              <a:t>	 bool</a:t>
            </a:r>
            <a:r>
              <a:rPr lang="en-US" sz="240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</a:t>
            </a:r>
            <a:r>
              <a:rPr lang="en-US" sz="2400">
                <a:latin typeface="Consolas" panose="020B0609020204030204" pitchFamily="49" charset="0"/>
                <a:ea typeface="+mn-lt"/>
                <a:cs typeface="+mn-lt"/>
              </a:rPr>
              <a:t>a = </a:t>
            </a:r>
            <a:r>
              <a:rPr lang="en-US" sz="240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</a:t>
            </a:r>
            <a:r>
              <a:rPr lang="en-US" sz="2400">
                <a:latin typeface="Consolas" panose="020B0609020204030204" pitchFamily="49" charset="0"/>
                <a:ea typeface="+mn-lt"/>
                <a:cs typeface="+mn-lt"/>
              </a:rPr>
              <a:t>;</a:t>
            </a:r>
            <a:endParaRPr lang="en-US" sz="2400">
              <a:solidFill>
                <a:schemeClr val="accent1"/>
              </a:solidFill>
              <a:latin typeface="Consolas" panose="020B0609020204030204" pitchFamily="49" charset="0"/>
              <a:ea typeface="+mn-lt"/>
              <a:cs typeface="+mn-lt"/>
            </a:endParaRPr>
          </a:p>
          <a:p>
            <a:pPr>
              <a:buFont typeface="Arial" pitchFamily="34" charset="0"/>
              <a:buNone/>
            </a:pPr>
            <a:r>
              <a:rPr lang="en-US" sz="240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  </a:t>
            </a:r>
            <a:r>
              <a:rPr lang="en-US" sz="2400" err="1">
                <a:latin typeface="Consolas" panose="020B0609020204030204" pitchFamily="49" charset="0"/>
                <a:ea typeface="+mn-lt"/>
                <a:cs typeface="+mn-lt"/>
              </a:rPr>
              <a:t>printf</a:t>
            </a:r>
            <a:r>
              <a:rPr lang="en-US" sz="2400">
                <a:latin typeface="Consolas" panose="020B0609020204030204" pitchFamily="49" charset="0"/>
                <a:ea typeface="+mn-lt"/>
                <a:cs typeface="+mn-lt"/>
              </a:rPr>
              <a:t>(</a:t>
            </a:r>
            <a:r>
              <a:rPr lang="en-US" sz="240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sz="2400">
                <a:latin typeface="Consolas" panose="020B0609020204030204" pitchFamily="49" charset="0"/>
                <a:ea typeface="+mn-lt"/>
                <a:cs typeface="+mn-lt"/>
              </a:rPr>
              <a:t>, a);</a:t>
            </a:r>
          </a:p>
          <a:p>
            <a:pPr>
              <a:buFont typeface="Arial" pitchFamily="34" charset="0"/>
              <a:buNone/>
            </a:pPr>
            <a:r>
              <a:rPr lang="en-US" sz="240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>
              <a:buFont typeface="Arial" pitchFamily="34" charset="0"/>
              <a:buNone/>
            </a:pPr>
            <a:r>
              <a:rPr lang="en-US" sz="240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2400">
                <a:solidFill>
                  <a:srgbClr val="0000FF"/>
                </a:solidFill>
                <a:latin typeface="Consolas" panose="020B0609020204030204" pitchFamily="49" charset="0"/>
                <a:ea typeface="+mn-lt"/>
                <a:cs typeface="+mn-lt"/>
              </a:rPr>
              <a:t>return</a:t>
            </a:r>
            <a:r>
              <a:rPr lang="en-US" sz="240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</a:t>
            </a:r>
            <a:r>
              <a:rPr lang="en-US" sz="240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sz="2400">
                <a:latin typeface="Consolas" panose="020B0609020204030204" pitchFamily="49" charset="0"/>
                <a:ea typeface="+mn-lt"/>
                <a:cs typeface="+mn-lt"/>
              </a:rPr>
              <a:t>;</a:t>
            </a:r>
          </a:p>
          <a:p>
            <a:pPr>
              <a:buFont typeface="Arial" pitchFamily="34" charset="0"/>
              <a:buNone/>
            </a:pPr>
            <a:r>
              <a:rPr lang="en-US" sz="2400">
                <a:latin typeface="Consolas" panose="020B0609020204030204" pitchFamily="49" charset="0"/>
                <a:ea typeface="+mn-lt"/>
                <a:cs typeface="+mn-lt"/>
              </a:rPr>
              <a:t>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7A34C9-D2AD-F3AC-2ED9-230926E34861}"/>
              </a:ext>
            </a:extLst>
          </p:cNvPr>
          <p:cNvSpPr/>
          <p:nvPr/>
        </p:nvSpPr>
        <p:spPr>
          <a:xfrm>
            <a:off x="7001256" y="1524000"/>
            <a:ext cx="4733544" cy="1219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>
              <a:spcBef>
                <a:spcPct val="0"/>
              </a:spcBef>
            </a:pPr>
            <a:r>
              <a:rPr kumimoji="1" lang="en-GB" sz="3600" b="1">
                <a:solidFill>
                  <a:srgbClr val="C00000"/>
                </a:solidFill>
                <a:ea typeface="新細明體" pitchFamily="18" charset="-120"/>
                <a:cs typeface="Times New Roman" pitchFamily="18" charset="0"/>
              </a:rPr>
              <a:t>Not only 1 is true</a:t>
            </a:r>
          </a:p>
          <a:p>
            <a:pPr>
              <a:spcBef>
                <a:spcPct val="0"/>
              </a:spcBef>
            </a:pPr>
            <a:r>
              <a:rPr kumimoji="1" lang="en-GB" sz="3600" b="1">
                <a:solidFill>
                  <a:srgbClr val="C00000"/>
                </a:solidFill>
                <a:ea typeface="新細明體" pitchFamily="18" charset="-120"/>
                <a:cs typeface="Times New Roman" pitchFamily="18" charset="0"/>
              </a:rPr>
              <a:t>All the non-zero is true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4A4829-C198-F275-9E0E-9496FAF5E586}"/>
              </a:ext>
            </a:extLst>
          </p:cNvPr>
          <p:cNvSpPr/>
          <p:nvPr/>
        </p:nvSpPr>
        <p:spPr>
          <a:xfrm>
            <a:off x="5389353" y="3967089"/>
            <a:ext cx="3351295" cy="144311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>
              <a:spcBef>
                <a:spcPct val="0"/>
              </a:spcBef>
            </a:pPr>
            <a:r>
              <a:rPr kumimoji="1" lang="en-GB" sz="3600" b="1" dirty="0">
                <a:solidFill>
                  <a:schemeClr val="tx1"/>
                </a:solidFill>
                <a:ea typeface="新細明體" pitchFamily="18" charset="-120"/>
                <a:cs typeface="Times New Roman" pitchFamily="18" charset="0"/>
              </a:rPr>
              <a:t>-1 is also true</a:t>
            </a:r>
          </a:p>
          <a:p>
            <a:pPr>
              <a:spcBef>
                <a:spcPct val="0"/>
              </a:spcBef>
            </a:pPr>
            <a:r>
              <a:rPr kumimoji="1" lang="en-GB" sz="3600" b="1" dirty="0">
                <a:solidFill>
                  <a:schemeClr val="tx1"/>
                </a:solidFill>
                <a:ea typeface="新細明體" pitchFamily="18" charset="-120"/>
                <a:cs typeface="Times New Roman" pitchFamily="18" charset="0"/>
              </a:rPr>
              <a:t>0.01 is true</a:t>
            </a:r>
          </a:p>
        </p:txBody>
      </p:sp>
    </p:spTree>
    <p:extLst>
      <p:ext uri="{BB962C8B-B14F-4D97-AF65-F5344CB8AC3E}">
        <p14:creationId xmlns:p14="http://schemas.microsoft.com/office/powerpoint/2010/main" val="3597089374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4000" i="1">
                <a:solidFill>
                  <a:schemeClr val="bg1">
                    <a:lumMod val="65000"/>
                  </a:schemeClr>
                </a:solidFill>
              </a:rPr>
              <a:t>Boolean</a:t>
            </a:r>
            <a:r>
              <a:rPr lang="en-US" sz="4000">
                <a:solidFill>
                  <a:schemeClr val="bg1">
                    <a:lumMod val="65000"/>
                  </a:schemeClr>
                </a:solidFill>
              </a:rPr>
              <a:t> Type</a:t>
            </a:r>
          </a:p>
          <a:p>
            <a:pPr marL="400050" lvl="1" indent="0">
              <a:buNone/>
            </a:pPr>
            <a:r>
              <a:rPr lang="en-US" sz="3600">
                <a:solidFill>
                  <a:schemeClr val="bg1">
                    <a:lumMod val="65000"/>
                  </a:schemeClr>
                </a:solidFill>
              </a:rPr>
              <a:t>	Bool true false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4000">
                <a:solidFill>
                  <a:schemeClr val="bg1">
                    <a:lumMod val="65000"/>
                  </a:schemeClr>
                </a:solidFill>
              </a:rPr>
              <a:t>Relational and Logical Operators</a:t>
            </a:r>
          </a:p>
          <a:p>
            <a:pPr marL="400050" lvl="1" indent="0">
              <a:buNone/>
            </a:pPr>
            <a:r>
              <a:rPr lang="en-US" sz="3600">
                <a:solidFill>
                  <a:schemeClr val="bg1">
                    <a:lumMod val="65000"/>
                  </a:schemeClr>
                </a:solidFill>
              </a:rPr>
              <a:t>	&gt;, &lt;, &gt;=, &lt;=, ==, !, &amp;&amp;, ||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4000">
                <a:solidFill>
                  <a:schemeClr val="bg1">
                    <a:lumMod val="65000"/>
                  </a:schemeClr>
                </a:solidFill>
              </a:rPr>
              <a:t>Operator Precedence</a:t>
            </a:r>
            <a:endParaRPr lang="en-US" sz="4000"/>
          </a:p>
          <a:p>
            <a:pPr marL="514350" indent="-514350">
              <a:buFont typeface="+mj-lt"/>
              <a:buAutoNum type="arabicPeriod"/>
            </a:pPr>
            <a:r>
              <a:rPr lang="en-US" sz="4400" b="1"/>
              <a:t>Selection Control Structure/Branching </a:t>
            </a:r>
          </a:p>
          <a:p>
            <a:pPr marL="0" indent="0">
              <a:buNone/>
            </a:pPr>
            <a:r>
              <a:rPr lang="en-US" sz="4400" b="1"/>
              <a:t>	(</a:t>
            </a:r>
            <a:r>
              <a:rPr lang="en-US" sz="4400" b="1">
                <a:latin typeface="Consolas"/>
              </a:rPr>
              <a:t>if-else</a:t>
            </a:r>
            <a:r>
              <a:rPr lang="en-US" sz="4400" b="1"/>
              <a:t>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59342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44A0AC8F-FE8C-41DF-94FF-23BF20543E02}" type="slidenum">
              <a:rPr lang="zh-TW" altLang="en-US" b="0" smtClean="0">
                <a:latin typeface="Calibri" panose="020F0502020204030204" pitchFamily="34" charset="0"/>
              </a:rPr>
              <a:pPr/>
              <a:t>25</a:t>
            </a:fld>
            <a:endParaRPr lang="en-US" altLang="zh-TW" b="0">
              <a:latin typeface="Calibri" panose="020F0502020204030204" pitchFamily="34" charset="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>
                <a:ea typeface="新細明體"/>
              </a:rPr>
              <a:t>4. </a:t>
            </a:r>
            <a:r>
              <a:rPr lang="en-US" altLang="zh-TW" sz="4000">
                <a:solidFill>
                  <a:srgbClr val="0070C0"/>
                </a:solidFill>
                <a:latin typeface="Consolas"/>
                <a:ea typeface="新細明體"/>
              </a:rPr>
              <a:t>if</a:t>
            </a:r>
            <a:r>
              <a:rPr lang="en-US" altLang="zh-TW" sz="4000">
                <a:ea typeface="新細明體"/>
              </a:rPr>
              <a:t> Statement (</a:t>
            </a:r>
            <a:r>
              <a:rPr lang="en-US" altLang="zh-TW" sz="4000" i="1">
                <a:ea typeface="新細明體"/>
              </a:rPr>
              <a:t>Syntax</a:t>
            </a:r>
            <a:r>
              <a:rPr lang="en-US" altLang="zh-TW" sz="4000">
                <a:ea typeface="新細明體"/>
              </a:rPr>
              <a:t>)</a:t>
            </a:r>
          </a:p>
        </p:txBody>
      </p:sp>
      <p:sp>
        <p:nvSpPr>
          <p:cNvPr id="10244" name="Rectangle 7"/>
          <p:cNvSpPr>
            <a:spLocks noChangeArrowheads="1"/>
          </p:cNvSpPr>
          <p:nvPr/>
        </p:nvSpPr>
        <p:spPr bwMode="auto">
          <a:xfrm>
            <a:off x="2139950" y="1738313"/>
            <a:ext cx="3917950" cy="13589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 (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expr</a:t>
            </a:r>
            <a:r>
              <a:rPr lang="en-US" altLang="zh-TW" sz="240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statement</a:t>
            </a:r>
            <a:r>
              <a:rPr lang="en-US" altLang="zh-TW" sz="240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next_statement</a:t>
            </a:r>
            <a:r>
              <a:rPr lang="en-US" altLang="zh-TW" sz="240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</p:txBody>
      </p:sp>
      <p:grpSp>
        <p:nvGrpSpPr>
          <p:cNvPr id="10245" name="Group 23"/>
          <p:cNvGrpSpPr>
            <a:grpSpLocks/>
          </p:cNvGrpSpPr>
          <p:nvPr/>
        </p:nvGrpSpPr>
        <p:grpSpPr bwMode="auto">
          <a:xfrm>
            <a:off x="6831014" y="1008064"/>
            <a:ext cx="3276600" cy="2854326"/>
            <a:chOff x="3343" y="887"/>
            <a:chExt cx="2064" cy="1798"/>
          </a:xfrm>
        </p:grpSpPr>
        <p:sp>
          <p:nvSpPr>
            <p:cNvPr id="10247" name="AutoShape 8"/>
            <p:cNvSpPr>
              <a:spLocks noChangeArrowheads="1"/>
            </p:cNvSpPr>
            <p:nvPr/>
          </p:nvSpPr>
          <p:spPr bwMode="auto">
            <a:xfrm>
              <a:off x="3444" y="1226"/>
              <a:ext cx="813" cy="484"/>
            </a:xfrm>
            <a:prstGeom prst="diamond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US" altLang="zh-TW" b="0">
                  <a:solidFill>
                    <a:srgbClr val="0000FF"/>
                  </a:solidFill>
                  <a:latin typeface="Calibri" panose="020F0502020204030204" pitchFamily="34" charset="0"/>
                  <a:ea typeface="新細明體" pitchFamily="18" charset="-120"/>
                </a:rPr>
                <a:t>expr</a:t>
              </a:r>
            </a:p>
          </p:txBody>
        </p:sp>
        <p:sp>
          <p:nvSpPr>
            <p:cNvPr id="10248" name="Line 9"/>
            <p:cNvSpPr>
              <a:spLocks noChangeShapeType="1"/>
            </p:cNvSpPr>
            <p:nvPr/>
          </p:nvSpPr>
          <p:spPr bwMode="auto">
            <a:xfrm>
              <a:off x="3856" y="887"/>
              <a:ext cx="0" cy="33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0249" name="Line 10"/>
            <p:cNvSpPr>
              <a:spLocks noChangeShapeType="1"/>
            </p:cNvSpPr>
            <p:nvPr/>
          </p:nvSpPr>
          <p:spPr bwMode="auto">
            <a:xfrm flipH="1">
              <a:off x="3847" y="1710"/>
              <a:ext cx="9" cy="7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0250" name="Rectangle 11"/>
            <p:cNvSpPr>
              <a:spLocks noChangeArrowheads="1"/>
            </p:cNvSpPr>
            <p:nvPr/>
          </p:nvSpPr>
          <p:spPr bwMode="auto">
            <a:xfrm>
              <a:off x="3343" y="2452"/>
              <a:ext cx="1050" cy="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US" altLang="zh-TW" b="0" err="1">
                  <a:solidFill>
                    <a:srgbClr val="0000FF"/>
                  </a:solidFill>
                  <a:latin typeface="Calibri" panose="020F0502020204030204" pitchFamily="34" charset="0"/>
                  <a:ea typeface="新細明體" pitchFamily="18" charset="-120"/>
                </a:rPr>
                <a:t>next_statement</a:t>
              </a:r>
              <a:endParaRPr lang="en-US" altLang="zh-TW" b="0">
                <a:solidFill>
                  <a:srgbClr val="0000FF"/>
                </a:solidFill>
                <a:latin typeface="Calibri" panose="020F0502020204030204" pitchFamily="34" charset="0"/>
                <a:ea typeface="新細明體" pitchFamily="18" charset="-120"/>
              </a:endParaRPr>
            </a:p>
          </p:txBody>
        </p:sp>
        <p:sp>
          <p:nvSpPr>
            <p:cNvPr id="10251" name="Rectangle 12"/>
            <p:cNvSpPr>
              <a:spLocks noChangeArrowheads="1"/>
            </p:cNvSpPr>
            <p:nvPr/>
          </p:nvSpPr>
          <p:spPr bwMode="auto">
            <a:xfrm>
              <a:off x="4688" y="1775"/>
              <a:ext cx="719" cy="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US" altLang="zh-TW" b="0">
                  <a:solidFill>
                    <a:srgbClr val="0000FF"/>
                  </a:solidFill>
                  <a:latin typeface="Calibri" panose="020F0502020204030204" pitchFamily="34" charset="0"/>
                  <a:ea typeface="新細明體" pitchFamily="18" charset="-120"/>
                </a:rPr>
                <a:t>statement</a:t>
              </a:r>
            </a:p>
          </p:txBody>
        </p:sp>
        <p:sp>
          <p:nvSpPr>
            <p:cNvPr id="10252" name="Line 13"/>
            <p:cNvSpPr>
              <a:spLocks noChangeShapeType="1"/>
            </p:cNvSpPr>
            <p:nvPr/>
          </p:nvSpPr>
          <p:spPr bwMode="auto">
            <a:xfrm>
              <a:off x="5033" y="1482"/>
              <a:ext cx="0" cy="2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0253" name="Line 14"/>
            <p:cNvSpPr>
              <a:spLocks noChangeShapeType="1"/>
            </p:cNvSpPr>
            <p:nvPr/>
          </p:nvSpPr>
          <p:spPr bwMode="auto">
            <a:xfrm>
              <a:off x="5033" y="2015"/>
              <a:ext cx="0" cy="1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0254" name="Line 15"/>
            <p:cNvSpPr>
              <a:spLocks noChangeShapeType="1"/>
            </p:cNvSpPr>
            <p:nvPr/>
          </p:nvSpPr>
          <p:spPr bwMode="auto">
            <a:xfrm flipH="1">
              <a:off x="3847" y="2184"/>
              <a:ext cx="11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0255" name="Line 17"/>
            <p:cNvSpPr>
              <a:spLocks noChangeShapeType="1"/>
            </p:cNvSpPr>
            <p:nvPr/>
          </p:nvSpPr>
          <p:spPr bwMode="auto">
            <a:xfrm flipH="1">
              <a:off x="4476" y="2184"/>
              <a:ext cx="5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0256" name="Text Box 19"/>
            <p:cNvSpPr txBox="1">
              <a:spLocks noChangeArrowheads="1"/>
            </p:cNvSpPr>
            <p:nvPr/>
          </p:nvSpPr>
          <p:spPr bwMode="auto">
            <a:xfrm>
              <a:off x="4435" y="1226"/>
              <a:ext cx="51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sz="2800" dirty="0">
                  <a:latin typeface="Calibri" panose="020F0502020204030204" pitchFamily="34" charset="0"/>
                  <a:ea typeface="新細明體" pitchFamily="18" charset="-120"/>
                </a:rPr>
                <a:t>true</a:t>
              </a:r>
            </a:p>
          </p:txBody>
        </p:sp>
        <p:sp>
          <p:nvSpPr>
            <p:cNvPr id="10257" name="Text Box 20"/>
            <p:cNvSpPr txBox="1">
              <a:spLocks noChangeArrowheads="1"/>
            </p:cNvSpPr>
            <p:nvPr/>
          </p:nvSpPr>
          <p:spPr bwMode="auto">
            <a:xfrm>
              <a:off x="3374" y="1773"/>
              <a:ext cx="49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sz="2400" dirty="0">
                  <a:latin typeface="Calibri" panose="020F0502020204030204" pitchFamily="34" charset="0"/>
                  <a:ea typeface="新細明體" pitchFamily="18" charset="-120"/>
                </a:rPr>
                <a:t>false</a:t>
              </a:r>
            </a:p>
          </p:txBody>
        </p:sp>
        <p:sp>
          <p:nvSpPr>
            <p:cNvPr id="10258" name="Line 21"/>
            <p:cNvSpPr>
              <a:spLocks noChangeShapeType="1"/>
            </p:cNvSpPr>
            <p:nvPr/>
          </p:nvSpPr>
          <p:spPr bwMode="auto">
            <a:xfrm>
              <a:off x="4259" y="1482"/>
              <a:ext cx="7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10246" name="Rectangle 25"/>
          <p:cNvSpPr>
            <a:spLocks noGrp="1" noChangeArrowheads="1"/>
          </p:cNvSpPr>
          <p:nvPr>
            <p:ph type="body" idx="1"/>
          </p:nvPr>
        </p:nvSpPr>
        <p:spPr>
          <a:xfrm>
            <a:off x="1676400" y="4038601"/>
            <a:ext cx="8839200" cy="2270125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en-US" altLang="zh-TW" sz="2800" dirty="0">
                <a:ea typeface="新細明體" pitchFamily="18" charset="-120"/>
              </a:rPr>
              <a:t>Allows us to conditionally perform a task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If </a:t>
            </a:r>
            <a:r>
              <a:rPr lang="en-US" altLang="zh-TW" sz="2400" b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expr</a:t>
            </a:r>
            <a:r>
              <a:rPr lang="en-US" altLang="zh-TW" sz="2400" dirty="0">
                <a:solidFill>
                  <a:srgbClr val="0070C0"/>
                </a:solidFill>
                <a:ea typeface="新細明體" pitchFamily="18" charset="-120"/>
              </a:rPr>
              <a:t> </a:t>
            </a:r>
            <a:r>
              <a:rPr lang="en-US" altLang="zh-TW" sz="2400" dirty="0">
                <a:ea typeface="新細明體" pitchFamily="18" charset="-120"/>
              </a:rPr>
              <a:t>is true (non-zero), then </a:t>
            </a:r>
            <a:r>
              <a:rPr lang="en-US" altLang="zh-TW" sz="2400" b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statement</a:t>
            </a:r>
            <a:r>
              <a:rPr lang="en-US" altLang="zh-TW" sz="2400" dirty="0">
                <a:solidFill>
                  <a:srgbClr val="0070C0"/>
                </a:solidFill>
                <a:ea typeface="新細明體" pitchFamily="18" charset="-120"/>
              </a:rPr>
              <a:t> </a:t>
            </a:r>
            <a:r>
              <a:rPr lang="en-US" altLang="zh-TW" sz="2400" dirty="0">
                <a:ea typeface="新細明體" pitchFamily="18" charset="-120"/>
              </a:rPr>
              <a:t>is executed.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Otherwise, computer skips </a:t>
            </a:r>
            <a:r>
              <a:rPr lang="en-US" altLang="zh-TW" sz="2400" b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statement</a:t>
            </a:r>
            <a:r>
              <a:rPr lang="en-US" altLang="zh-TW" sz="2400" dirty="0">
                <a:ea typeface="新細明體" pitchFamily="18" charset="-120"/>
              </a:rPr>
              <a:t>, and control is passed to </a:t>
            </a:r>
            <a:r>
              <a:rPr lang="en-US" altLang="zh-TW" sz="2400" b="1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next_statement</a:t>
            </a:r>
            <a:r>
              <a:rPr lang="en-US" altLang="zh-TW" sz="2400" dirty="0">
                <a:ea typeface="新細明體" pitchFamily="18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1930171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B9672909-C6F8-4387-9712-1DFC1E9F88CB}" type="slidenum">
              <a:rPr lang="zh-TW" altLang="en-US" b="0" smtClean="0">
                <a:latin typeface="Calibri" panose="020F0502020204030204" pitchFamily="34" charset="0"/>
              </a:rPr>
              <a:pPr/>
              <a:t>26</a:t>
            </a:fld>
            <a:endParaRPr lang="en-US" altLang="zh-TW" b="0">
              <a:latin typeface="Calibri" panose="020F0502020204030204" pitchFamily="34" charset="0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9575" y="165100"/>
            <a:ext cx="8683625" cy="673100"/>
          </a:xfrm>
        </p:spPr>
        <p:txBody>
          <a:bodyPr>
            <a:noAutofit/>
          </a:bodyPr>
          <a:lstStyle/>
          <a:p>
            <a:r>
              <a:rPr lang="en-US" altLang="zh-TW" sz="4000">
                <a:ea typeface="新細明體"/>
              </a:rPr>
              <a:t>4.1. </a:t>
            </a:r>
            <a:r>
              <a:rPr lang="en-US" altLang="zh-TW" sz="4000">
                <a:solidFill>
                  <a:srgbClr val="0070C0"/>
                </a:solidFill>
                <a:latin typeface="Consolas"/>
                <a:ea typeface="新細明體"/>
              </a:rPr>
              <a:t>if</a:t>
            </a:r>
            <a:r>
              <a:rPr lang="en-US" altLang="zh-TW" sz="4000">
                <a:ea typeface="新細明體"/>
              </a:rPr>
              <a:t> Statement (</a:t>
            </a:r>
            <a:r>
              <a:rPr lang="en-US" altLang="zh-TW" sz="4000" i="1">
                <a:ea typeface="新細明體"/>
              </a:rPr>
              <a:t>Example</a:t>
            </a:r>
            <a:r>
              <a:rPr lang="en-US" altLang="zh-TW" sz="4000">
                <a:ea typeface="新細明體"/>
              </a:rPr>
              <a:t>)</a:t>
            </a: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1981200" y="1239838"/>
            <a:ext cx="8686800" cy="384095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score;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"Please enter your score: 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&amp;score);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(score &gt;=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"Passed!\n"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(score &lt;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"Failed!\n"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"Your score is %d.\n"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score);</a:t>
            </a: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1524001" y="1239838"/>
            <a:ext cx="461963" cy="384095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391173" name="Rectangle 5"/>
          <p:cNvSpPr>
            <a:spLocks noChangeArrowheads="1"/>
          </p:cNvSpPr>
          <p:nvPr/>
        </p:nvSpPr>
        <p:spPr bwMode="auto">
          <a:xfrm>
            <a:off x="1524000" y="5080794"/>
            <a:ext cx="4533900" cy="998538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Please enter your score: </a:t>
            </a:r>
            <a:r>
              <a:rPr kumimoji="1"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80</a:t>
            </a:r>
            <a:r>
              <a:rPr kumimoji="1"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  <a:sym typeface="Symbol" pitchFamily="18" charset="2"/>
              </a:rPr>
              <a:t>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Passed!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Your score is 80.</a:t>
            </a:r>
          </a:p>
        </p:txBody>
      </p:sp>
      <p:sp>
        <p:nvSpPr>
          <p:cNvPr id="391176" name="Rectangle 8"/>
          <p:cNvSpPr>
            <a:spLocks noChangeArrowheads="1"/>
          </p:cNvSpPr>
          <p:nvPr/>
        </p:nvSpPr>
        <p:spPr bwMode="auto">
          <a:xfrm>
            <a:off x="6134100" y="5080794"/>
            <a:ext cx="4533900" cy="998538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Please enter your score: </a:t>
            </a:r>
            <a:r>
              <a:rPr kumimoji="1"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40</a:t>
            </a:r>
            <a:r>
              <a:rPr kumimoji="1"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  <a:sym typeface="Symbol" pitchFamily="18" charset="2"/>
              </a:rPr>
              <a:t>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Failed!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Your score is 40.</a:t>
            </a:r>
          </a:p>
        </p:txBody>
      </p:sp>
    </p:spTree>
    <p:extLst>
      <p:ext uri="{BB962C8B-B14F-4D97-AF65-F5344CB8AC3E}">
        <p14:creationId xmlns:p14="http://schemas.microsoft.com/office/powerpoint/2010/main" val="9348166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" dur="500"/>
                                        <p:tgtEl>
                                          <p:spTgt spid="391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73" grpId="0" animBg="1"/>
      <p:bldP spid="39117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4062ACFB-1289-4820-B1AE-4347D39D3449}" type="slidenum">
              <a:rPr lang="zh-TW" altLang="en-US" b="0" smtClean="0">
                <a:latin typeface="Calibri" panose="020F0502020204030204" pitchFamily="34" charset="0"/>
              </a:rPr>
              <a:pPr/>
              <a:t>27</a:t>
            </a:fld>
            <a:endParaRPr lang="en-US" altLang="zh-TW" b="0">
              <a:latin typeface="Calibri" panose="020F0502020204030204" pitchFamily="34" charset="0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80855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/>
              </a:rPr>
              <a:t>4.2. Indentation( space / tab )</a:t>
            </a:r>
          </a:p>
        </p:txBody>
      </p:sp>
      <p:sp>
        <p:nvSpPr>
          <p:cNvPr id="12292" name="Rectangle 3"/>
          <p:cNvSpPr>
            <a:spLocks noChangeArrowheads="1"/>
          </p:cNvSpPr>
          <p:nvPr/>
        </p:nvSpPr>
        <p:spPr bwMode="auto">
          <a:xfrm>
            <a:off x="1985963" y="1532537"/>
            <a:ext cx="3232150" cy="200448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8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&gt; </a:t>
            </a:r>
            <a:r>
              <a:rPr lang="en-US" altLang="zh-TW" sz="28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8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8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"A"</a:t>
            </a: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8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8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"B"</a:t>
            </a: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8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"C"</a:t>
            </a: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12293" name="Rectangle 4"/>
          <p:cNvSpPr>
            <a:spLocks noChangeArrowheads="1"/>
          </p:cNvSpPr>
          <p:nvPr/>
        </p:nvSpPr>
        <p:spPr bwMode="auto">
          <a:xfrm>
            <a:off x="1524001" y="1532536"/>
            <a:ext cx="461963" cy="200448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8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8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8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8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8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42087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5516544" y="3738173"/>
            <a:ext cx="5021998" cy="1563688"/>
          </a:xfr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 marL="0" indent="0">
              <a:spcBef>
                <a:spcPct val="0"/>
              </a:spcBef>
              <a:buNone/>
            </a:pPr>
            <a:r>
              <a:rPr kumimoji="1" lang="en-US" altLang="zh-TW" sz="2000" b="1" i="1">
                <a:solidFill>
                  <a:srgbClr val="0070C0"/>
                </a:solidFill>
                <a:ea typeface="新細明體" pitchFamily="18" charset="-120"/>
                <a:cs typeface="Times New Roman" pitchFamily="18" charset="0"/>
              </a:rPr>
              <a:t>Indentation</a:t>
            </a:r>
            <a:r>
              <a:rPr kumimoji="1" lang="en-US" altLang="zh-TW" sz="2000">
                <a:solidFill>
                  <a:srgbClr val="0070C0"/>
                </a:solidFill>
                <a:ea typeface="新細明體" pitchFamily="18" charset="-120"/>
                <a:cs typeface="Times New Roman" pitchFamily="18" charset="0"/>
              </a:rPr>
              <a:t> </a:t>
            </a:r>
            <a:r>
              <a:rPr kumimoji="1" lang="en-US" altLang="zh-TW" sz="2000">
                <a:ea typeface="新細明體" pitchFamily="18" charset="-120"/>
                <a:cs typeface="Times New Roman" pitchFamily="18" charset="0"/>
              </a:rPr>
              <a:t>– adding spaces at the beginning of a line to align codes.</a:t>
            </a:r>
          </a:p>
          <a:p>
            <a:pPr marL="0" indent="0">
              <a:spcBef>
                <a:spcPct val="0"/>
              </a:spcBef>
              <a:buNone/>
            </a:pPr>
            <a:endParaRPr kumimoji="1" lang="en-US" altLang="zh-TW" sz="2000">
              <a:ea typeface="新細明體" pitchFamily="18" charset="-120"/>
              <a:cs typeface="Times New Roman" pitchFamily="18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kumimoji="1" lang="en-US" altLang="zh-TW" sz="2000">
                <a:ea typeface="新細明體" pitchFamily="18" charset="-120"/>
                <a:cs typeface="Times New Roman" pitchFamily="18" charset="0"/>
              </a:rPr>
              <a:t>Indenting codes </a:t>
            </a:r>
            <a:r>
              <a:rPr kumimoji="1" lang="en-US" altLang="zh-TW" sz="2000" u="sng">
                <a:ea typeface="新細明體" pitchFamily="18" charset="-120"/>
                <a:cs typeface="Times New Roman" pitchFamily="18" charset="0"/>
              </a:rPr>
              <a:t>does not affect a program;</a:t>
            </a:r>
            <a:r>
              <a:rPr kumimoji="1" lang="en-US" altLang="zh-TW" sz="2000">
                <a:ea typeface="新細明體" pitchFamily="18" charset="-120"/>
                <a:cs typeface="Times New Roman" pitchFamily="18" charset="0"/>
              </a:rPr>
              <a:t> it </a:t>
            </a:r>
            <a:r>
              <a:rPr kumimoji="1" lang="en-US" altLang="zh-TW" sz="2000" u="sng">
                <a:ea typeface="新細明體" pitchFamily="18" charset="-120"/>
                <a:cs typeface="Times New Roman" pitchFamily="18" charset="0"/>
              </a:rPr>
              <a:t>only makes the codes easier to read</a:t>
            </a:r>
            <a:r>
              <a:rPr kumimoji="1" lang="en-US" altLang="zh-TW" sz="2000">
                <a:ea typeface="新細明體" pitchFamily="18" charset="-120"/>
                <a:cs typeface="Times New Roman" pitchFamily="18" charset="0"/>
              </a:rPr>
              <a:t>.</a:t>
            </a:r>
            <a:endParaRPr kumimoji="1" lang="en-US" altLang="zh-TW" sz="1800"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420872" name="Rectangle 8"/>
          <p:cNvSpPr>
            <a:spLocks noChangeArrowheads="1"/>
          </p:cNvSpPr>
          <p:nvPr/>
        </p:nvSpPr>
        <p:spPr bwMode="auto">
          <a:xfrm>
            <a:off x="6983413" y="1532535"/>
            <a:ext cx="3424238" cy="200448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8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&gt; </a:t>
            </a:r>
            <a:r>
              <a:rPr lang="en-US" altLang="zh-TW" sz="28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8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8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"A"</a:t>
            </a: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8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8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"B"</a:t>
            </a: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8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8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"C"</a:t>
            </a: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420873" name="Line 9"/>
          <p:cNvSpPr>
            <a:spLocks noChangeShapeType="1"/>
          </p:cNvSpPr>
          <p:nvPr/>
        </p:nvSpPr>
        <p:spPr bwMode="auto">
          <a:xfrm flipV="1">
            <a:off x="6547645" y="2405979"/>
            <a:ext cx="460375" cy="11906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20874" name="AutoShape 10"/>
          <p:cNvSpPr>
            <a:spLocks noChangeArrowheads="1"/>
          </p:cNvSpPr>
          <p:nvPr/>
        </p:nvSpPr>
        <p:spPr bwMode="auto">
          <a:xfrm>
            <a:off x="5325626" y="2347351"/>
            <a:ext cx="1552471" cy="733663"/>
          </a:xfrm>
          <a:prstGeom prst="leftRightArrow">
            <a:avLst>
              <a:gd name="adj1" fmla="val 50000"/>
              <a:gd name="adj2" fmla="val 4841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420875" name="Text Box 11"/>
          <p:cNvSpPr txBox="1">
            <a:spLocks noChangeArrowheads="1"/>
          </p:cNvSpPr>
          <p:nvPr/>
        </p:nvSpPr>
        <p:spPr bwMode="auto">
          <a:xfrm>
            <a:off x="5300523" y="1733000"/>
            <a:ext cx="156645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3200" i="1" dirty="0">
                <a:solidFill>
                  <a:srgbClr val="C00000"/>
                </a:solidFill>
                <a:latin typeface="Calibri" panose="020F0502020204030204" pitchFamily="34" charset="0"/>
                <a:ea typeface="新細明體" pitchFamily="18" charset="-120"/>
              </a:rPr>
              <a:t>same as</a:t>
            </a:r>
          </a:p>
        </p:txBody>
      </p:sp>
      <p:sp>
        <p:nvSpPr>
          <p:cNvPr id="420876" name="Rectangle 12"/>
          <p:cNvSpPr>
            <a:spLocks noChangeArrowheads="1"/>
          </p:cNvSpPr>
          <p:nvPr/>
        </p:nvSpPr>
        <p:spPr bwMode="auto">
          <a:xfrm>
            <a:off x="1679575" y="5562601"/>
            <a:ext cx="8794750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</a:pPr>
            <a:r>
              <a:rPr kumimoji="1" lang="en-US" altLang="zh-TW" sz="2400" b="0">
                <a:latin typeface="Calibri" panose="020F0502020204030204" pitchFamily="34" charset="0"/>
                <a:ea typeface="新細明體" pitchFamily="18" charset="-120"/>
              </a:rPr>
              <a:t>How do we conditionally execute </a:t>
            </a:r>
            <a:r>
              <a:rPr kumimoji="1" lang="en-US" altLang="zh-TW" sz="2400" b="0" i="1">
                <a:latin typeface="Calibri" panose="020F0502020204030204" pitchFamily="34" charset="0"/>
                <a:ea typeface="新細明體" pitchFamily="18" charset="-120"/>
              </a:rPr>
              <a:t>multiple</a:t>
            </a:r>
            <a:r>
              <a:rPr kumimoji="1" lang="en-US" altLang="zh-TW" sz="2400" b="0">
                <a:latin typeface="Calibri" panose="020F0502020204030204" pitchFamily="34" charset="0"/>
                <a:ea typeface="新細明體" pitchFamily="18" charset="-120"/>
              </a:rPr>
              <a:t> statements then?</a:t>
            </a:r>
          </a:p>
        </p:txBody>
      </p:sp>
      <p:sp>
        <p:nvSpPr>
          <p:cNvPr id="2" name="Rectangle 1"/>
          <p:cNvSpPr/>
          <p:nvPr/>
        </p:nvSpPr>
        <p:spPr>
          <a:xfrm>
            <a:off x="1499500" y="1035607"/>
            <a:ext cx="91685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>
                <a:ea typeface="新細明體" pitchFamily="18" charset="-120"/>
              </a:rPr>
              <a:t>What's the output if the condition, </a:t>
            </a:r>
            <a:r>
              <a:rPr lang="en-US" altLang="zh-TW" sz="2400" b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(x &gt; 0)</a:t>
            </a:r>
            <a:r>
              <a:rPr lang="en-US" altLang="zh-TW" sz="2400">
                <a:ea typeface="新細明體" pitchFamily="18" charset="-120"/>
              </a:rPr>
              <a:t>, is true/false?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0617145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71" grpId="0" build="p" animBg="1"/>
      <p:bldP spid="420872" grpId="0" animBg="1"/>
      <p:bldP spid="420873" grpId="0" animBg="1"/>
      <p:bldP spid="420874" grpId="0" animBg="1"/>
      <p:bldP spid="420875" grpId="0"/>
      <p:bldP spid="42087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44A0AC8F-FE8C-41DF-94FF-23BF20543E02}" type="slidenum">
              <a:rPr lang="zh-TW" altLang="en-US" b="0" smtClean="0">
                <a:latin typeface="Calibri" panose="020F0502020204030204" pitchFamily="34" charset="0"/>
              </a:rPr>
              <a:pPr/>
              <a:t>28</a:t>
            </a:fld>
            <a:endParaRPr lang="en-US" altLang="zh-TW" b="0">
              <a:latin typeface="Calibri" panose="020F0502020204030204" pitchFamily="34" charset="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4. 3. Compound Statement</a:t>
            </a:r>
          </a:p>
        </p:txBody>
      </p:sp>
      <p:sp>
        <p:nvSpPr>
          <p:cNvPr id="10244" name="Rectangle 7"/>
          <p:cNvSpPr>
            <a:spLocks noChangeArrowheads="1"/>
          </p:cNvSpPr>
          <p:nvPr/>
        </p:nvSpPr>
        <p:spPr bwMode="auto">
          <a:xfrm>
            <a:off x="2068516" y="1374209"/>
            <a:ext cx="3917950" cy="267765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 (</a:t>
            </a:r>
            <a:r>
              <a:rPr lang="en-US" altLang="zh-TW" sz="240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expr</a:t>
            </a:r>
            <a:r>
              <a:rPr lang="en-US" altLang="zh-TW" sz="240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){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40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statement</a:t>
            </a:r>
            <a:r>
              <a:rPr lang="en-US" altLang="zh-TW" sz="240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… …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40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statements</a:t>
            </a:r>
            <a:r>
              <a:rPr lang="en-US" altLang="zh-TW" sz="240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next_statement</a:t>
            </a:r>
            <a:r>
              <a:rPr lang="en-US" altLang="zh-TW" sz="240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</p:txBody>
      </p:sp>
      <p:grpSp>
        <p:nvGrpSpPr>
          <p:cNvPr id="10245" name="Group 23"/>
          <p:cNvGrpSpPr>
            <a:grpSpLocks/>
          </p:cNvGrpSpPr>
          <p:nvPr/>
        </p:nvGrpSpPr>
        <p:grpSpPr bwMode="auto">
          <a:xfrm>
            <a:off x="6831996" y="1197539"/>
            <a:ext cx="3348038" cy="3019426"/>
            <a:chOff x="3331" y="887"/>
            <a:chExt cx="2109" cy="1902"/>
          </a:xfrm>
        </p:grpSpPr>
        <p:sp>
          <p:nvSpPr>
            <p:cNvPr id="10247" name="AutoShape 8"/>
            <p:cNvSpPr>
              <a:spLocks noChangeArrowheads="1"/>
            </p:cNvSpPr>
            <p:nvPr/>
          </p:nvSpPr>
          <p:spPr bwMode="auto">
            <a:xfrm>
              <a:off x="3444" y="1226"/>
              <a:ext cx="813" cy="484"/>
            </a:xfrm>
            <a:prstGeom prst="diamond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US" altLang="zh-TW" b="0">
                  <a:solidFill>
                    <a:srgbClr val="0000FF"/>
                  </a:solidFill>
                  <a:latin typeface="Calibri" panose="020F0502020204030204" pitchFamily="34" charset="0"/>
                  <a:ea typeface="新細明體" pitchFamily="18" charset="-120"/>
                </a:rPr>
                <a:t>expr</a:t>
              </a:r>
            </a:p>
          </p:txBody>
        </p:sp>
        <p:sp>
          <p:nvSpPr>
            <p:cNvPr id="10248" name="Line 9"/>
            <p:cNvSpPr>
              <a:spLocks noChangeShapeType="1"/>
            </p:cNvSpPr>
            <p:nvPr/>
          </p:nvSpPr>
          <p:spPr bwMode="auto">
            <a:xfrm>
              <a:off x="3856" y="887"/>
              <a:ext cx="0" cy="33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0249" name="Line 10"/>
            <p:cNvSpPr>
              <a:spLocks noChangeShapeType="1"/>
            </p:cNvSpPr>
            <p:nvPr/>
          </p:nvSpPr>
          <p:spPr bwMode="auto">
            <a:xfrm flipH="1">
              <a:off x="3856" y="1710"/>
              <a:ext cx="0" cy="84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0250" name="Rectangle 11"/>
            <p:cNvSpPr>
              <a:spLocks noChangeArrowheads="1"/>
            </p:cNvSpPr>
            <p:nvPr/>
          </p:nvSpPr>
          <p:spPr bwMode="auto">
            <a:xfrm>
              <a:off x="3331" y="2556"/>
              <a:ext cx="1050" cy="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US" altLang="zh-TW" b="0" err="1">
                  <a:solidFill>
                    <a:srgbClr val="0000FF"/>
                  </a:solidFill>
                  <a:latin typeface="Calibri" panose="020F0502020204030204" pitchFamily="34" charset="0"/>
                  <a:ea typeface="新細明體" pitchFamily="18" charset="-120"/>
                </a:rPr>
                <a:t>next_statement</a:t>
              </a:r>
              <a:endParaRPr lang="en-US" altLang="zh-TW" b="0">
                <a:solidFill>
                  <a:srgbClr val="0000FF"/>
                </a:solidFill>
                <a:latin typeface="Calibri" panose="020F0502020204030204" pitchFamily="34" charset="0"/>
                <a:ea typeface="新細明體" pitchFamily="18" charset="-120"/>
              </a:endParaRPr>
            </a:p>
          </p:txBody>
        </p:sp>
        <p:sp>
          <p:nvSpPr>
            <p:cNvPr id="10251" name="Rectangle 12"/>
            <p:cNvSpPr>
              <a:spLocks noChangeArrowheads="1"/>
            </p:cNvSpPr>
            <p:nvPr/>
          </p:nvSpPr>
          <p:spPr bwMode="auto">
            <a:xfrm>
              <a:off x="4653" y="1757"/>
              <a:ext cx="787" cy="40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US" altLang="zh-TW" b="0">
                  <a:solidFill>
                    <a:srgbClr val="0000FF"/>
                  </a:solidFill>
                  <a:latin typeface="Calibri" panose="020F0502020204030204" pitchFamily="34" charset="0"/>
                  <a:ea typeface="新細明體" pitchFamily="18" charset="-120"/>
                </a:rPr>
                <a:t>Statement</a:t>
              </a:r>
            </a:p>
            <a:p>
              <a:pPr algn="ctr"/>
              <a:r>
                <a:rPr lang="en-US" altLang="zh-TW" b="0">
                  <a:solidFill>
                    <a:srgbClr val="0000FF"/>
                  </a:solidFill>
                  <a:latin typeface="Calibri" panose="020F0502020204030204" pitchFamily="34" charset="0"/>
                  <a:ea typeface="新細明體" pitchFamily="18" charset="-120"/>
                </a:rPr>
                <a:t>Statements</a:t>
              </a:r>
            </a:p>
          </p:txBody>
        </p:sp>
        <p:sp>
          <p:nvSpPr>
            <p:cNvPr id="10252" name="Line 13"/>
            <p:cNvSpPr>
              <a:spLocks noChangeShapeType="1"/>
            </p:cNvSpPr>
            <p:nvPr/>
          </p:nvSpPr>
          <p:spPr bwMode="auto">
            <a:xfrm>
              <a:off x="5033" y="1482"/>
              <a:ext cx="0" cy="2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0253" name="Line 14"/>
            <p:cNvSpPr>
              <a:spLocks noChangeShapeType="1"/>
            </p:cNvSpPr>
            <p:nvPr/>
          </p:nvSpPr>
          <p:spPr bwMode="auto">
            <a:xfrm>
              <a:off x="5033" y="2124"/>
              <a:ext cx="0" cy="1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0254" name="Line 15"/>
            <p:cNvSpPr>
              <a:spLocks noChangeShapeType="1"/>
            </p:cNvSpPr>
            <p:nvPr/>
          </p:nvSpPr>
          <p:spPr bwMode="auto">
            <a:xfrm flipH="1">
              <a:off x="3847" y="2293"/>
              <a:ext cx="11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0255" name="Line 17"/>
            <p:cNvSpPr>
              <a:spLocks noChangeShapeType="1"/>
            </p:cNvSpPr>
            <p:nvPr/>
          </p:nvSpPr>
          <p:spPr bwMode="auto">
            <a:xfrm flipH="1">
              <a:off x="4489" y="2293"/>
              <a:ext cx="5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0258" name="Line 21"/>
            <p:cNvSpPr>
              <a:spLocks noChangeShapeType="1"/>
            </p:cNvSpPr>
            <p:nvPr/>
          </p:nvSpPr>
          <p:spPr bwMode="auto">
            <a:xfrm>
              <a:off x="4259" y="1482"/>
              <a:ext cx="7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10246" name="Rectangle 25"/>
          <p:cNvSpPr>
            <a:spLocks noGrp="1" noChangeArrowheads="1"/>
          </p:cNvSpPr>
          <p:nvPr>
            <p:ph type="body" idx="1"/>
          </p:nvPr>
        </p:nvSpPr>
        <p:spPr>
          <a:xfrm>
            <a:off x="762001" y="4511675"/>
            <a:ext cx="9601199" cy="2270125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en-US" altLang="zh-TW" sz="2800">
                <a:ea typeface="新細明體" pitchFamily="18" charset="-120"/>
              </a:rPr>
              <a:t>Allows us to conditionally perform a task</a:t>
            </a:r>
          </a:p>
          <a:p>
            <a:pPr lvl="1"/>
            <a:r>
              <a:rPr lang="en-US" altLang="zh-TW" sz="2400">
                <a:ea typeface="新細明體" pitchFamily="18" charset="-120"/>
              </a:rPr>
              <a:t>If </a:t>
            </a:r>
            <a:r>
              <a:rPr lang="en-US" altLang="zh-TW" sz="2400" b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expr</a:t>
            </a:r>
            <a:r>
              <a:rPr lang="en-US" altLang="zh-TW" sz="2400">
                <a:solidFill>
                  <a:srgbClr val="0070C0"/>
                </a:solidFill>
                <a:ea typeface="新細明體" pitchFamily="18" charset="-120"/>
              </a:rPr>
              <a:t> </a:t>
            </a:r>
            <a:r>
              <a:rPr lang="en-US" altLang="zh-TW" sz="2400">
                <a:ea typeface="新細明體" pitchFamily="18" charset="-120"/>
              </a:rPr>
              <a:t>is true (non-zero), then </a:t>
            </a:r>
            <a:r>
              <a:rPr lang="en-US" altLang="zh-TW" sz="2400" b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statement(s)</a:t>
            </a:r>
            <a:r>
              <a:rPr lang="en-US" altLang="zh-TW" sz="2400">
                <a:solidFill>
                  <a:srgbClr val="0070C0"/>
                </a:solidFill>
                <a:ea typeface="新細明體" pitchFamily="18" charset="-120"/>
              </a:rPr>
              <a:t> </a:t>
            </a:r>
            <a:r>
              <a:rPr lang="en-US" altLang="zh-TW" sz="2400">
                <a:ea typeface="新細明體" pitchFamily="18" charset="-120"/>
              </a:rPr>
              <a:t>is executed.</a:t>
            </a:r>
          </a:p>
          <a:p>
            <a:pPr lvl="1"/>
            <a:r>
              <a:rPr lang="en-US" altLang="zh-TW" sz="2400">
                <a:ea typeface="新細明體" pitchFamily="18" charset="-120"/>
              </a:rPr>
              <a:t>Otherwise, computer skips </a:t>
            </a:r>
            <a:r>
              <a:rPr lang="en-US" altLang="zh-TW" sz="2400" b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statement(s)</a:t>
            </a:r>
            <a:r>
              <a:rPr lang="en-US" altLang="zh-TW" sz="2400">
                <a:ea typeface="新細明體" pitchFamily="18" charset="-120"/>
              </a:rPr>
              <a:t>, and control is passed to </a:t>
            </a:r>
            <a:r>
              <a:rPr lang="en-US" altLang="zh-TW" sz="2400" b="1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next_statement</a:t>
            </a:r>
            <a:r>
              <a:rPr lang="en-US" altLang="zh-TW" sz="2400">
                <a:ea typeface="新細明體" pitchFamily="18" charset="-120"/>
              </a:rPr>
              <a:t>.</a:t>
            </a:r>
          </a:p>
        </p:txBody>
      </p:sp>
      <p:sp>
        <p:nvSpPr>
          <p:cNvPr id="2" name="Text Box 19">
            <a:extLst>
              <a:ext uri="{FF2B5EF4-FFF2-40B4-BE49-F238E27FC236}">
                <a16:creationId xmlns:a16="http://schemas.microsoft.com/office/drawing/2014/main" id="{80A571FF-0A02-08A3-4FF9-5AB0E6B4C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064" y="1704235"/>
            <a:ext cx="8112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800" dirty="0">
                <a:latin typeface="Calibri" panose="020F0502020204030204" pitchFamily="34" charset="0"/>
                <a:ea typeface="新細明體" pitchFamily="18" charset="-120"/>
              </a:rPr>
              <a:t>true</a:t>
            </a:r>
          </a:p>
        </p:txBody>
      </p:sp>
      <p:sp>
        <p:nvSpPr>
          <p:cNvPr id="3" name="Text Box 20">
            <a:extLst>
              <a:ext uri="{FF2B5EF4-FFF2-40B4-BE49-F238E27FC236}">
                <a16:creationId xmlns:a16="http://schemas.microsoft.com/office/drawing/2014/main" id="{0F43161F-AFA9-3279-A32C-6AFA83CEA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0727" y="2572597"/>
            <a:ext cx="7842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2490612198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8A2B8E4D-73D1-44B8-A227-FB22F5CE4CC7}" type="slidenum">
              <a:rPr lang="zh-TW" altLang="en-US" b="0" smtClean="0">
                <a:latin typeface="Calibri" panose="020F0502020204030204" pitchFamily="34" charset="0"/>
              </a:rPr>
              <a:pPr/>
              <a:t>29</a:t>
            </a:fld>
            <a:endParaRPr lang="en-US" altLang="zh-TW" b="0">
              <a:latin typeface="Calibri" panose="020F0502020204030204" pitchFamily="34" charset="0"/>
            </a:endParaRPr>
          </a:p>
        </p:txBody>
      </p:sp>
      <p:sp>
        <p:nvSpPr>
          <p:cNvPr id="13316" name="Rectangle 3"/>
          <p:cNvSpPr>
            <a:spLocks noChangeArrowheads="1"/>
          </p:cNvSpPr>
          <p:nvPr/>
        </p:nvSpPr>
        <p:spPr bwMode="auto">
          <a:xfrm>
            <a:off x="1981200" y="1143000"/>
            <a:ext cx="8686800" cy="2362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(score &gt;=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</a:t>
            </a:r>
            <a:r>
              <a:rPr lang="en-US" altLang="zh-TW" sz="200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"You have passed!\n"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"Congratulations!\n"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"Your score is 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score);</a:t>
            </a:r>
          </a:p>
        </p:txBody>
      </p:sp>
      <p:sp>
        <p:nvSpPr>
          <p:cNvPr id="13317" name="Rectangle 4"/>
          <p:cNvSpPr>
            <a:spLocks noChangeArrowheads="1"/>
          </p:cNvSpPr>
          <p:nvPr/>
        </p:nvSpPr>
        <p:spPr bwMode="auto">
          <a:xfrm>
            <a:off x="1524000" y="1143000"/>
            <a:ext cx="457200" cy="2362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</p:txBody>
      </p:sp>
      <p:sp>
        <p:nvSpPr>
          <p:cNvPr id="13318" name="Rectangle 11"/>
          <p:cNvSpPr>
            <a:spLocks noChangeArrowheads="1"/>
          </p:cNvSpPr>
          <p:nvPr/>
        </p:nvSpPr>
        <p:spPr bwMode="auto">
          <a:xfrm>
            <a:off x="1748971" y="3659981"/>
            <a:ext cx="8794750" cy="184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</a:pPr>
            <a:r>
              <a:rPr kumimoji="1" lang="en-US" altLang="zh-TW" sz="240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</a:rPr>
              <a:t>{</a:t>
            </a:r>
            <a:r>
              <a:rPr kumimoji="1" lang="en-US" altLang="zh-TW" sz="240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kumimoji="1" lang="en-US" altLang="zh-TW" sz="2400">
                <a:latin typeface="Consolas" panose="020B0609020204030204" pitchFamily="49" charset="0"/>
                <a:ea typeface="新細明體" pitchFamily="18" charset="-120"/>
              </a:rPr>
              <a:t>…</a:t>
            </a:r>
            <a:r>
              <a:rPr kumimoji="1" lang="en-US" altLang="zh-TW" sz="240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kumimoji="1" lang="en-US" altLang="zh-TW" sz="240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</a:rPr>
              <a:t>}</a:t>
            </a:r>
            <a:r>
              <a:rPr kumimoji="1" lang="en-US" altLang="zh-TW" sz="2400" b="0">
                <a:latin typeface="Calibri" panose="020F0502020204030204" pitchFamily="34" charset="0"/>
                <a:ea typeface="新細明體" pitchFamily="18" charset="-120"/>
              </a:rPr>
              <a:t> groups multiple statements into </a:t>
            </a:r>
            <a:r>
              <a:rPr kumimoji="1" lang="en-US" altLang="zh-TW" sz="2400" b="0" u="sng">
                <a:latin typeface="Calibri" panose="020F0502020204030204" pitchFamily="34" charset="0"/>
                <a:ea typeface="新細明體" pitchFamily="18" charset="-120"/>
              </a:rPr>
              <a:t>ONE</a:t>
            </a:r>
            <a:r>
              <a:rPr kumimoji="1" lang="en-US" altLang="zh-TW" sz="2400" b="0">
                <a:latin typeface="Calibri" panose="020F0502020204030204" pitchFamily="34" charset="0"/>
                <a:ea typeface="新細明體" pitchFamily="18" charset="-120"/>
              </a:rPr>
              <a:t> </a:t>
            </a:r>
            <a:r>
              <a:rPr kumimoji="1" lang="en-US" altLang="zh-TW" sz="2400" b="0" i="1">
                <a:solidFill>
                  <a:srgbClr val="0070C0"/>
                </a:solidFill>
                <a:latin typeface="Calibri" panose="020F0502020204030204" pitchFamily="34" charset="0"/>
                <a:ea typeface="新細明體" pitchFamily="18" charset="-120"/>
              </a:rPr>
              <a:t>compound statement.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</a:pPr>
            <a:endParaRPr kumimoji="1" lang="en-US" altLang="zh-TW" sz="1600" b="0" i="1">
              <a:latin typeface="Calibri" panose="020F0502020204030204" pitchFamily="34" charset="0"/>
              <a:ea typeface="新細明體" pitchFamily="18" charset="-120"/>
            </a:endParaRPr>
          </a:p>
          <a:p>
            <a: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</a:pPr>
            <a:r>
              <a:rPr kumimoji="1" lang="en-US" altLang="zh-TW" sz="2400" b="0">
                <a:latin typeface="Calibri" panose="020F0502020204030204" pitchFamily="34" charset="0"/>
                <a:ea typeface="新細明體" pitchFamily="18" charset="-120"/>
              </a:rPr>
              <a:t>Semicolon (</a:t>
            </a:r>
            <a:r>
              <a:rPr kumimoji="1" lang="en-US" altLang="zh-TW" sz="2400">
                <a:latin typeface="Consolas" panose="020B0609020204030204" pitchFamily="49" charset="0"/>
                <a:ea typeface="新細明體" pitchFamily="18" charset="-120"/>
              </a:rPr>
              <a:t>;</a:t>
            </a:r>
            <a:r>
              <a:rPr kumimoji="1" lang="en-US" altLang="zh-TW" sz="2400" b="0">
                <a:latin typeface="Calibri" panose="020F0502020204030204" pitchFamily="34" charset="0"/>
                <a:ea typeface="新細明體" pitchFamily="18" charset="-120"/>
              </a:rPr>
              <a:t>) not needed after </a:t>
            </a:r>
            <a:r>
              <a:rPr kumimoji="1" lang="en-US" altLang="zh-TW" sz="240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</a:rPr>
              <a:t>{</a:t>
            </a:r>
            <a:r>
              <a:rPr kumimoji="1" lang="en-US" altLang="zh-TW" sz="240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kumimoji="1" lang="en-US" altLang="zh-TW" sz="2400">
                <a:latin typeface="Consolas" panose="020B0609020204030204" pitchFamily="49" charset="0"/>
                <a:ea typeface="新細明體" pitchFamily="18" charset="-120"/>
              </a:rPr>
              <a:t>…</a:t>
            </a:r>
            <a:r>
              <a:rPr kumimoji="1" lang="en-US" altLang="zh-TW" sz="240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kumimoji="1" lang="en-US" altLang="zh-TW" sz="240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</a:rPr>
              <a:t>}</a:t>
            </a:r>
            <a:endParaRPr kumimoji="1" lang="en-US" altLang="zh-TW" sz="240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</a:endParaRPr>
          </a:p>
        </p:txBody>
      </p:sp>
      <p:sp>
        <p:nvSpPr>
          <p:cNvPr id="13319" name="AutoShape 12"/>
          <p:cNvSpPr>
            <a:spLocks/>
          </p:cNvSpPr>
          <p:nvPr/>
        </p:nvSpPr>
        <p:spPr bwMode="auto">
          <a:xfrm>
            <a:off x="7248525" y="1524001"/>
            <a:ext cx="230188" cy="669450"/>
          </a:xfrm>
          <a:prstGeom prst="rightBrace">
            <a:avLst>
              <a:gd name="adj1" fmla="val 29195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13320" name="Rectangle 13"/>
          <p:cNvSpPr>
            <a:spLocks noChangeArrowheads="1"/>
          </p:cNvSpPr>
          <p:nvPr/>
        </p:nvSpPr>
        <p:spPr bwMode="auto">
          <a:xfrm>
            <a:off x="7632700" y="1431925"/>
            <a:ext cx="2725738" cy="15367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400" b="0">
                <a:latin typeface="Calibri" panose="020F0502020204030204" pitchFamily="34" charset="0"/>
                <a:ea typeface="新細明體" pitchFamily="18" charset="-120"/>
              </a:rPr>
              <a:t>Execute all the statements between </a:t>
            </a:r>
            <a:r>
              <a:rPr lang="en-US" altLang="zh-TW" sz="240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{</a:t>
            </a:r>
            <a:r>
              <a:rPr lang="en-US" altLang="zh-TW" sz="2400" b="0">
                <a:latin typeface="Calibri" panose="020F0502020204030204" pitchFamily="34" charset="0"/>
                <a:ea typeface="新細明體" pitchFamily="18" charset="-120"/>
              </a:rPr>
              <a:t> and </a:t>
            </a:r>
            <a:r>
              <a:rPr lang="en-US" altLang="zh-TW" sz="240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  <a:r>
              <a:rPr lang="en-US" altLang="zh-TW" sz="2400" b="0">
                <a:latin typeface="Calibri" panose="020F0502020204030204" pitchFamily="34" charset="0"/>
                <a:ea typeface="新細明體" pitchFamily="18" charset="-120"/>
              </a:rPr>
              <a:t> if </a:t>
            </a:r>
            <a:r>
              <a:rPr lang="en-US" altLang="zh-TW" sz="24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score</a:t>
            </a:r>
            <a:r>
              <a:rPr lang="en-US" altLang="zh-TW" sz="2400" b="0">
                <a:latin typeface="Calibri" panose="020F0502020204030204" pitchFamily="34" charset="0"/>
                <a:ea typeface="新細明體" pitchFamily="18" charset="-120"/>
              </a:rPr>
              <a:t> </a:t>
            </a:r>
            <a:r>
              <a:rPr lang="en-US" altLang="zh-TW" sz="24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≥</a:t>
            </a:r>
            <a:r>
              <a:rPr lang="en-US" altLang="zh-TW" sz="2400" b="0">
                <a:latin typeface="Calibri" panose="020F0502020204030204" pitchFamily="34" charset="0"/>
                <a:ea typeface="新細明體" pitchFamily="18" charset="-120"/>
              </a:rPr>
              <a:t> 60.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75773B9D-CA5F-3147-AA50-8B70529FF7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80855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4000">
                <a:ea typeface="新細明體"/>
              </a:rPr>
              <a:t>4.3. Compound Statement</a:t>
            </a:r>
          </a:p>
        </p:txBody>
      </p:sp>
    </p:spTree>
    <p:extLst>
      <p:ext uri="{BB962C8B-B14F-4D97-AF65-F5344CB8AC3E}">
        <p14:creationId xmlns:p14="http://schemas.microsoft.com/office/powerpoint/2010/main" val="2503144099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D958ACFE-A0AD-4B34-8A08-6C1AC60F25AD}" type="slidenum">
              <a:rPr lang="zh-TW" altLang="en-US" b="0" smtClean="0">
                <a:latin typeface="Calibri" panose="020F0502020204030204" pitchFamily="34" charset="0"/>
              </a:rPr>
              <a:pPr/>
              <a:t>30</a:t>
            </a:fld>
            <a:endParaRPr lang="en-US" altLang="zh-TW" b="0">
              <a:latin typeface="Calibri" panose="020F0502020204030204" pitchFamily="34" charset="0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>
                <a:ea typeface="新細明體"/>
              </a:rPr>
              <a:t>4.4. </a:t>
            </a:r>
            <a:r>
              <a:rPr lang="en-US" altLang="zh-TW" sz="4000">
                <a:solidFill>
                  <a:srgbClr val="0070C0"/>
                </a:solidFill>
                <a:latin typeface="Consolas"/>
                <a:ea typeface="新細明體"/>
              </a:rPr>
              <a:t>if-else</a:t>
            </a:r>
            <a:r>
              <a:rPr lang="en-US" altLang="zh-TW" sz="4000">
                <a:ea typeface="新細明體"/>
              </a:rPr>
              <a:t> Statement (</a:t>
            </a:r>
            <a:r>
              <a:rPr lang="en-US" altLang="zh-TW" sz="4000" i="1">
                <a:ea typeface="新細明體"/>
              </a:rPr>
              <a:t>Syntax</a:t>
            </a:r>
            <a:r>
              <a:rPr lang="en-US" altLang="zh-TW" sz="4000">
                <a:ea typeface="新細明體"/>
              </a:rPr>
              <a:t>)</a:t>
            </a:r>
          </a:p>
        </p:txBody>
      </p:sp>
      <p:sp>
        <p:nvSpPr>
          <p:cNvPr id="14340" name="Rectangle 5"/>
          <p:cNvSpPr>
            <a:spLocks noChangeArrowheads="1"/>
          </p:cNvSpPr>
          <p:nvPr/>
        </p:nvSpPr>
        <p:spPr bwMode="auto">
          <a:xfrm>
            <a:off x="1885158" y="1477960"/>
            <a:ext cx="3648075" cy="320457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 (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expr</a:t>
            </a:r>
            <a:r>
              <a:rPr lang="en-US" altLang="zh-TW" sz="240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){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statement(s)_1</a:t>
            </a:r>
            <a:r>
              <a:rPr lang="en-US" altLang="zh-TW" sz="240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else{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statement(s)_2</a:t>
            </a:r>
            <a:r>
              <a:rPr lang="en-US" altLang="zh-TW" sz="240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  <a:endParaRPr lang="en-US" altLang="zh-TW" sz="240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next_statement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</p:txBody>
      </p:sp>
      <p:grpSp>
        <p:nvGrpSpPr>
          <p:cNvPr id="14341" name="Group 25"/>
          <p:cNvGrpSpPr>
            <a:grpSpLocks/>
          </p:cNvGrpSpPr>
          <p:nvPr/>
        </p:nvGrpSpPr>
        <p:grpSpPr bwMode="auto">
          <a:xfrm>
            <a:off x="6288089" y="1431926"/>
            <a:ext cx="4033837" cy="2854325"/>
            <a:chOff x="3049" y="887"/>
            <a:chExt cx="2541" cy="1798"/>
          </a:xfrm>
        </p:grpSpPr>
        <p:sp>
          <p:nvSpPr>
            <p:cNvPr id="14343" name="AutoShape 6"/>
            <p:cNvSpPr>
              <a:spLocks noChangeArrowheads="1"/>
            </p:cNvSpPr>
            <p:nvPr/>
          </p:nvSpPr>
          <p:spPr bwMode="auto">
            <a:xfrm>
              <a:off x="3904" y="1226"/>
              <a:ext cx="813" cy="484"/>
            </a:xfrm>
            <a:prstGeom prst="diamond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US" altLang="zh-TW" b="0">
                  <a:solidFill>
                    <a:srgbClr val="0000FF"/>
                  </a:solidFill>
                  <a:latin typeface="Calibri" panose="020F0502020204030204" pitchFamily="34" charset="0"/>
                  <a:ea typeface="新細明體" pitchFamily="18" charset="-120"/>
                </a:rPr>
                <a:t>expr</a:t>
              </a:r>
            </a:p>
          </p:txBody>
        </p:sp>
        <p:sp>
          <p:nvSpPr>
            <p:cNvPr id="14344" name="Line 7"/>
            <p:cNvSpPr>
              <a:spLocks noChangeShapeType="1"/>
            </p:cNvSpPr>
            <p:nvPr/>
          </p:nvSpPr>
          <p:spPr bwMode="auto">
            <a:xfrm>
              <a:off x="4316" y="887"/>
              <a:ext cx="0" cy="33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345" name="Line 8"/>
            <p:cNvSpPr>
              <a:spLocks noChangeShapeType="1"/>
            </p:cNvSpPr>
            <p:nvPr/>
          </p:nvSpPr>
          <p:spPr bwMode="auto">
            <a:xfrm flipH="1">
              <a:off x="4307" y="2184"/>
              <a:ext cx="0" cy="2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346" name="Rectangle 9"/>
            <p:cNvSpPr>
              <a:spLocks noChangeArrowheads="1"/>
            </p:cNvSpPr>
            <p:nvPr/>
          </p:nvSpPr>
          <p:spPr bwMode="auto">
            <a:xfrm>
              <a:off x="3803" y="2452"/>
              <a:ext cx="1050" cy="2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US" altLang="zh-TW" b="0" err="1">
                  <a:solidFill>
                    <a:srgbClr val="0000FF"/>
                  </a:solidFill>
                  <a:latin typeface="Calibri" panose="020F0502020204030204" pitchFamily="34" charset="0"/>
                  <a:ea typeface="新細明體" pitchFamily="18" charset="-120"/>
                </a:rPr>
                <a:t>next_statement</a:t>
              </a:r>
              <a:endParaRPr lang="en-US" altLang="zh-TW" b="0">
                <a:solidFill>
                  <a:srgbClr val="0000FF"/>
                </a:solidFill>
                <a:latin typeface="Calibri" panose="020F0502020204030204" pitchFamily="34" charset="0"/>
                <a:ea typeface="新細明體" pitchFamily="18" charset="-120"/>
              </a:endParaRPr>
            </a:p>
          </p:txBody>
        </p:sp>
        <p:sp>
          <p:nvSpPr>
            <p:cNvPr id="14347" name="Rectangle 10"/>
            <p:cNvSpPr>
              <a:spLocks noChangeArrowheads="1"/>
            </p:cNvSpPr>
            <p:nvPr/>
          </p:nvSpPr>
          <p:spPr bwMode="auto">
            <a:xfrm>
              <a:off x="4622" y="1749"/>
              <a:ext cx="968" cy="23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US" altLang="zh-TW" b="0">
                  <a:solidFill>
                    <a:srgbClr val="0000FF"/>
                  </a:solidFill>
                  <a:latin typeface="Calibri" panose="020F0502020204030204" pitchFamily="34" charset="0"/>
                  <a:ea typeface="新細明體" pitchFamily="18" charset="-120"/>
                </a:rPr>
                <a:t>statement_1</a:t>
              </a:r>
            </a:p>
          </p:txBody>
        </p:sp>
        <p:sp>
          <p:nvSpPr>
            <p:cNvPr id="14348" name="Line 11"/>
            <p:cNvSpPr>
              <a:spLocks noChangeShapeType="1"/>
            </p:cNvSpPr>
            <p:nvPr/>
          </p:nvSpPr>
          <p:spPr bwMode="auto">
            <a:xfrm>
              <a:off x="5082" y="1483"/>
              <a:ext cx="0" cy="2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349" name="Line 12"/>
            <p:cNvSpPr>
              <a:spLocks noChangeShapeType="1"/>
            </p:cNvSpPr>
            <p:nvPr/>
          </p:nvSpPr>
          <p:spPr bwMode="auto">
            <a:xfrm>
              <a:off x="5082" y="1991"/>
              <a:ext cx="0" cy="19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350" name="Line 13"/>
            <p:cNvSpPr>
              <a:spLocks noChangeShapeType="1"/>
            </p:cNvSpPr>
            <p:nvPr/>
          </p:nvSpPr>
          <p:spPr bwMode="auto">
            <a:xfrm flipH="1">
              <a:off x="4307" y="2184"/>
              <a:ext cx="7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351" name="Line 14"/>
            <p:cNvSpPr>
              <a:spLocks noChangeShapeType="1"/>
            </p:cNvSpPr>
            <p:nvPr/>
          </p:nvSpPr>
          <p:spPr bwMode="auto">
            <a:xfrm flipH="1">
              <a:off x="4525" y="2184"/>
              <a:ext cx="5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354" name="Line 17"/>
            <p:cNvSpPr>
              <a:spLocks noChangeShapeType="1"/>
            </p:cNvSpPr>
            <p:nvPr/>
          </p:nvSpPr>
          <p:spPr bwMode="auto">
            <a:xfrm>
              <a:off x="4719" y="1482"/>
              <a:ext cx="363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355" name="Rectangle 18"/>
            <p:cNvSpPr>
              <a:spLocks noChangeArrowheads="1"/>
            </p:cNvSpPr>
            <p:nvPr/>
          </p:nvSpPr>
          <p:spPr bwMode="auto">
            <a:xfrm>
              <a:off x="3049" y="1749"/>
              <a:ext cx="968" cy="23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US" altLang="zh-TW" b="0">
                  <a:solidFill>
                    <a:srgbClr val="0000FF"/>
                  </a:solidFill>
                  <a:latin typeface="Calibri" panose="020F0502020204030204" pitchFamily="34" charset="0"/>
                  <a:ea typeface="新細明體" pitchFamily="18" charset="-120"/>
                </a:rPr>
                <a:t>statement_2</a:t>
              </a:r>
            </a:p>
          </p:txBody>
        </p:sp>
        <p:sp>
          <p:nvSpPr>
            <p:cNvPr id="14356" name="Line 19"/>
            <p:cNvSpPr>
              <a:spLocks noChangeShapeType="1"/>
            </p:cNvSpPr>
            <p:nvPr/>
          </p:nvSpPr>
          <p:spPr bwMode="auto">
            <a:xfrm>
              <a:off x="3533" y="1458"/>
              <a:ext cx="363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357" name="Line 20"/>
            <p:cNvSpPr>
              <a:spLocks noChangeShapeType="1"/>
            </p:cNvSpPr>
            <p:nvPr/>
          </p:nvSpPr>
          <p:spPr bwMode="auto">
            <a:xfrm>
              <a:off x="3533" y="1458"/>
              <a:ext cx="0" cy="2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358" name="Line 21"/>
            <p:cNvSpPr>
              <a:spLocks noChangeShapeType="1"/>
            </p:cNvSpPr>
            <p:nvPr/>
          </p:nvSpPr>
          <p:spPr bwMode="auto">
            <a:xfrm flipH="1">
              <a:off x="3533" y="2184"/>
              <a:ext cx="7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359" name="Line 22"/>
            <p:cNvSpPr>
              <a:spLocks noChangeShapeType="1"/>
            </p:cNvSpPr>
            <p:nvPr/>
          </p:nvSpPr>
          <p:spPr bwMode="auto">
            <a:xfrm flipV="1">
              <a:off x="3534" y="2184"/>
              <a:ext cx="4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360" name="Line 23"/>
            <p:cNvSpPr>
              <a:spLocks noChangeShapeType="1"/>
            </p:cNvSpPr>
            <p:nvPr/>
          </p:nvSpPr>
          <p:spPr bwMode="auto">
            <a:xfrm>
              <a:off x="3533" y="1991"/>
              <a:ext cx="0" cy="19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14342" name="Rectangle 30"/>
          <p:cNvSpPr>
            <a:spLocks noGrp="1" noChangeArrowheads="1"/>
          </p:cNvSpPr>
          <p:nvPr>
            <p:ph type="body" idx="1"/>
          </p:nvPr>
        </p:nvSpPr>
        <p:spPr>
          <a:xfrm>
            <a:off x="1981200" y="4849813"/>
            <a:ext cx="8229600" cy="1458912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en-US" altLang="zh-TW" sz="2800">
                <a:ea typeface="新細明體" pitchFamily="18" charset="-120"/>
              </a:rPr>
              <a:t>Allows us to conditionally perform </a:t>
            </a:r>
            <a:r>
              <a:rPr lang="en-US" altLang="zh-TW" sz="2800" i="1">
                <a:ea typeface="新細明體" pitchFamily="18" charset="-120"/>
              </a:rPr>
              <a:t>either</a:t>
            </a:r>
            <a:r>
              <a:rPr lang="en-US" altLang="zh-TW" sz="2800">
                <a:ea typeface="新細明體" pitchFamily="18" charset="-120"/>
              </a:rPr>
              <a:t> one of two tasks, but never both</a:t>
            </a:r>
          </a:p>
        </p:txBody>
      </p:sp>
      <p:sp>
        <p:nvSpPr>
          <p:cNvPr id="2" name="Text Box 19">
            <a:extLst>
              <a:ext uri="{FF2B5EF4-FFF2-40B4-BE49-F238E27FC236}">
                <a16:creationId xmlns:a16="http://schemas.microsoft.com/office/drawing/2014/main" id="{DA395C93-2BA4-BBD2-32DE-6F3349287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0320" y="1922461"/>
            <a:ext cx="8112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800" dirty="0">
                <a:latin typeface="Calibri" panose="020F0502020204030204" pitchFamily="34" charset="0"/>
                <a:ea typeface="新細明體" pitchFamily="18" charset="-120"/>
              </a:rPr>
              <a:t>true</a:t>
            </a:r>
          </a:p>
        </p:txBody>
      </p:sp>
      <p:sp>
        <p:nvSpPr>
          <p:cNvPr id="3" name="Text Box 20">
            <a:extLst>
              <a:ext uri="{FF2B5EF4-FFF2-40B4-BE49-F238E27FC236}">
                <a16:creationId xmlns:a16="http://schemas.microsoft.com/office/drawing/2014/main" id="{9F0AC262-8FC3-72FB-EFD5-5223A8813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2463" y="1908177"/>
            <a:ext cx="7842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4214379610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29A202F4-DB74-4B81-88EC-D581854511CE}" type="slidenum">
              <a:rPr lang="zh-TW" altLang="en-US" b="0" smtClean="0">
                <a:latin typeface="Calibri" panose="020F0502020204030204" pitchFamily="34" charset="0"/>
              </a:rPr>
              <a:pPr/>
              <a:t>31</a:t>
            </a:fld>
            <a:endParaRPr lang="en-US" altLang="zh-TW" b="0">
              <a:latin typeface="Calibri" panose="020F0502020204030204" pitchFamily="34" charset="0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1588726" y="152400"/>
            <a:ext cx="9003074" cy="7493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>
                <a:ea typeface="新細明體"/>
              </a:rPr>
              <a:t>4.4.1. </a:t>
            </a:r>
            <a:r>
              <a:rPr lang="en-US" altLang="zh-TW" sz="4000">
                <a:solidFill>
                  <a:srgbClr val="0070C0"/>
                </a:solidFill>
                <a:latin typeface="Consolas"/>
                <a:ea typeface="新細明體"/>
              </a:rPr>
              <a:t>if-else</a:t>
            </a:r>
            <a:r>
              <a:rPr lang="en-US" altLang="zh-TW" sz="4000">
                <a:ea typeface="新細明體"/>
              </a:rPr>
              <a:t> Statement (</a:t>
            </a:r>
            <a:r>
              <a:rPr lang="en-US" altLang="zh-TW" sz="4000" i="1">
                <a:ea typeface="新細明體"/>
              </a:rPr>
              <a:t>Example</a:t>
            </a:r>
            <a:r>
              <a:rPr lang="en-US" altLang="zh-TW" sz="4000">
                <a:ea typeface="新細明體"/>
              </a:rPr>
              <a:t>)</a:t>
            </a:r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1981200" y="1239838"/>
            <a:ext cx="8686800" cy="356076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score;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"Please enter your score: 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&amp;score);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(score &gt;=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"Passed!\n"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					</a:t>
            </a:r>
            <a:r>
              <a:rPr lang="en-US" altLang="zh-TW" sz="20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Replaces "if (score &lt; 50)"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"Failed!\n"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"Your score is %d.\n"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score);</a:t>
            </a:r>
          </a:p>
        </p:txBody>
      </p:sp>
      <p:sp>
        <p:nvSpPr>
          <p:cNvPr id="15365" name="Rectangle 4"/>
          <p:cNvSpPr>
            <a:spLocks noChangeArrowheads="1"/>
          </p:cNvSpPr>
          <p:nvPr/>
        </p:nvSpPr>
        <p:spPr bwMode="auto">
          <a:xfrm>
            <a:off x="1524001" y="1239838"/>
            <a:ext cx="461963" cy="356076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</p:txBody>
      </p:sp>
      <p:sp>
        <p:nvSpPr>
          <p:cNvPr id="15366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1754981" y="4953001"/>
            <a:ext cx="8794750" cy="1052513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400" dirty="0">
                <a:ea typeface="新細明體" pitchFamily="18" charset="-120"/>
              </a:rPr>
              <a:t>If "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score &gt;= 50</a:t>
            </a:r>
            <a:r>
              <a:rPr lang="en-US" altLang="zh-TW" sz="2400" dirty="0">
                <a:ea typeface="新細明體" pitchFamily="18" charset="-120"/>
              </a:rPr>
              <a:t>" is </a:t>
            </a:r>
            <a:r>
              <a:rPr lang="en-US" altLang="zh-TW" sz="2400" i="1" dirty="0">
                <a:ea typeface="新細明體" pitchFamily="18" charset="-120"/>
              </a:rPr>
              <a:t>true</a:t>
            </a:r>
            <a:r>
              <a:rPr lang="en-US" altLang="zh-TW" sz="2400" dirty="0">
                <a:ea typeface="新細明體" pitchFamily="18" charset="-120"/>
              </a:rPr>
              <a:t>, then "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score &lt; 50</a:t>
            </a:r>
            <a:r>
              <a:rPr lang="en-US" altLang="zh-TW" sz="2400" dirty="0">
                <a:ea typeface="新細明體" pitchFamily="18" charset="-120"/>
              </a:rPr>
              <a:t>" must be </a:t>
            </a:r>
            <a:r>
              <a:rPr lang="en-US" altLang="zh-TW" sz="2400" i="1" dirty="0">
                <a:ea typeface="新細明體" pitchFamily="18" charset="-120"/>
              </a:rPr>
              <a:t>false</a:t>
            </a:r>
            <a:r>
              <a:rPr lang="en-US" altLang="zh-TW" sz="2400" dirty="0">
                <a:ea typeface="新細明體" pitchFamily="18" charset="-120"/>
              </a:rPr>
              <a:t>, and vice versa.</a:t>
            </a:r>
          </a:p>
          <a:p>
            <a:pPr eaLnBrk="1" hangingPunct="1">
              <a:lnSpc>
                <a:spcPct val="90000"/>
              </a:lnSpc>
            </a:pPr>
            <a:endParaRPr lang="en-US" altLang="zh-TW" sz="240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69662072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84EE11CB-9C58-41BF-ACC8-E2BE520A5FDB}" type="slidenum">
              <a:rPr lang="zh-TW" altLang="en-US" b="0" smtClean="0">
                <a:latin typeface="Calibri" panose="020F0502020204030204" pitchFamily="34" charset="0"/>
              </a:rPr>
              <a:pPr/>
              <a:t>32</a:t>
            </a:fld>
            <a:endParaRPr lang="en-US" altLang="zh-TW" b="0">
              <a:latin typeface="Calibri" panose="020F0502020204030204" pitchFamily="34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>
                <a:ea typeface="新細明體"/>
              </a:rPr>
              <a:t>4.5. How does </a:t>
            </a:r>
            <a:r>
              <a:rPr lang="en-US" altLang="zh-TW" sz="400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else</a:t>
            </a:r>
            <a:r>
              <a:rPr lang="en-US" altLang="zh-TW" sz="4000">
                <a:ea typeface="新細明體"/>
              </a:rPr>
              <a:t> pair with </a:t>
            </a:r>
            <a:r>
              <a:rPr lang="en-US" altLang="zh-TW" sz="400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if</a:t>
            </a:r>
            <a:r>
              <a:rPr lang="en-US" altLang="zh-TW" sz="4000">
                <a:ea typeface="新細明體"/>
              </a:rPr>
              <a:t>?</a:t>
            </a:r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2063750" y="1067594"/>
            <a:ext cx="3494088" cy="18811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% 2 ==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		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&gt;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100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	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   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"A"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"B"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466948" name="Rectangle 4"/>
          <p:cNvSpPr>
            <a:spLocks noChangeArrowheads="1"/>
          </p:cNvSpPr>
          <p:nvPr/>
        </p:nvSpPr>
        <p:spPr bwMode="auto">
          <a:xfrm>
            <a:off x="6518275" y="1067594"/>
            <a:ext cx="3417888" cy="18811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% 2 ==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		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&gt;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100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	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   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"A"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else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"B"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466949" name="Rectangle 5"/>
          <p:cNvSpPr>
            <a:spLocks noChangeArrowheads="1"/>
          </p:cNvSpPr>
          <p:nvPr/>
        </p:nvSpPr>
        <p:spPr bwMode="auto">
          <a:xfrm>
            <a:off x="6518275" y="3026570"/>
            <a:ext cx="3417888" cy="222726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% 2 ==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	</a:t>
            </a:r>
            <a:r>
              <a:rPr lang="en-US" altLang="zh-TW" sz="2000" b="0">
                <a:solidFill>
                  <a:schemeClr val="accent2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{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&gt;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100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	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   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"A"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chemeClr val="accent2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"B"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466950" name="Rectangle 6"/>
          <p:cNvSpPr>
            <a:spLocks noChangeArrowheads="1"/>
          </p:cNvSpPr>
          <p:nvPr/>
        </p:nvSpPr>
        <p:spPr bwMode="auto">
          <a:xfrm>
            <a:off x="2063750" y="3026570"/>
            <a:ext cx="3494088" cy="222726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% 2 ==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	{	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&gt;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100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	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   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"A"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else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"B"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66951" name="Line 7"/>
          <p:cNvSpPr>
            <a:spLocks noChangeShapeType="1"/>
          </p:cNvSpPr>
          <p:nvPr/>
        </p:nvSpPr>
        <p:spPr bwMode="auto">
          <a:xfrm flipV="1">
            <a:off x="1833564" y="1604167"/>
            <a:ext cx="960436" cy="159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466952" name="Line 8"/>
          <p:cNvSpPr>
            <a:spLocks noChangeShapeType="1"/>
          </p:cNvSpPr>
          <p:nvPr/>
        </p:nvSpPr>
        <p:spPr bwMode="auto">
          <a:xfrm>
            <a:off x="1833563" y="1605757"/>
            <a:ext cx="0" cy="690562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66953" name="Line 9"/>
          <p:cNvSpPr>
            <a:spLocks noChangeShapeType="1"/>
          </p:cNvSpPr>
          <p:nvPr/>
        </p:nvSpPr>
        <p:spPr bwMode="auto">
          <a:xfrm>
            <a:off x="1833564" y="2296319"/>
            <a:ext cx="268287" cy="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66954" name="Line 10"/>
          <p:cNvSpPr>
            <a:spLocks noChangeShapeType="1"/>
          </p:cNvSpPr>
          <p:nvPr/>
        </p:nvSpPr>
        <p:spPr bwMode="auto">
          <a:xfrm>
            <a:off x="6864350" y="1643857"/>
            <a:ext cx="268288" cy="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66955" name="Line 11"/>
          <p:cNvSpPr>
            <a:spLocks noChangeShapeType="1"/>
          </p:cNvSpPr>
          <p:nvPr/>
        </p:nvSpPr>
        <p:spPr bwMode="auto">
          <a:xfrm>
            <a:off x="6864350" y="1643857"/>
            <a:ext cx="0" cy="690562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66956" name="Line 12"/>
          <p:cNvSpPr>
            <a:spLocks noChangeShapeType="1"/>
          </p:cNvSpPr>
          <p:nvPr/>
        </p:nvSpPr>
        <p:spPr bwMode="auto">
          <a:xfrm>
            <a:off x="6864350" y="2334419"/>
            <a:ext cx="268288" cy="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66957" name="Line 13"/>
          <p:cNvSpPr>
            <a:spLocks noChangeShapeType="1"/>
          </p:cNvSpPr>
          <p:nvPr/>
        </p:nvSpPr>
        <p:spPr bwMode="auto">
          <a:xfrm>
            <a:off x="2447925" y="3602832"/>
            <a:ext cx="268288" cy="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66958" name="Line 14"/>
          <p:cNvSpPr>
            <a:spLocks noChangeShapeType="1"/>
          </p:cNvSpPr>
          <p:nvPr/>
        </p:nvSpPr>
        <p:spPr bwMode="auto">
          <a:xfrm>
            <a:off x="2447925" y="3602832"/>
            <a:ext cx="0" cy="690562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66959" name="Line 15"/>
          <p:cNvSpPr>
            <a:spLocks noChangeShapeType="1"/>
          </p:cNvSpPr>
          <p:nvPr/>
        </p:nvSpPr>
        <p:spPr bwMode="auto">
          <a:xfrm>
            <a:off x="2447925" y="4293394"/>
            <a:ext cx="268288" cy="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66960" name="Line 16"/>
          <p:cNvSpPr>
            <a:spLocks noChangeShapeType="1"/>
          </p:cNvSpPr>
          <p:nvPr/>
        </p:nvSpPr>
        <p:spPr bwMode="auto">
          <a:xfrm>
            <a:off x="6288089" y="3256757"/>
            <a:ext cx="268287" cy="0"/>
          </a:xfrm>
          <a:prstGeom prst="line">
            <a:avLst/>
          </a:prstGeom>
          <a:noFill/>
          <a:ln w="25400">
            <a:solidFill>
              <a:srgbClr val="99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66961" name="Line 17"/>
          <p:cNvSpPr>
            <a:spLocks noChangeShapeType="1"/>
          </p:cNvSpPr>
          <p:nvPr/>
        </p:nvSpPr>
        <p:spPr bwMode="auto">
          <a:xfrm>
            <a:off x="6288088" y="3256757"/>
            <a:ext cx="0" cy="1344612"/>
          </a:xfrm>
          <a:prstGeom prst="line">
            <a:avLst/>
          </a:prstGeom>
          <a:noFill/>
          <a:ln w="25400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66962" name="Line 18"/>
          <p:cNvSpPr>
            <a:spLocks noChangeShapeType="1"/>
          </p:cNvSpPr>
          <p:nvPr/>
        </p:nvSpPr>
        <p:spPr bwMode="auto">
          <a:xfrm>
            <a:off x="6288089" y="4601369"/>
            <a:ext cx="268287" cy="0"/>
          </a:xfrm>
          <a:prstGeom prst="line">
            <a:avLst/>
          </a:prstGeom>
          <a:noFill/>
          <a:ln w="25400">
            <a:solidFill>
              <a:srgbClr val="99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676400" y="5253833"/>
            <a:ext cx="8817769" cy="83099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TW" sz="2800">
                <a:ea typeface="新細明體" pitchFamily="18" charset="-120"/>
              </a:rPr>
              <a:t>An </a:t>
            </a:r>
            <a:r>
              <a:rPr lang="en-US" altLang="zh-TW" sz="2800" b="1">
                <a:latin typeface="Consolas" panose="020B0609020204030204" pitchFamily="49" charset="0"/>
                <a:ea typeface="新細明體" pitchFamily="18" charset="-120"/>
              </a:rPr>
              <a:t>else</a:t>
            </a:r>
            <a:r>
              <a:rPr lang="en-US" altLang="zh-TW" sz="2800">
                <a:ea typeface="新細明體" pitchFamily="18" charset="-120"/>
              </a:rPr>
              <a:t> statement attaches to the </a:t>
            </a:r>
            <a:r>
              <a:rPr lang="en-US" altLang="zh-TW" sz="2800" b="1" i="1">
                <a:ea typeface="新細明體" pitchFamily="18" charset="-120"/>
              </a:rPr>
              <a:t>nearest</a:t>
            </a:r>
            <a:r>
              <a:rPr lang="en-US" altLang="zh-TW" sz="2800">
                <a:ea typeface="新細明體" pitchFamily="18" charset="-120"/>
              </a:rPr>
              <a:t> </a:t>
            </a:r>
            <a:r>
              <a:rPr lang="en-US" altLang="zh-TW" sz="2800" b="1">
                <a:latin typeface="Consolas" panose="020B0609020204030204" pitchFamily="49" charset="0"/>
                <a:ea typeface="新細明體" pitchFamily="18" charset="-120"/>
              </a:rPr>
              <a:t>if</a:t>
            </a:r>
            <a:r>
              <a:rPr lang="en-US" altLang="zh-TW" sz="2800">
                <a:ea typeface="新細明體" pitchFamily="18" charset="-120"/>
              </a:rPr>
              <a:t> that has not been paired with an </a:t>
            </a:r>
            <a:r>
              <a:rPr lang="en-US" altLang="zh-TW" sz="2800" b="1">
                <a:latin typeface="Consolas" panose="020B0609020204030204" pitchFamily="49" charset="0"/>
                <a:ea typeface="新細明體" pitchFamily="18" charset="-120"/>
              </a:rPr>
              <a:t>else</a:t>
            </a:r>
            <a:r>
              <a:rPr lang="en-US" altLang="zh-TW" sz="2800">
                <a:ea typeface="新細明體" pitchFamily="18" charset="-120"/>
              </a:rPr>
              <a:t>.</a:t>
            </a:r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1B2E6253-3944-654F-84EF-3B70D6BFE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0229" y="4354424"/>
            <a:ext cx="2481801" cy="76364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400" b="0" i="1">
                <a:latin typeface="Calibri" panose="020F0502020204030204" pitchFamily="34" charset="0"/>
                <a:ea typeface="新細明體" pitchFamily="18" charset="-120"/>
              </a:rPr>
              <a:t>Observe the brackets </a:t>
            </a:r>
            <a:r>
              <a:rPr lang="en-US" altLang="zh-TW" sz="2400" b="0">
                <a:solidFill>
                  <a:schemeClr val="accent2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{</a:t>
            </a:r>
            <a:r>
              <a:rPr lang="en-US" altLang="zh-TW" sz="24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…</a:t>
            </a:r>
            <a:r>
              <a:rPr lang="en-US" altLang="zh-TW" sz="2400" b="0">
                <a:solidFill>
                  <a:schemeClr val="accent2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  <a:r>
              <a:rPr lang="en-US" altLang="zh-TW" sz="2400" b="0">
                <a:latin typeface="Calibri" panose="020F0502020204030204" pitchFamily="34" charset="0"/>
                <a:ea typeface="新細明體" pitchFamily="18" charset="-120"/>
                <a:cs typeface="Calibri" panose="020F050202020403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6571065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6948" grpId="0" animBg="1"/>
      <p:bldP spid="466949" grpId="0" animBg="1"/>
      <p:bldP spid="466950" grpId="0" animBg="1"/>
      <p:bldP spid="466951" grpId="0" animBg="1"/>
      <p:bldP spid="466952" grpId="0" animBg="1"/>
      <p:bldP spid="466953" grpId="0" animBg="1"/>
      <p:bldP spid="466954" grpId="0" animBg="1"/>
      <p:bldP spid="466955" grpId="0" animBg="1"/>
      <p:bldP spid="466956" grpId="0" animBg="1"/>
      <p:bldP spid="466957" grpId="0" animBg="1"/>
      <p:bldP spid="466958" grpId="0" animBg="1"/>
      <p:bldP spid="466959" grpId="0" animBg="1"/>
      <p:bldP spid="466960" grpId="0" animBg="1"/>
      <p:bldP spid="466961" grpId="0" animBg="1"/>
      <p:bldP spid="46696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>
                <a:ea typeface="新細明體"/>
              </a:rPr>
              <a:t>4.6. C</a:t>
            </a:r>
            <a:r>
              <a:rPr lang="en-US" altLang="en-US" sz="4000">
                <a:ea typeface="新細明體"/>
              </a:rPr>
              <a:t>ommon Mistakes</a:t>
            </a:r>
            <a:endParaRPr lang="en-US" sz="4000">
              <a:ea typeface="新細明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sz="2800">
                <a:ea typeface="新細明體" pitchFamily="18" charset="-120"/>
              </a:rPr>
              <a:t>Using </a:t>
            </a:r>
            <a:r>
              <a:rPr lang="en-US" altLang="zh-TW" sz="2800" b="1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</a:rPr>
              <a:t>=</a:t>
            </a:r>
            <a:r>
              <a:rPr lang="en-US" altLang="zh-TW" sz="2800">
                <a:ea typeface="新細明體" pitchFamily="18" charset="-120"/>
              </a:rPr>
              <a:t> instead of </a:t>
            </a:r>
            <a:r>
              <a:rPr lang="en-US" altLang="zh-TW" sz="2800" b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==</a:t>
            </a:r>
            <a:r>
              <a:rPr lang="en-US" altLang="zh-TW" sz="2800">
                <a:ea typeface="新細明體" pitchFamily="18" charset="-120"/>
              </a:rPr>
              <a:t> as equality operator</a:t>
            </a:r>
            <a:endParaRPr lang="en-US" altLang="zh-TW">
              <a:ea typeface="新細明體" pitchFamily="18" charset="-120"/>
            </a:endParaRPr>
          </a:p>
          <a:p>
            <a:pPr lvl="1">
              <a:buNone/>
            </a:pPr>
            <a:endParaRPr lang="en-US" altLang="zh-TW" sz="120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1">
              <a:buNone/>
            </a:pPr>
            <a:endParaRPr lang="en-US" altLang="zh-TW" sz="120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1">
              <a:buNone/>
            </a:pPr>
            <a:endParaRPr lang="en-US" altLang="zh-TW" sz="120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1">
              <a:buNone/>
            </a:pPr>
            <a:endParaRPr lang="en-US" altLang="zh-TW" sz="120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1">
              <a:buNone/>
            </a:pPr>
            <a:endParaRPr lang="en-US" altLang="zh-TW" sz="120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1"/>
            <a:r>
              <a:rPr lang="en-US" altLang="zh-TW" sz="2500">
                <a:ea typeface="新細明體" pitchFamily="18" charset="-120"/>
              </a:rPr>
              <a:t>Variable </a:t>
            </a:r>
            <a:r>
              <a:rPr lang="en-US" altLang="zh-TW" sz="2500" b="1">
                <a:latin typeface="Consolas" panose="020B0609020204030204" pitchFamily="49" charset="0"/>
                <a:ea typeface="新細明體" pitchFamily="18" charset="-120"/>
              </a:rPr>
              <a:t>a</a:t>
            </a:r>
            <a:r>
              <a:rPr lang="en-US" altLang="zh-TW" sz="2500">
                <a:ea typeface="新細明體" pitchFamily="18" charset="-120"/>
              </a:rPr>
              <a:t> is assigned </a:t>
            </a:r>
            <a:r>
              <a:rPr lang="en-US" altLang="zh-TW" sz="25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500">
                <a:ea typeface="新細明體" pitchFamily="18" charset="-120"/>
              </a:rPr>
              <a:t> and the whole expression is evaluated to </a:t>
            </a:r>
            <a:r>
              <a:rPr lang="en-US" altLang="zh-TW" sz="25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500">
                <a:ea typeface="新細明體" pitchFamily="18" charset="-120"/>
              </a:rPr>
              <a:t>, and </a:t>
            </a:r>
            <a:r>
              <a:rPr lang="en-US" altLang="zh-TW" sz="25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500">
                <a:ea typeface="新細明體" pitchFamily="18" charset="-120"/>
              </a:rPr>
              <a:t> means </a:t>
            </a:r>
            <a:r>
              <a:rPr lang="en-US" altLang="zh-TW" sz="2500" i="1">
                <a:ea typeface="新細明體" pitchFamily="18" charset="-120"/>
              </a:rPr>
              <a:t>false</a:t>
            </a:r>
            <a:r>
              <a:rPr lang="en-US" altLang="zh-TW" sz="2500">
                <a:ea typeface="新細明體" pitchFamily="18" charset="-120"/>
              </a:rPr>
              <a:t>.</a:t>
            </a:r>
          </a:p>
          <a:p>
            <a:pPr lvl="1"/>
            <a:endParaRPr lang="en-US" altLang="zh-TW" sz="2000">
              <a:ea typeface="新細明體" pitchFamily="18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TW" sz="2800">
                <a:ea typeface="新細明體" pitchFamily="18" charset="-120"/>
              </a:rPr>
              <a:t>Placing '</a:t>
            </a:r>
            <a:r>
              <a:rPr lang="en-US" altLang="zh-TW" sz="280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</a:rPr>
              <a:t>;</a:t>
            </a:r>
            <a:r>
              <a:rPr lang="en-US" altLang="zh-TW" sz="2800">
                <a:ea typeface="新細明體" pitchFamily="18" charset="-120"/>
              </a:rPr>
              <a:t>' after the condition of an </a:t>
            </a:r>
            <a:r>
              <a:rPr lang="en-US" altLang="zh-TW" sz="28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if/else</a:t>
            </a:r>
            <a:r>
              <a:rPr lang="en-US" altLang="zh-TW" sz="2800">
                <a:ea typeface="新細明體" pitchFamily="18" charset="-120"/>
              </a:rPr>
              <a:t> statement</a:t>
            </a:r>
          </a:p>
          <a:p>
            <a:pPr lvl="1">
              <a:buNone/>
            </a:pPr>
            <a:r>
              <a:rPr lang="en-US" altLang="zh-TW" sz="24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</a:t>
            </a:r>
            <a:endParaRPr lang="en-US" altLang="zh-TW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7086600" y="4526184"/>
            <a:ext cx="3276600" cy="1371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115888" lvl="1" indent="-6350">
              <a:spcBef>
                <a:spcPct val="20000"/>
              </a:spcBef>
            </a:pPr>
            <a:r>
              <a:rPr lang="en-US" altLang="zh-TW" sz="2400" b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 (a != 0)</a:t>
            </a:r>
            <a:r>
              <a:rPr lang="en-US" altLang="zh-TW" sz="2400" b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{ </a:t>
            </a:r>
          </a:p>
          <a:p>
            <a:pPr marL="115888" lvl="1" indent="-6350">
              <a:spcBef>
                <a:spcPct val="20000"/>
              </a:spcBef>
            </a:pPr>
            <a:r>
              <a:rPr lang="en-US" altLang="zh-TW" sz="2400" b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marL="115888" lvl="1" indent="-6350">
              <a:spcBef>
                <a:spcPct val="20000"/>
              </a:spcBef>
            </a:pPr>
            <a:r>
              <a:rPr lang="en-US" altLang="zh-TW" sz="2400" b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some_statement</a:t>
            </a:r>
            <a:r>
              <a:rPr lang="en-US" altLang="zh-TW" sz="2400" b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  <a:endParaRPr lang="en-US" altLang="zh-TW" sz="2800" b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57400" y="4526184"/>
            <a:ext cx="3276600" cy="1371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115888" lvl="1" indent="-6350">
              <a:spcBef>
                <a:spcPct val="20000"/>
              </a:spcBef>
            </a:pPr>
            <a:r>
              <a:rPr lang="en-US" altLang="zh-TW" sz="2400" b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 (a != 0)</a:t>
            </a:r>
            <a:r>
              <a:rPr lang="en-US" altLang="zh-TW" sz="2400" b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marL="115888" lvl="1" indent="-6350">
              <a:spcBef>
                <a:spcPct val="20000"/>
              </a:spcBef>
            </a:pPr>
            <a:r>
              <a:rPr lang="en-US" altLang="zh-TW" sz="2400" b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400" b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some_statement</a:t>
            </a:r>
            <a:r>
              <a:rPr lang="en-US" altLang="zh-TW" sz="2400" b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  <a:endParaRPr lang="en-US" altLang="zh-TW" sz="2800" b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3958059" y="1600200"/>
            <a:ext cx="3276600" cy="990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115888" lvl="1" indent="-6350">
              <a:spcBef>
                <a:spcPct val="20000"/>
              </a:spcBef>
            </a:pPr>
            <a:r>
              <a:rPr lang="en-US" altLang="zh-TW" sz="2400" b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 (a </a:t>
            </a:r>
            <a:r>
              <a:rPr lang="en-US" altLang="zh-TW" sz="2400" b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=</a:t>
            </a:r>
            <a:r>
              <a:rPr lang="en-US" altLang="zh-TW" sz="2400" b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0)</a:t>
            </a:r>
            <a:endParaRPr lang="en-US" altLang="zh-TW" sz="2400" b="0">
              <a:solidFill>
                <a:srgbClr val="FF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marL="115888" lvl="1" indent="-6350">
              <a:spcBef>
                <a:spcPct val="20000"/>
              </a:spcBef>
            </a:pPr>
            <a:r>
              <a:rPr lang="en-US" altLang="zh-TW" sz="2400" b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400" b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some_statement</a:t>
            </a:r>
            <a:r>
              <a:rPr lang="en-US" altLang="zh-TW" sz="2400" b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  <a:endParaRPr lang="en-US" altLang="zh-TW" sz="2800" b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5670630" y="4993995"/>
            <a:ext cx="10668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448919" y="5414152"/>
            <a:ext cx="1510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/>
              <a:t>interpreted as</a:t>
            </a:r>
          </a:p>
        </p:txBody>
      </p:sp>
      <p:sp>
        <p:nvSpPr>
          <p:cNvPr id="3" name="乘号 2">
            <a:extLst>
              <a:ext uri="{FF2B5EF4-FFF2-40B4-BE49-F238E27FC236}">
                <a16:creationId xmlns:a16="http://schemas.microsoft.com/office/drawing/2014/main" id="{DB3A4574-3A69-CCC9-6842-A00727D543EB}"/>
              </a:ext>
            </a:extLst>
          </p:cNvPr>
          <p:cNvSpPr/>
          <p:nvPr/>
        </p:nvSpPr>
        <p:spPr>
          <a:xfrm>
            <a:off x="6737430" y="1296656"/>
            <a:ext cx="1401745" cy="1597688"/>
          </a:xfrm>
          <a:prstGeom prst="mathMultiply">
            <a:avLst>
              <a:gd name="adj1" fmla="val 127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" name="乘号 4">
            <a:extLst>
              <a:ext uri="{FF2B5EF4-FFF2-40B4-BE49-F238E27FC236}">
                <a16:creationId xmlns:a16="http://schemas.microsoft.com/office/drawing/2014/main" id="{6B61EE2C-F9CD-5FB2-883D-7D47616884A0}"/>
              </a:ext>
            </a:extLst>
          </p:cNvPr>
          <p:cNvSpPr/>
          <p:nvPr/>
        </p:nvSpPr>
        <p:spPr>
          <a:xfrm>
            <a:off x="951255" y="4413140"/>
            <a:ext cx="1401745" cy="1597688"/>
          </a:xfrm>
          <a:prstGeom prst="mathMultiply">
            <a:avLst>
              <a:gd name="adj1" fmla="val 127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97243896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F1505870-E23B-4850-8796-B0EE552BAC42}" type="slidenum">
              <a:rPr lang="zh-TW" altLang="en-US" b="0" smtClean="0">
                <a:latin typeface="Calibri" panose="020F0502020204030204" pitchFamily="34" charset="0"/>
              </a:rPr>
              <a:pPr/>
              <a:t>34</a:t>
            </a:fld>
            <a:endParaRPr lang="en-US" altLang="zh-TW" b="0">
              <a:latin typeface="Calibri" panose="020F0502020204030204" pitchFamily="34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>
                <a:ea typeface="新細明體"/>
              </a:rPr>
              <a:t>4.7. Conditionally performing 1 of N tasks</a:t>
            </a:r>
            <a:endParaRPr lang="zh-TW" altLang="en-US" sz="4000">
              <a:ea typeface="新細明體"/>
            </a:endParaRPr>
          </a:p>
        </p:txBody>
      </p:sp>
      <p:sp>
        <p:nvSpPr>
          <p:cNvPr id="481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5125" y="2014695"/>
            <a:ext cx="10199077" cy="4116231"/>
          </a:xfrm>
        </p:spPr>
        <p:txBody>
          <a:bodyPr/>
          <a:lstStyle/>
          <a:p>
            <a:pPr eaLnBrk="1" hangingPunct="1"/>
            <a:r>
              <a:rPr lang="en-US" altLang="zh-TW" dirty="0">
                <a:ea typeface="新細明體" pitchFamily="18" charset="-120"/>
              </a:rPr>
              <a:t>An </a:t>
            </a:r>
            <a:r>
              <a:rPr lang="en-US" altLang="zh-TW" b="1" dirty="0">
                <a:latin typeface="Consolas" panose="020B0609020204030204" pitchFamily="49" charset="0"/>
                <a:ea typeface="新細明體" pitchFamily="18" charset="-120"/>
              </a:rPr>
              <a:t>if-else</a:t>
            </a:r>
            <a:r>
              <a:rPr lang="en-US" altLang="zh-TW" dirty="0">
                <a:ea typeface="新細明體" pitchFamily="18" charset="-120"/>
              </a:rPr>
              <a:t> statement only branches into two ways. How do we </a:t>
            </a:r>
            <a:r>
              <a:rPr lang="en-US" altLang="zh-TW" u="sng" dirty="0">
                <a:ea typeface="新細明體" pitchFamily="18" charset="-120"/>
              </a:rPr>
              <a:t>branch into multiple ways</a:t>
            </a:r>
            <a:r>
              <a:rPr lang="en-US" altLang="zh-TW" dirty="0">
                <a:ea typeface="新細明體" pitchFamily="18" charset="-120"/>
              </a:rPr>
              <a:t>?</a:t>
            </a:r>
          </a:p>
          <a:p>
            <a:pPr lvl="1" eaLnBrk="1" hangingPunct="1"/>
            <a:r>
              <a:rPr lang="en-US" altLang="zh-TW" b="1" dirty="0">
                <a:ea typeface="新細明體" pitchFamily="18" charset="-120"/>
              </a:rPr>
              <a:t>Example</a:t>
            </a:r>
            <a:r>
              <a:rPr lang="en-US" altLang="zh-TW" dirty="0">
                <a:ea typeface="新細明體" pitchFamily="18" charset="-120"/>
              </a:rPr>
              <a:t>: Ask the user for three choices and perform one of three tasks accordingly.</a:t>
            </a:r>
          </a:p>
          <a:p>
            <a:pPr eaLnBrk="1" hangingPunct="1"/>
            <a:endParaRPr lang="en-US" altLang="zh-TW" dirty="0">
              <a:ea typeface="新細明體" pitchFamily="18" charset="-120"/>
            </a:endParaRPr>
          </a:p>
          <a:p>
            <a:pPr eaLnBrk="1" hangingPunct="1"/>
            <a:r>
              <a:rPr lang="en-US" altLang="zh-TW" dirty="0">
                <a:ea typeface="新細明體" pitchFamily="18" charset="-120"/>
              </a:rPr>
              <a:t>Solution: Use multiple </a:t>
            </a:r>
            <a:r>
              <a:rPr lang="en-US" altLang="zh-TW" b="1" dirty="0">
                <a:latin typeface="Consolas" panose="020B0609020204030204" pitchFamily="49" charset="0"/>
                <a:ea typeface="新細明體" pitchFamily="18" charset="-120"/>
              </a:rPr>
              <a:t>if-else</a:t>
            </a:r>
            <a:r>
              <a:rPr lang="en-US" altLang="zh-TW" dirty="0">
                <a:ea typeface="新細明體" pitchFamily="18" charset="-120"/>
              </a:rPr>
              <a:t> statements</a:t>
            </a:r>
          </a:p>
          <a:p>
            <a:pPr eaLnBrk="1" hangingPunct="1"/>
            <a:endParaRPr lang="en-US" altLang="zh-TW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989451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60B4FC64-75CE-4FE6-8C73-00D8E1C88E0C}" type="slidenum">
              <a:rPr lang="zh-TW" altLang="en-US" b="0" smtClean="0">
                <a:latin typeface="Calibri" panose="020F0502020204030204" pitchFamily="34" charset="0"/>
              </a:rPr>
              <a:pPr/>
              <a:t>35</a:t>
            </a:fld>
            <a:endParaRPr lang="en-US" altLang="zh-TW" b="0">
              <a:latin typeface="Calibri" panose="020F0502020204030204" pitchFamily="34" charset="0"/>
            </a:endParaRP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1985964" y="990600"/>
            <a:ext cx="8682037" cy="4838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choice;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"Please enter your choice (1-3): 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&amp;choice);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Carry out the corresponding task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(choice ==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// Carry out task #1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(choice ==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// Carry out task #2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(choice ==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</a:t>
            </a:r>
            <a:endParaRPr lang="en-US" altLang="zh-TW" sz="2000" b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// Carry out task #3</a:t>
            </a:r>
          </a:p>
        </p:txBody>
      </p:sp>
      <p:sp>
        <p:nvSpPr>
          <p:cNvPr id="467975" name="Rectangle 7"/>
          <p:cNvSpPr>
            <a:spLocks noChangeArrowheads="1"/>
          </p:cNvSpPr>
          <p:nvPr/>
        </p:nvSpPr>
        <p:spPr bwMode="auto">
          <a:xfrm>
            <a:off x="5942013" y="3487739"/>
            <a:ext cx="4570412" cy="20351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>
                <a:latin typeface="Calibri" panose="020F0502020204030204" pitchFamily="34" charset="0"/>
                <a:ea typeface="新細明體" pitchFamily="18" charset="-120"/>
              </a:rPr>
              <a:t>Observation</a:t>
            </a:r>
            <a:r>
              <a:rPr lang="en-US" altLang="zh-TW" sz="2400" b="0">
                <a:latin typeface="Calibri" panose="020F0502020204030204" pitchFamily="34" charset="0"/>
                <a:ea typeface="新細明體" pitchFamily="18" charset="-120"/>
              </a:rPr>
              <a:t>: In this example, the conditions are </a:t>
            </a:r>
            <a:r>
              <a:rPr lang="en-US" altLang="zh-TW" sz="2400" b="0" u="sng">
                <a:latin typeface="Calibri" panose="020F0502020204030204" pitchFamily="34" charset="0"/>
                <a:ea typeface="新細明體" pitchFamily="18" charset="-120"/>
              </a:rPr>
              <a:t>exclusive</a:t>
            </a:r>
            <a:r>
              <a:rPr lang="en-US" altLang="zh-TW" sz="2400" b="0">
                <a:latin typeface="Calibri" panose="020F0502020204030204" pitchFamily="34" charset="0"/>
                <a:ea typeface="新細明體" pitchFamily="18" charset="-120"/>
              </a:rPr>
              <a:t>, that means: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0">
                <a:latin typeface="Calibri" panose="020F0502020204030204" pitchFamily="34" charset="0"/>
                <a:ea typeface="新細明體" pitchFamily="18" charset="-120"/>
              </a:rPr>
              <a:t>If </a:t>
            </a:r>
            <a:r>
              <a:rPr lang="en-US" altLang="zh-TW" sz="24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choice</a:t>
            </a:r>
            <a:r>
              <a:rPr lang="en-US" altLang="zh-TW" sz="2400" b="0">
                <a:latin typeface="Calibri" panose="020F0502020204030204" pitchFamily="34" charset="0"/>
                <a:ea typeface="新細明體" pitchFamily="18" charset="-120"/>
              </a:rPr>
              <a:t> is 1, there is no need to check if </a:t>
            </a:r>
            <a:r>
              <a:rPr lang="en-US" altLang="zh-TW" sz="24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choice</a:t>
            </a:r>
            <a:r>
              <a:rPr lang="en-US" altLang="zh-TW" sz="2400" b="0">
                <a:latin typeface="Calibri" panose="020F0502020204030204" pitchFamily="34" charset="0"/>
                <a:ea typeface="新細明體" pitchFamily="18" charset="-120"/>
              </a:rPr>
              <a:t> is 2 or 3.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B5FD495-AAD0-474A-A6D0-05C31D043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990600"/>
            <a:ext cx="461963" cy="4838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5AF37E9-4F41-234D-A0E8-35F7F618B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9102995" cy="838200"/>
          </a:xfrm>
        </p:spPr>
        <p:txBody>
          <a:bodyPr>
            <a:noAutofit/>
          </a:bodyPr>
          <a:lstStyle/>
          <a:p>
            <a:r>
              <a:rPr lang="en-US" altLang="zh-TW" sz="3200">
                <a:ea typeface="新細明體"/>
              </a:rPr>
              <a:t>4.7. Conditionally performing 1 of N tasks (Version 1)</a:t>
            </a:r>
            <a:endParaRPr lang="en-US" sz="3200"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4597662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797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99715022-D870-4850-9F62-9A015A8675D4}" type="slidenum">
              <a:rPr lang="zh-TW" altLang="en-US" b="0" smtClean="0">
                <a:latin typeface="Calibri" panose="020F0502020204030204" pitchFamily="34" charset="0"/>
              </a:rPr>
              <a:pPr/>
              <a:t>36</a:t>
            </a:fld>
            <a:endParaRPr lang="en-US" altLang="zh-TW" b="0">
              <a:latin typeface="Calibri" panose="020F0502020204030204" pitchFamily="34" charset="0"/>
            </a:endParaRPr>
          </a:p>
        </p:txBody>
      </p:sp>
      <p:sp>
        <p:nvSpPr>
          <p:cNvPr id="20484" name="Rectangle 3"/>
          <p:cNvSpPr>
            <a:spLocks noChangeArrowheads="1"/>
          </p:cNvSpPr>
          <p:nvPr/>
        </p:nvSpPr>
        <p:spPr bwMode="auto">
          <a:xfrm>
            <a:off x="1985964" y="914400"/>
            <a:ext cx="8682037" cy="5486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choice;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defTabSz="914400">
              <a:lnSpc>
                <a:spcPct val="110000"/>
              </a:lnSpc>
              <a:tabLst/>
            </a:pP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"Please enter your choice (1-3): "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defTabSz="914400">
              <a:lnSpc>
                <a:spcPct val="110000"/>
              </a:lnSpc>
              <a:tabLst/>
            </a:pP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&amp;choice);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Carry out the corresponding task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(choice ==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	</a:t>
            </a: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"#1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CC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(choice ==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		 </a:t>
            </a: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#2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CC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else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(choice ==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</a:t>
            </a:r>
            <a:endParaRPr lang="en-US" altLang="zh-TW" sz="2000" b="0" dirty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			</a:t>
            </a: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#3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}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338" y="76200"/>
            <a:ext cx="9102995" cy="838200"/>
          </a:xfrm>
        </p:spPr>
        <p:txBody>
          <a:bodyPr>
            <a:noAutofit/>
          </a:bodyPr>
          <a:lstStyle/>
          <a:p>
            <a:r>
              <a:rPr lang="en-US" altLang="zh-TW" sz="3200">
                <a:ea typeface="新細明體"/>
              </a:rPr>
              <a:t>4.7. Conditionally performing 1 of N tasks (Version 2a)</a:t>
            </a:r>
            <a:endParaRPr lang="en-US" sz="3200">
              <a:ea typeface="新細明體"/>
            </a:endParaRPr>
          </a:p>
        </p:txBody>
      </p:sp>
      <p:sp>
        <p:nvSpPr>
          <p:cNvPr id="12" name="AutoShape 8"/>
          <p:cNvSpPr>
            <a:spLocks/>
          </p:cNvSpPr>
          <p:nvPr/>
        </p:nvSpPr>
        <p:spPr bwMode="auto">
          <a:xfrm>
            <a:off x="6826250" y="3103564"/>
            <a:ext cx="306388" cy="3221037"/>
          </a:xfrm>
          <a:prstGeom prst="rightBrace">
            <a:avLst>
              <a:gd name="adj1" fmla="val 75216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7399830" y="3505200"/>
            <a:ext cx="2995612" cy="2362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>
                <a:latin typeface="Calibri" panose="020F0502020204030204" pitchFamily="34" charset="0"/>
                <a:ea typeface="新細明體" pitchFamily="18" charset="-120"/>
              </a:rPr>
              <a:t>Also known as </a:t>
            </a:r>
            <a:r>
              <a:rPr lang="en-US" altLang="zh-TW" sz="2400" i="1">
                <a:solidFill>
                  <a:schemeClr val="accent1"/>
                </a:solidFill>
                <a:latin typeface="Calibri" panose="020F0502020204030204" pitchFamily="34" charset="0"/>
                <a:ea typeface="新細明體" pitchFamily="18" charset="-120"/>
              </a:rPr>
              <a:t>nested</a:t>
            </a:r>
            <a:r>
              <a:rPr lang="en-US" altLang="zh-TW" sz="2400" b="0" i="1">
                <a:solidFill>
                  <a:schemeClr val="accent1"/>
                </a:solidFill>
                <a:latin typeface="Calibri" panose="020F0502020204030204" pitchFamily="34" charset="0"/>
                <a:ea typeface="新細明體" pitchFamily="18" charset="-120"/>
              </a:rPr>
              <a:t> </a:t>
            </a:r>
            <a:r>
              <a:rPr lang="en-US" altLang="zh-TW" sz="2400" i="1">
                <a:solidFill>
                  <a:schemeClr val="accent1"/>
                </a:solidFill>
                <a:latin typeface="Calibri" panose="020F0502020204030204" pitchFamily="34" charset="0"/>
                <a:ea typeface="新細明體" pitchFamily="18" charset="-120"/>
              </a:rPr>
              <a:t>if-else</a:t>
            </a:r>
            <a:r>
              <a:rPr lang="en-US" altLang="zh-TW" sz="2400">
                <a:latin typeface="Calibri" panose="020F0502020204030204" pitchFamily="34" charset="0"/>
                <a:ea typeface="新細明體" pitchFamily="18" charset="-120"/>
              </a:rPr>
              <a:t> </a:t>
            </a:r>
            <a:r>
              <a:rPr lang="en-US" altLang="zh-TW" sz="2400" b="0">
                <a:latin typeface="Calibri" panose="020F0502020204030204" pitchFamily="34" charset="0"/>
                <a:ea typeface="新細明體" pitchFamily="18" charset="-120"/>
              </a:rPr>
              <a:t>statements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0">
                <a:latin typeface="Calibri" panose="020F0502020204030204" pitchFamily="34" charset="0"/>
                <a:ea typeface="新細明體" pitchFamily="18" charset="-120"/>
              </a:rPr>
              <a:t>i.e., </a:t>
            </a:r>
            <a:r>
              <a:rPr lang="en-US" altLang="zh-TW" sz="24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if-else</a:t>
            </a:r>
            <a:r>
              <a:rPr lang="en-US" altLang="zh-TW" sz="2400" b="0" i="1">
                <a:latin typeface="Calibri" panose="020F0502020204030204" pitchFamily="34" charset="0"/>
                <a:ea typeface="新細明體" pitchFamily="18" charset="-120"/>
              </a:rPr>
              <a:t> </a:t>
            </a:r>
            <a:r>
              <a:rPr lang="en-US" altLang="zh-TW" sz="2400" b="0">
                <a:latin typeface="Calibri" panose="020F0502020204030204" pitchFamily="34" charset="0"/>
                <a:ea typeface="新細明體" pitchFamily="18" charset="-120"/>
              </a:rPr>
              <a:t>statements </a:t>
            </a:r>
            <a:r>
              <a:rPr lang="en-US" altLang="zh-TW" sz="2400">
                <a:latin typeface="Calibri" panose="020F0502020204030204" pitchFamily="34" charset="0"/>
                <a:ea typeface="新細明體" pitchFamily="18" charset="-120"/>
              </a:rPr>
              <a:t>within</a:t>
            </a:r>
            <a:r>
              <a:rPr lang="en-US" altLang="zh-TW" sz="2400" b="0">
                <a:latin typeface="Calibri" panose="020F0502020204030204" pitchFamily="34" charset="0"/>
                <a:ea typeface="新細明體" pitchFamily="18" charset="-120"/>
              </a:rPr>
              <a:t> </a:t>
            </a:r>
            <a:r>
              <a:rPr lang="en-US" altLang="zh-TW" sz="24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if-else</a:t>
            </a:r>
            <a:r>
              <a:rPr lang="en-US" altLang="zh-TW" sz="2400" b="0" i="1">
                <a:latin typeface="Calibri" panose="020F0502020204030204" pitchFamily="34" charset="0"/>
                <a:ea typeface="新細明體" pitchFamily="18" charset="-120"/>
              </a:rPr>
              <a:t> </a:t>
            </a:r>
            <a:r>
              <a:rPr lang="en-US" altLang="zh-TW" sz="2400" b="0">
                <a:latin typeface="Calibri" panose="020F0502020204030204" pitchFamily="34" charset="0"/>
                <a:ea typeface="新細明體" pitchFamily="18" charset="-120"/>
              </a:rPr>
              <a:t>statements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8FA2BED-201A-4943-81AC-547FA73A5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914400"/>
            <a:ext cx="461963" cy="5486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963496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99715022-D870-4850-9F62-9A015A8675D4}" type="slidenum">
              <a:rPr lang="zh-TW" altLang="en-US" b="0" smtClean="0">
                <a:latin typeface="Calibri" panose="020F0502020204030204" pitchFamily="34" charset="0"/>
              </a:rPr>
              <a:pPr/>
              <a:t>37</a:t>
            </a:fld>
            <a:endParaRPr lang="en-US" altLang="zh-TW" b="0">
              <a:latin typeface="Calibri" panose="020F0502020204030204" pitchFamily="34" charset="0"/>
            </a:endParaRPr>
          </a:p>
        </p:txBody>
      </p:sp>
      <p:sp>
        <p:nvSpPr>
          <p:cNvPr id="20484" name="Rectangle 3"/>
          <p:cNvSpPr>
            <a:spLocks noChangeArrowheads="1"/>
          </p:cNvSpPr>
          <p:nvPr/>
        </p:nvSpPr>
        <p:spPr bwMode="auto">
          <a:xfrm>
            <a:off x="1985964" y="990600"/>
            <a:ext cx="8682037" cy="4838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choice;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defTabSz="914400">
              <a:lnSpc>
                <a:spcPct val="110000"/>
              </a:lnSpc>
              <a:tabLst/>
            </a:pP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"Please enter your choice (1-3): "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defTabSz="914400">
              <a:lnSpc>
                <a:spcPct val="110000"/>
              </a:lnSpc>
              <a:tabLst/>
            </a:pP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&amp;choice);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Carry out the corresponding task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(choice ==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</a:t>
            </a:r>
          </a:p>
          <a:p>
            <a:pPr>
              <a:lnSpc>
                <a:spcPct val="110000"/>
              </a:lnSpc>
            </a:pPr>
            <a:r>
              <a:rPr lang="en-US" altLang="zh-TW" sz="200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" #1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sz="200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CC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(choice ==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		</a:t>
            </a: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" #2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CC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else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(choice ==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</a:t>
            </a:r>
            <a:endParaRPr lang="en-US" altLang="zh-TW" sz="2000" b="0" dirty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			</a:t>
            </a: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" #3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0485" name="Rectangle 6"/>
          <p:cNvSpPr>
            <a:spLocks noChangeArrowheads="1"/>
          </p:cNvSpPr>
          <p:nvPr/>
        </p:nvSpPr>
        <p:spPr bwMode="auto">
          <a:xfrm>
            <a:off x="6934201" y="4622242"/>
            <a:ext cx="4648199" cy="162615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zh-TW" sz="2000" dirty="0"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An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dirty="0"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 statement or an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if-else</a:t>
            </a:r>
            <a:r>
              <a:rPr lang="en-US" altLang="zh-TW" sz="2000" dirty="0"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 statement (no matter how long/compound it is) is treated as one statement. Therefore, the </a:t>
            </a:r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{ … } </a:t>
            </a:r>
            <a:r>
              <a:rPr lang="en-US" altLang="zh-TW" sz="2000" dirty="0"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surrounding the inner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if-else</a:t>
            </a:r>
            <a:r>
              <a:rPr lang="en-US" altLang="zh-TW" sz="2000" dirty="0"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 statements are optional.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338" y="76200"/>
            <a:ext cx="9102995" cy="838200"/>
          </a:xfrm>
        </p:spPr>
        <p:txBody>
          <a:bodyPr>
            <a:noAutofit/>
          </a:bodyPr>
          <a:lstStyle/>
          <a:p>
            <a:r>
              <a:rPr lang="en-US" altLang="zh-TW" sz="3200">
                <a:ea typeface="新細明體"/>
              </a:rPr>
              <a:t>4.7. Conditionally performing 1 of N tasks (Version 2b)</a:t>
            </a:r>
            <a:endParaRPr lang="en-US" sz="3200">
              <a:ea typeface="新細明體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3703D95-F99E-404A-B564-4573CE168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990599"/>
            <a:ext cx="461963" cy="4838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>
              <a:solidFill>
                <a:srgbClr val="5F5F5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261079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1F6A96ED-18B0-4C9D-A418-E77421EA186F}" type="slidenum">
              <a:rPr lang="zh-TW" altLang="en-US" b="0" smtClean="0">
                <a:latin typeface="Calibri" panose="020F0502020204030204" pitchFamily="34" charset="0"/>
              </a:rPr>
              <a:pPr/>
              <a:t>38</a:t>
            </a:fld>
            <a:endParaRPr lang="en-US" altLang="zh-TW" b="0">
              <a:latin typeface="Calibri" panose="020F0502020204030204" pitchFamily="34" charset="0"/>
            </a:endParaRPr>
          </a:p>
        </p:txBody>
      </p:sp>
      <p:sp>
        <p:nvSpPr>
          <p:cNvPr id="19460" name="Rectangle 3"/>
          <p:cNvSpPr>
            <a:spLocks noChangeArrowheads="1"/>
          </p:cNvSpPr>
          <p:nvPr/>
        </p:nvSpPr>
        <p:spPr bwMode="auto">
          <a:xfrm>
            <a:off x="1985965" y="990600"/>
            <a:ext cx="6198418" cy="4838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choice;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defTabSz="914400">
              <a:lnSpc>
                <a:spcPct val="110000"/>
              </a:lnSpc>
              <a:tabLst/>
            </a:pP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"Please enter your choice (1-3): "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defTabSz="914400">
              <a:lnSpc>
                <a:spcPct val="110000"/>
              </a:lnSpc>
              <a:tabLst/>
            </a:pP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&amp;choice);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Carry out the corresponding task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(choice ==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	</a:t>
            </a: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" #1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CC0000"/>
                </a:solidFill>
                <a:latin typeface="Consolas"/>
                <a:ea typeface="新細明體"/>
                <a:cs typeface="Consolas" panose="020B0609020204030204" pitchFamily="49" charset="0"/>
              </a:rPr>
              <a:t>else </a:t>
            </a: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(choice ==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 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		</a:t>
            </a: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" #1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 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CC0000"/>
                </a:solidFill>
                <a:latin typeface="Consolas"/>
                <a:ea typeface="新細明體"/>
                <a:cs typeface="Consolas" panose="020B0609020204030204" pitchFamily="49" charset="0"/>
              </a:rPr>
              <a:t>else </a:t>
            </a: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(choice ==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 </a:t>
            </a:r>
            <a:endParaRPr lang="en-US" altLang="zh-TW" sz="2000" b="0" dirty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		</a:t>
            </a: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" #1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482313" name="Rectangle 9"/>
          <p:cNvSpPr>
            <a:spLocks noChangeArrowheads="1"/>
          </p:cNvSpPr>
          <p:nvPr/>
        </p:nvSpPr>
        <p:spPr bwMode="auto">
          <a:xfrm>
            <a:off x="8772857" y="1361551"/>
            <a:ext cx="2995612" cy="950913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>
                <a:latin typeface="Calibri" panose="020F0502020204030204" pitchFamily="34" charset="0"/>
                <a:ea typeface="新細明體" pitchFamily="18" charset="-120"/>
              </a:rPr>
              <a:t>Different style of indentation.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19B9B84-0580-1146-B774-410E0E617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990599"/>
            <a:ext cx="461963" cy="4838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>
              <a:solidFill>
                <a:srgbClr val="5F5F5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DD5DFD7-21C1-694E-AA7B-1C790FA4D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9102995" cy="838200"/>
          </a:xfrm>
        </p:spPr>
        <p:txBody>
          <a:bodyPr>
            <a:noAutofit/>
          </a:bodyPr>
          <a:lstStyle/>
          <a:p>
            <a:r>
              <a:rPr lang="en-US" altLang="zh-TW" sz="3200">
                <a:ea typeface="新細明體"/>
              </a:rPr>
              <a:t>4.7. Conditionally performing 1 of N tasks (Version 2c)</a:t>
            </a:r>
            <a:endParaRPr lang="en-US" sz="3200">
              <a:ea typeface="新細明體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F2565BE-7F9F-9004-F6E6-C794E647A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3045" y="3618123"/>
            <a:ext cx="5544735" cy="170750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(choice ==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</a:t>
            </a: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" #1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CC0000"/>
                </a:solidFill>
                <a:latin typeface="Consolas"/>
                <a:ea typeface="新細明體"/>
                <a:cs typeface="Consolas" panose="020B0609020204030204" pitchFamily="49" charset="0"/>
              </a:rPr>
              <a:t>else </a:t>
            </a: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(choice ==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 </a:t>
            </a: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" #1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 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CC0000"/>
                </a:solidFill>
                <a:latin typeface="Consolas"/>
                <a:ea typeface="新細明體"/>
                <a:cs typeface="Consolas" panose="020B0609020204030204" pitchFamily="49" charset="0"/>
              </a:rPr>
              <a:t>else </a:t>
            </a: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(choice == 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 </a:t>
            </a: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" #1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2208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31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  <a:p>
            <a:r>
              <a:rPr lang="en-US"/>
              <a:t>Boolean data type</a:t>
            </a:r>
          </a:p>
          <a:p>
            <a:pPr marL="457200" lvl="1" indent="0">
              <a:buNone/>
            </a:pPr>
            <a:r>
              <a:rPr lang="en-US"/>
              <a:t>True, false</a:t>
            </a:r>
          </a:p>
          <a:p>
            <a:r>
              <a:rPr lang="en-US"/>
              <a:t>Relational Operators and Logical Operators</a:t>
            </a:r>
          </a:p>
          <a:p>
            <a:pPr marL="457200" lvl="1" indent="0">
              <a:buNone/>
            </a:pP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==  !=  &lt;  &gt;  &lt;=  &gt;=  !  &amp;&amp;  ||</a:t>
            </a:r>
          </a:p>
          <a:p>
            <a:pPr lvl="1"/>
            <a:endParaRPr lang="en-US">
              <a:solidFill>
                <a:prstClr val="black"/>
              </a:solidFill>
            </a:endParaRPr>
          </a:p>
          <a:p>
            <a:pPr lvl="0"/>
            <a:r>
              <a:rPr lang="en-US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if-else</a:t>
            </a:r>
            <a:r>
              <a:rPr lang="en-US">
                <a:solidFill>
                  <a:prstClr val="black"/>
                </a:solidFill>
              </a:rPr>
              <a:t> Statement</a:t>
            </a:r>
          </a:p>
          <a:p>
            <a:pPr lvl="0"/>
            <a:endParaRPr lang="en-US">
              <a:solidFill>
                <a:prstClr val="black"/>
              </a:solidFill>
            </a:endParaRPr>
          </a:p>
          <a:p>
            <a:pPr lvl="0"/>
            <a:r>
              <a:rPr lang="en-US">
                <a:solidFill>
                  <a:prstClr val="black"/>
                </a:solidFill>
              </a:rPr>
              <a:t>Nested </a:t>
            </a:r>
            <a:r>
              <a:rPr lang="en-US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if-else</a:t>
            </a:r>
            <a:r>
              <a:rPr lang="en-US">
                <a:solidFill>
                  <a:prstClr val="black"/>
                </a:solidFill>
              </a:rPr>
              <a:t> Statement</a:t>
            </a:r>
          </a:p>
          <a:p>
            <a:pPr marL="457200" lvl="1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0A84ABE-4488-C39E-7DDB-2D8F893D654B}"/>
              </a:ext>
            </a:extLst>
          </p:cNvPr>
          <p:cNvSpPr txBox="1">
            <a:spLocks noChangeArrowheads="1"/>
          </p:cNvSpPr>
          <p:nvPr/>
        </p:nvSpPr>
        <p:spPr>
          <a:xfrm>
            <a:off x="8629737" y="1312985"/>
            <a:ext cx="2739973" cy="234461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3600" b="1" dirty="0">
                <a:ea typeface="新細明體"/>
              </a:rPr>
              <a:t>Bool -&gt; int</a:t>
            </a:r>
          </a:p>
          <a:p>
            <a:pPr marL="457200" lvl="1" indent="0">
              <a:buNone/>
            </a:pPr>
            <a:r>
              <a:rPr lang="en-US" altLang="zh-TW" sz="3200" b="1" dirty="0">
                <a:ea typeface="新細明體"/>
              </a:rPr>
              <a:t>  true -&gt; 1</a:t>
            </a:r>
          </a:p>
          <a:p>
            <a:pPr marL="457200" lvl="1" indent="0">
              <a:buNone/>
            </a:pPr>
            <a:r>
              <a:rPr lang="en-US" altLang="zh-TW" sz="3200" b="1" dirty="0">
                <a:ea typeface="新細明體"/>
              </a:rPr>
              <a:t>  false -&gt; 0</a:t>
            </a:r>
          </a:p>
          <a:p>
            <a:endParaRPr lang="en-US" altLang="zh-TW" sz="3600" b="1" dirty="0">
              <a:ea typeface="新細明體"/>
            </a:endParaRPr>
          </a:p>
          <a:p>
            <a:r>
              <a:rPr lang="en-US" altLang="zh-TW" sz="3600" b="1" dirty="0">
                <a:ea typeface="新細明體"/>
              </a:rPr>
              <a:t>Value -&gt; bool</a:t>
            </a:r>
          </a:p>
          <a:p>
            <a:pPr marL="457200" lvl="1" indent="0">
              <a:buNone/>
            </a:pPr>
            <a:r>
              <a:rPr lang="en-US" altLang="zh-TW" sz="3200" b="1" dirty="0">
                <a:ea typeface="新細明體" pitchFamily="18" charset="-120"/>
              </a:rPr>
              <a:t>  0 -&gt; false</a:t>
            </a:r>
            <a:endParaRPr lang="en-US" altLang="zh-TW" sz="3200" b="1" u="sng" dirty="0">
              <a:solidFill>
                <a:srgbClr val="0070C0"/>
              </a:solidFill>
              <a:ea typeface="新細明體" pitchFamily="18" charset="-120"/>
            </a:endParaRPr>
          </a:p>
          <a:p>
            <a:pPr marL="457200" lvl="1" indent="0">
              <a:buNone/>
            </a:pPr>
            <a:r>
              <a:rPr lang="en-US" altLang="zh-TW" sz="3200" b="1" dirty="0">
                <a:ea typeface="新細明體" pitchFamily="18" charset="-120"/>
              </a:rPr>
              <a:t>  All Other -&gt; true</a:t>
            </a:r>
            <a:endParaRPr lang="en-US" altLang="zh-TW" b="1" dirty="0">
              <a:ea typeface="新細明體" pitchFamily="18" charset="-120"/>
            </a:endParaRPr>
          </a:p>
          <a:p>
            <a:pPr marL="457200" lvl="1" indent="0">
              <a:buFont typeface="Arial" pitchFamily="34" charset="0"/>
              <a:buNone/>
            </a:pPr>
            <a:endParaRPr lang="en-US" altLang="zh-TW" b="1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369771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Reading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C: How to Program, 8</a:t>
            </a:r>
            <a:r>
              <a:rPr lang="en-US" baseline="30000" dirty="0"/>
              <a:t>th</a:t>
            </a:r>
            <a:r>
              <a:rPr lang="en-US" dirty="0"/>
              <a:t> ed, </a:t>
            </a:r>
            <a:r>
              <a:rPr lang="en-US" dirty="0" err="1"/>
              <a:t>Deitel</a:t>
            </a:r>
            <a:r>
              <a:rPr lang="en-US" dirty="0"/>
              <a:t> and </a:t>
            </a:r>
            <a:r>
              <a:rPr lang="en-US" dirty="0" err="1"/>
              <a:t>Deitel</a:t>
            </a:r>
            <a:endParaRPr lang="en-US" dirty="0"/>
          </a:p>
          <a:p>
            <a:r>
              <a:rPr lang="en-US" dirty="0"/>
              <a:t>Chapter 3 Structured Program Development in C</a:t>
            </a:r>
          </a:p>
          <a:p>
            <a:pPr lvl="1"/>
            <a:r>
              <a:rPr lang="en-US" dirty="0"/>
              <a:t>Sections 3.4, 3.5, 3.6</a:t>
            </a:r>
          </a:p>
          <a:p>
            <a:r>
              <a:rPr lang="en-US" dirty="0"/>
              <a:t>Chapter 4 C Program Control</a:t>
            </a:r>
          </a:p>
          <a:p>
            <a:pPr lvl="1"/>
            <a:r>
              <a:rPr lang="en-US" dirty="0"/>
              <a:t>Sections 4.10, 4.11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46195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2276</TotalTime>
  <Words>3452</Words>
  <Application>Microsoft Office PowerPoint</Application>
  <PresentationFormat>Widescreen</PresentationFormat>
  <Paragraphs>769</Paragraphs>
  <Slides>40</Slides>
  <Notes>30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新細明體</vt:lpstr>
      <vt:lpstr>Arial</vt:lpstr>
      <vt:lpstr>Calibri</vt:lpstr>
      <vt:lpstr>Consolas</vt:lpstr>
      <vt:lpstr>Wingdings</vt:lpstr>
      <vt:lpstr>Office Theme</vt:lpstr>
      <vt:lpstr>Branching (分支)</vt:lpstr>
      <vt:lpstr>Outline</vt:lpstr>
      <vt:lpstr>1. Boolean Type</vt:lpstr>
      <vt:lpstr>1. Boolean Type</vt:lpstr>
      <vt:lpstr>Where do we use the Boolean data type?</vt:lpstr>
      <vt:lpstr>2. Relational Operators</vt:lpstr>
      <vt:lpstr>2.1. Results of Comparison</vt:lpstr>
      <vt:lpstr>2.1. Comparison Example</vt:lpstr>
      <vt:lpstr>2.2. Logical Operators</vt:lpstr>
      <vt:lpstr>2.2. Logical Operators</vt:lpstr>
      <vt:lpstr>2.2.1. Evaluating Logical NOT operator (!)</vt:lpstr>
      <vt:lpstr>2.2.2. Evaluating Logical AND operator (&amp;&amp;)</vt:lpstr>
      <vt:lpstr>2.2.3. Evaluating Logical OR operator (||)</vt:lpstr>
      <vt:lpstr>2.2.4. Writing Logical Expressions</vt:lpstr>
      <vt:lpstr>2.2.4. Writing Logical Expressions</vt:lpstr>
      <vt:lpstr>3. Operator Precedence </vt:lpstr>
      <vt:lpstr>3. Operator Precedence </vt:lpstr>
      <vt:lpstr>3. Operator Precedence</vt:lpstr>
      <vt:lpstr>3.1. Operator Precedence Practice</vt:lpstr>
      <vt:lpstr>3.1. Operator Precedence Practice</vt:lpstr>
      <vt:lpstr>3.2. Operand to Logical Expressions</vt:lpstr>
      <vt:lpstr>3.2. Operand to Logical Expressions</vt:lpstr>
      <vt:lpstr>3.2. Operand to Logical Expressions</vt:lpstr>
      <vt:lpstr>Outline</vt:lpstr>
      <vt:lpstr>4. if Statement (Syntax)</vt:lpstr>
      <vt:lpstr>4.1. if Statement (Example)</vt:lpstr>
      <vt:lpstr>4.2. Indentation( space / tab )</vt:lpstr>
      <vt:lpstr>4. 3. Compound Statement</vt:lpstr>
      <vt:lpstr>4.3. Compound Statement</vt:lpstr>
      <vt:lpstr>4.4. if-else Statement (Syntax)</vt:lpstr>
      <vt:lpstr>4.4.1. if-else Statement (Example)</vt:lpstr>
      <vt:lpstr>4.5. How does else pair with if?</vt:lpstr>
      <vt:lpstr>4.6. Common Mistakes</vt:lpstr>
      <vt:lpstr>4.7. Conditionally performing 1 of N tasks</vt:lpstr>
      <vt:lpstr>4.7. Conditionally performing 1 of N tasks (Version 1)</vt:lpstr>
      <vt:lpstr>4.7. Conditionally performing 1 of N tasks (Version 2a)</vt:lpstr>
      <vt:lpstr>4.7. Conditionally performing 1 of N tasks (Version 2b)</vt:lpstr>
      <vt:lpstr>4.7. Conditionally performing 1 of N tasks (Version 2c)</vt:lpstr>
      <vt:lpstr>Summary</vt:lpstr>
      <vt:lpstr>Reading Assignment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Branching</dc:title>
  <dc:subject/>
  <dc:creator/>
  <cp:keywords/>
  <dc:description/>
  <cp:lastModifiedBy>Yuli Jiang (CSD)</cp:lastModifiedBy>
  <cp:revision>1</cp:revision>
  <dcterms:created xsi:type="dcterms:W3CDTF">2011-07-19T12:51:33Z</dcterms:created>
  <dcterms:modified xsi:type="dcterms:W3CDTF">2025-09-15T02:52:54Z</dcterms:modified>
  <cp:category/>
</cp:coreProperties>
</file>
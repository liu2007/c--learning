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2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3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94" r:id="rId4"/>
    <p:sldId id="299" r:id="rId5"/>
    <p:sldId id="295" r:id="rId6"/>
    <p:sldId id="296" r:id="rId7"/>
    <p:sldId id="298" r:id="rId8"/>
    <p:sldId id="300" r:id="rId9"/>
    <p:sldId id="327" r:id="rId10"/>
    <p:sldId id="303" r:id="rId11"/>
    <p:sldId id="339" r:id="rId12"/>
    <p:sldId id="338" r:id="rId13"/>
    <p:sldId id="334" r:id="rId14"/>
    <p:sldId id="336" r:id="rId15"/>
    <p:sldId id="335" r:id="rId16"/>
    <p:sldId id="340" r:id="rId17"/>
    <p:sldId id="318" r:id="rId18"/>
    <p:sldId id="319" r:id="rId19"/>
    <p:sldId id="341" r:id="rId20"/>
    <p:sldId id="321" r:id="rId21"/>
    <p:sldId id="342" r:id="rId22"/>
    <p:sldId id="324" r:id="rId23"/>
    <p:sldId id="292" r:id="rId24"/>
    <p:sldId id="332" r:id="rId25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</p:embeddedFontLst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2" clrIdx="0">
    <p:extLst>
      <p:ext uri="{19B8F6BF-5375-455C-9EA6-DF929625EA0E}">
        <p15:presenceInfo xmlns:p15="http://schemas.microsoft.com/office/powerpoint/2012/main" userId="Chuck-jee Ch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3DB7F-A246-42E6-9479-5C8F92DFC07C}" v="50" dt="2024-01-29T05:48:32.8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1497" autoAdjust="0"/>
  </p:normalViewPr>
  <p:slideViewPr>
    <p:cSldViewPr snapToGrid="0">
      <p:cViewPr varScale="1">
        <p:scale>
          <a:sx n="54" d="100"/>
          <a:sy n="54" d="100"/>
        </p:scale>
        <p:origin x="852" y="52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2708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S::ypchui@cuhk.edu.hk::06f431c5-cc1a-4439-a61b-5f3af947c103" providerId="AD" clId="Web-{CB721996-F420-5C46-762F-9C64A122D0FE}"/>
    <pc:docChg chg="modSld">
      <pc:chgData name="Yim Pan Chui, Dr. (CSD)" userId="S::ypchui@cuhk.edu.hk::06f431c5-cc1a-4439-a61b-5f3af947c103" providerId="AD" clId="Web-{CB721996-F420-5C46-762F-9C64A122D0FE}" dt="2019-09-21T15:03:03.196" v="27" actId="20577"/>
      <pc:docMkLst>
        <pc:docMk/>
      </pc:docMkLst>
      <pc:sldChg chg="modSp">
        <pc:chgData name="Yim Pan Chui, Dr. (CSD)" userId="S::ypchui@cuhk.edu.hk::06f431c5-cc1a-4439-a61b-5f3af947c103" providerId="AD" clId="Web-{CB721996-F420-5C46-762F-9C64A122D0FE}" dt="2019-09-21T15:03:03.196" v="27" actId="20577"/>
        <pc:sldMkLst>
          <pc:docMk/>
          <pc:sldMk cId="2103136182" sldId="333"/>
        </pc:sldMkLst>
        <pc:spChg chg="mod">
          <ac:chgData name="Yim Pan Chui, Dr. (CSD)" userId="S::ypchui@cuhk.edu.hk::06f431c5-cc1a-4439-a61b-5f3af947c103" providerId="AD" clId="Web-{CB721996-F420-5C46-762F-9C64A122D0FE}" dt="2019-09-21T15:03:03.196" v="27" actId="20577"/>
          <ac:spMkLst>
            <pc:docMk/>
            <pc:sldMk cId="2103136182" sldId="333"/>
            <ac:spMk id="32775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38F99807-84D1-776D-C781-AAC74A575FBA}"/>
    <pc:docChg chg="addSld sldOrd">
      <pc:chgData name="William Hui (IEG)" userId="S::kyhui@cuhk.edu.hk::07728535-8fdc-4325-b24f-20cc4d58a3a3" providerId="AD" clId="Web-{38F99807-84D1-776D-C781-AAC74A575FBA}" dt="2019-08-31T10:49:47.863" v="1"/>
      <pc:docMkLst>
        <pc:docMk/>
      </pc:docMkLst>
      <pc:sldChg chg="add ord">
        <pc:chgData name="William Hui (IEG)" userId="S::kyhui@cuhk.edu.hk::07728535-8fdc-4325-b24f-20cc4d58a3a3" providerId="AD" clId="Web-{38F99807-84D1-776D-C781-AAC74A575FBA}" dt="2019-08-31T10:49:47.863" v="1"/>
        <pc:sldMkLst>
          <pc:docMk/>
          <pc:sldMk cId="15670756" sldId="338"/>
        </pc:sldMkLst>
      </pc:sldChg>
    </pc:docChg>
  </pc:docChgLst>
  <pc:docChgLst>
    <pc:chgData name="Yim Pan Chui, Dr. (CSD)" userId="06f431c5-cc1a-4439-a61b-5f3af947c103" providerId="ADAL" clId="{2E43DB7F-A246-42E6-9479-5C8F92DFC07C}"/>
    <pc:docChg chg="custSel addSld delSld modSld">
      <pc:chgData name="Yim Pan Chui, Dr. (CSD)" userId="06f431c5-cc1a-4439-a61b-5f3af947c103" providerId="ADAL" clId="{2E43DB7F-A246-42E6-9479-5C8F92DFC07C}" dt="2024-01-29T05:48:32.886" v="106"/>
      <pc:docMkLst>
        <pc:docMk/>
      </pc:docMkLst>
      <pc:sldChg chg="del">
        <pc:chgData name="Yim Pan Chui, Dr. (CSD)" userId="06f431c5-cc1a-4439-a61b-5f3af947c103" providerId="ADAL" clId="{2E43DB7F-A246-42E6-9479-5C8F92DFC07C}" dt="2024-01-26T04:23:22.739" v="55" actId="47"/>
        <pc:sldMkLst>
          <pc:docMk/>
          <pc:sldMk cId="2374034204" sldId="306"/>
        </pc:sldMkLst>
      </pc:sldChg>
      <pc:sldChg chg="del">
        <pc:chgData name="Yim Pan Chui, Dr. (CSD)" userId="06f431c5-cc1a-4439-a61b-5f3af947c103" providerId="ADAL" clId="{2E43DB7F-A246-42E6-9479-5C8F92DFC07C}" dt="2024-01-26T04:41:05.855" v="72" actId="47"/>
        <pc:sldMkLst>
          <pc:docMk/>
          <pc:sldMk cId="2883120327" sldId="320"/>
        </pc:sldMkLst>
      </pc:sldChg>
      <pc:sldChg chg="addSp modSp">
        <pc:chgData name="Yim Pan Chui, Dr. (CSD)" userId="06f431c5-cc1a-4439-a61b-5f3af947c103" providerId="ADAL" clId="{2E43DB7F-A246-42E6-9479-5C8F92DFC07C}" dt="2024-01-26T04:42:31.998" v="76"/>
        <pc:sldMkLst>
          <pc:docMk/>
          <pc:sldMk cId="1842357468" sldId="321"/>
        </pc:sldMkLst>
        <pc:picChg chg="add mod">
          <ac:chgData name="Yim Pan Chui, Dr. (CSD)" userId="06f431c5-cc1a-4439-a61b-5f3af947c103" providerId="ADAL" clId="{2E43DB7F-A246-42E6-9479-5C8F92DFC07C}" dt="2024-01-26T04:42:31.998" v="76"/>
          <ac:picMkLst>
            <pc:docMk/>
            <pc:sldMk cId="1842357468" sldId="321"/>
            <ac:picMk id="2" creationId="{CED3F0DA-C196-B467-B130-0183A3327495}"/>
          </ac:picMkLst>
        </pc:picChg>
      </pc:sldChg>
      <pc:sldChg chg="del">
        <pc:chgData name="Yim Pan Chui, Dr. (CSD)" userId="06f431c5-cc1a-4439-a61b-5f3af947c103" providerId="ADAL" clId="{2E43DB7F-A246-42E6-9479-5C8F92DFC07C}" dt="2024-01-26T04:42:12.936" v="75" actId="47"/>
        <pc:sldMkLst>
          <pc:docMk/>
          <pc:sldMk cId="467275298" sldId="326"/>
        </pc:sldMkLst>
      </pc:sldChg>
      <pc:sldChg chg="del">
        <pc:chgData name="Yim Pan Chui, Dr. (CSD)" userId="06f431c5-cc1a-4439-a61b-5f3af947c103" providerId="ADAL" clId="{2E43DB7F-A246-42E6-9479-5C8F92DFC07C}" dt="2024-01-26T04:41:40.732" v="74" actId="47"/>
        <pc:sldMkLst>
          <pc:docMk/>
          <pc:sldMk cId="2103136182" sldId="333"/>
        </pc:sldMkLst>
      </pc:sldChg>
      <pc:sldChg chg="del">
        <pc:chgData name="Yim Pan Chui, Dr. (CSD)" userId="06f431c5-cc1a-4439-a61b-5f3af947c103" providerId="ADAL" clId="{2E43DB7F-A246-42E6-9479-5C8F92DFC07C}" dt="2024-01-26T04:40:39.023" v="70" actId="47"/>
        <pc:sldMkLst>
          <pc:docMk/>
          <pc:sldMk cId="4294559465" sldId="337"/>
        </pc:sldMkLst>
      </pc:sldChg>
      <pc:sldChg chg="addSp modSp add mod modAnim modNotesTx">
        <pc:chgData name="Yim Pan Chui, Dr. (CSD)" userId="06f431c5-cc1a-4439-a61b-5f3af947c103" providerId="ADAL" clId="{2E43DB7F-A246-42E6-9479-5C8F92DFC07C}" dt="2024-01-29T05:48:32.886" v="106"/>
        <pc:sldMkLst>
          <pc:docMk/>
          <pc:sldMk cId="1104613744" sldId="338"/>
        </pc:sldMkLst>
        <pc:spChg chg="mod">
          <ac:chgData name="Yim Pan Chui, Dr. (CSD)" userId="06f431c5-cc1a-4439-a61b-5f3af947c103" providerId="ADAL" clId="{2E43DB7F-A246-42E6-9479-5C8F92DFC07C}" dt="2024-01-26T04:23:01.292" v="52" actId="2710"/>
          <ac:spMkLst>
            <pc:docMk/>
            <pc:sldMk cId="1104613744" sldId="338"/>
            <ac:spMk id="449539" creationId="{00000000-0000-0000-0000-000000000000}"/>
          </ac:spMkLst>
        </pc:spChg>
        <pc:graphicFrameChg chg="mod">
          <ac:chgData name="Yim Pan Chui, Dr. (CSD)" userId="06f431c5-cc1a-4439-a61b-5f3af947c103" providerId="ADAL" clId="{2E43DB7F-A246-42E6-9479-5C8F92DFC07C}" dt="2024-01-26T04:22:32.372" v="46" actId="1038"/>
          <ac:graphicFrameMkLst>
            <pc:docMk/>
            <pc:sldMk cId="1104613744" sldId="338"/>
            <ac:graphicFrameMk id="3" creationId="{0206D21A-1873-7117-0F01-4693CD70F107}"/>
          </ac:graphicFrameMkLst>
        </pc:graphicFrameChg>
        <pc:graphicFrameChg chg="mod">
          <ac:chgData name="Yim Pan Chui, Dr. (CSD)" userId="06f431c5-cc1a-4439-a61b-5f3af947c103" providerId="ADAL" clId="{2E43DB7F-A246-42E6-9479-5C8F92DFC07C}" dt="2024-01-26T04:22:32.372" v="46" actId="1038"/>
          <ac:graphicFrameMkLst>
            <pc:docMk/>
            <pc:sldMk cId="1104613744" sldId="338"/>
            <ac:graphicFrameMk id="4" creationId="{52EA1584-ED03-F1E1-3984-1A9C1EA7707E}"/>
          </ac:graphicFrameMkLst>
        </pc:graphicFrameChg>
        <pc:graphicFrameChg chg="mod">
          <ac:chgData name="Yim Pan Chui, Dr. (CSD)" userId="06f431c5-cc1a-4439-a61b-5f3af947c103" providerId="ADAL" clId="{2E43DB7F-A246-42E6-9479-5C8F92DFC07C}" dt="2024-01-26T04:22:32.372" v="46" actId="1038"/>
          <ac:graphicFrameMkLst>
            <pc:docMk/>
            <pc:sldMk cId="1104613744" sldId="338"/>
            <ac:graphicFrameMk id="6" creationId="{8050E2C5-44D9-A79A-5A5D-572961080C83}"/>
          </ac:graphicFrameMkLst>
        </pc:graphicFrameChg>
        <pc:graphicFrameChg chg="add mod modGraphic">
          <ac:chgData name="Yim Pan Chui, Dr. (CSD)" userId="06f431c5-cc1a-4439-a61b-5f3af947c103" providerId="ADAL" clId="{2E43DB7F-A246-42E6-9479-5C8F92DFC07C}" dt="2024-01-26T04:24:05.755" v="62" actId="207"/>
          <ac:graphicFrameMkLst>
            <pc:docMk/>
            <pc:sldMk cId="1104613744" sldId="338"/>
            <ac:graphicFrameMk id="7" creationId="{1969B25E-6447-B4E7-3DC4-E47AFFDD5383}"/>
          </ac:graphicFrameMkLst>
        </pc:graphicFrameChg>
      </pc:sldChg>
      <pc:sldChg chg="add modNotesTx">
        <pc:chgData name="Yim Pan Chui, Dr. (CSD)" userId="06f431c5-cc1a-4439-a61b-5f3af947c103" providerId="ADAL" clId="{2E43DB7F-A246-42E6-9479-5C8F92DFC07C}" dt="2024-01-26T04:23:18.568" v="54" actId="6549"/>
        <pc:sldMkLst>
          <pc:docMk/>
          <pc:sldMk cId="1461184873" sldId="339"/>
        </pc:sldMkLst>
      </pc:sldChg>
      <pc:sldChg chg="add del">
        <pc:chgData name="Yim Pan Chui, Dr. (CSD)" userId="06f431c5-cc1a-4439-a61b-5f3af947c103" providerId="ADAL" clId="{2E43DB7F-A246-42E6-9479-5C8F92DFC07C}" dt="2024-01-26T04:21:40.173" v="2"/>
        <pc:sldMkLst>
          <pc:docMk/>
          <pc:sldMk cId="3675671532" sldId="339"/>
        </pc:sldMkLst>
      </pc:sldChg>
      <pc:sldChg chg="modSp add modNotesTx">
        <pc:chgData name="Yim Pan Chui, Dr. (CSD)" userId="06f431c5-cc1a-4439-a61b-5f3af947c103" providerId="ADAL" clId="{2E43DB7F-A246-42E6-9479-5C8F92DFC07C}" dt="2024-01-26T04:40:24.797" v="69" actId="1036"/>
        <pc:sldMkLst>
          <pc:docMk/>
          <pc:sldMk cId="3579806341" sldId="340"/>
        </pc:sldMkLst>
        <pc:spChg chg="mod">
          <ac:chgData name="Yim Pan Chui, Dr. (CSD)" userId="06f431c5-cc1a-4439-a61b-5f3af947c103" providerId="ADAL" clId="{2E43DB7F-A246-42E6-9479-5C8F92DFC07C}" dt="2024-01-26T04:40:24.797" v="69" actId="1036"/>
          <ac:spMkLst>
            <pc:docMk/>
            <pc:sldMk cId="3579806341" sldId="340"/>
            <ac:spMk id="19" creationId="{92693996-7F2C-4B7E-B545-4640CFB24F70}"/>
          </ac:spMkLst>
        </pc:spChg>
        <pc:spChg chg="mod">
          <ac:chgData name="Yim Pan Chui, Dr. (CSD)" userId="06f431c5-cc1a-4439-a61b-5f3af947c103" providerId="ADAL" clId="{2E43DB7F-A246-42E6-9479-5C8F92DFC07C}" dt="2024-01-26T04:40:24.797" v="69" actId="1036"/>
          <ac:spMkLst>
            <pc:docMk/>
            <pc:sldMk cId="3579806341" sldId="340"/>
            <ac:spMk id="20" creationId="{A008B11A-BB85-4126-A36E-72609ED8663F}"/>
          </ac:spMkLst>
        </pc:spChg>
        <pc:spChg chg="mod">
          <ac:chgData name="Yim Pan Chui, Dr. (CSD)" userId="06f431c5-cc1a-4439-a61b-5f3af947c103" providerId="ADAL" clId="{2E43DB7F-A246-42E6-9479-5C8F92DFC07C}" dt="2024-01-26T04:40:24.797" v="69" actId="1036"/>
          <ac:spMkLst>
            <pc:docMk/>
            <pc:sldMk cId="3579806341" sldId="340"/>
            <ac:spMk id="21" creationId="{9905E84C-6BF2-40F0-89C0-1F8E264D0939}"/>
          </ac:spMkLst>
        </pc:spChg>
        <pc:spChg chg="mod">
          <ac:chgData name="Yim Pan Chui, Dr. (CSD)" userId="06f431c5-cc1a-4439-a61b-5f3af947c103" providerId="ADAL" clId="{2E43DB7F-A246-42E6-9479-5C8F92DFC07C}" dt="2024-01-26T04:40:24.797" v="69" actId="1036"/>
          <ac:spMkLst>
            <pc:docMk/>
            <pc:sldMk cId="3579806341" sldId="340"/>
            <ac:spMk id="22" creationId="{8BEE63E3-E0E9-4287-A13F-51C2BEE937D9}"/>
          </ac:spMkLst>
        </pc:spChg>
        <pc:spChg chg="mod">
          <ac:chgData name="Yim Pan Chui, Dr. (CSD)" userId="06f431c5-cc1a-4439-a61b-5f3af947c103" providerId="ADAL" clId="{2E43DB7F-A246-42E6-9479-5C8F92DFC07C}" dt="2024-01-26T04:40:24.797" v="69" actId="1036"/>
          <ac:spMkLst>
            <pc:docMk/>
            <pc:sldMk cId="3579806341" sldId="340"/>
            <ac:spMk id="23" creationId="{F5501232-F18A-415A-BBE1-BF92F5BA3F2F}"/>
          </ac:spMkLst>
        </pc:spChg>
      </pc:sldChg>
      <pc:sldChg chg="add">
        <pc:chgData name="Yim Pan Chui, Dr. (CSD)" userId="06f431c5-cc1a-4439-a61b-5f3af947c103" providerId="ADAL" clId="{2E43DB7F-A246-42E6-9479-5C8F92DFC07C}" dt="2024-01-26T04:40:51.439" v="71"/>
        <pc:sldMkLst>
          <pc:docMk/>
          <pc:sldMk cId="2500875336" sldId="341"/>
        </pc:sldMkLst>
      </pc:sldChg>
      <pc:sldChg chg="add">
        <pc:chgData name="Yim Pan Chui, Dr. (CSD)" userId="06f431c5-cc1a-4439-a61b-5f3af947c103" providerId="ADAL" clId="{2E43DB7F-A246-42E6-9479-5C8F92DFC07C}" dt="2024-01-26T04:41:31.511" v="73"/>
        <pc:sldMkLst>
          <pc:docMk/>
          <pc:sldMk cId="4077867567" sldId="342"/>
        </pc:sldMkLst>
      </pc:sldChg>
    </pc:docChg>
  </pc:docChgLst>
  <pc:docChgLst>
    <pc:chgData name="Chuck jee Chau (CSD)" userId="7aa7a09e-983f-4214-9e5a-071cbb678e81" providerId="ADAL" clId="{4FCD5BAD-EC23-8046-9EDB-E699CF89E817}"/>
    <pc:docChg chg="undo redo custSel modSld sldOrd">
      <pc:chgData name="Chuck jee Chau (CSD)" userId="7aa7a09e-983f-4214-9e5a-071cbb678e81" providerId="ADAL" clId="{4FCD5BAD-EC23-8046-9EDB-E699CF89E817}" dt="2019-09-30T10:35:34.300" v="849" actId="1592"/>
      <pc:docMkLst>
        <pc:docMk/>
      </pc:docMkLst>
      <pc:sldChg chg="modSp">
        <pc:chgData name="Chuck jee Chau (CSD)" userId="7aa7a09e-983f-4214-9e5a-071cbb678e81" providerId="ADAL" clId="{4FCD5BAD-EC23-8046-9EDB-E699CF89E817}" dt="2019-09-17T08:57:38.233" v="253" actId="403"/>
        <pc:sldMkLst>
          <pc:docMk/>
          <pc:sldMk cId="452717289" sldId="257"/>
        </pc:sldMkLst>
        <pc:spChg chg="mod">
          <ac:chgData name="Chuck jee Chau (CSD)" userId="7aa7a09e-983f-4214-9e5a-071cbb678e81" providerId="ADAL" clId="{4FCD5BAD-EC23-8046-9EDB-E699CF89E817}" dt="2019-09-17T08:57:38.233" v="253" actId="403"/>
          <ac:spMkLst>
            <pc:docMk/>
            <pc:sldMk cId="452717289" sldId="257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4FCD5BAD-EC23-8046-9EDB-E699CF89E817}" dt="2019-09-17T08:51:14.286" v="11" actId="20577"/>
        <pc:sldMkLst>
          <pc:docMk/>
          <pc:sldMk cId="1358442137" sldId="294"/>
        </pc:sldMkLst>
        <pc:spChg chg="mod">
          <ac:chgData name="Chuck jee Chau (CSD)" userId="7aa7a09e-983f-4214-9e5a-071cbb678e81" providerId="ADAL" clId="{4FCD5BAD-EC23-8046-9EDB-E699CF89E817}" dt="2019-09-17T08:51:14.286" v="11" actId="20577"/>
          <ac:spMkLst>
            <pc:docMk/>
            <pc:sldMk cId="1358442137" sldId="294"/>
            <ac:spMk id="8" creationId="{00000000-0000-0000-0000-000000000000}"/>
          </ac:spMkLst>
        </pc:spChg>
      </pc:sldChg>
      <pc:sldChg chg="addSp modSp">
        <pc:chgData name="Chuck jee Chau (CSD)" userId="7aa7a09e-983f-4214-9e5a-071cbb678e81" providerId="ADAL" clId="{4FCD5BAD-EC23-8046-9EDB-E699CF89E817}" dt="2019-09-17T08:56:15.200" v="239" actId="1076"/>
        <pc:sldMkLst>
          <pc:docMk/>
          <pc:sldMk cId="2804069176" sldId="295"/>
        </pc:sldMkLst>
        <pc:spChg chg="mod">
          <ac:chgData name="Chuck jee Chau (CSD)" userId="7aa7a09e-983f-4214-9e5a-071cbb678e81" providerId="ADAL" clId="{4FCD5BAD-EC23-8046-9EDB-E699CF89E817}" dt="2019-09-17T08:56:15.200" v="239" actId="1076"/>
          <ac:spMkLst>
            <pc:docMk/>
            <pc:sldMk cId="2804069176" sldId="295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5:52.565" v="225" actId="1036"/>
          <ac:spMkLst>
            <pc:docMk/>
            <pc:sldMk cId="2804069176" sldId="295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5:52.565" v="225" actId="1036"/>
          <ac:spMkLst>
            <pc:docMk/>
            <pc:sldMk cId="2804069176" sldId="295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6:08.062" v="238" actId="1038"/>
          <ac:spMkLst>
            <pc:docMk/>
            <pc:sldMk cId="2804069176" sldId="295"/>
            <ac:spMk id="15" creationId="{00000000-0000-0000-0000-000000000000}"/>
          </ac:spMkLst>
        </pc:spChg>
        <pc:spChg chg="add mod">
          <ac:chgData name="Chuck jee Chau (CSD)" userId="7aa7a09e-983f-4214-9e5a-071cbb678e81" providerId="ADAL" clId="{4FCD5BAD-EC23-8046-9EDB-E699CF89E817}" dt="2019-09-17T08:55:52.565" v="225" actId="1036"/>
          <ac:spMkLst>
            <pc:docMk/>
            <pc:sldMk cId="2804069176" sldId="295"/>
            <ac:spMk id="20" creationId="{8E9C6752-7080-E649-94DE-CC6DA5695111}"/>
          </ac:spMkLst>
        </pc:spChg>
        <pc:spChg chg="mod">
          <ac:chgData name="Chuck jee Chau (CSD)" userId="7aa7a09e-983f-4214-9e5a-071cbb678e81" providerId="ADAL" clId="{4FCD5BAD-EC23-8046-9EDB-E699CF89E817}" dt="2019-09-17T08:56:08.062" v="238" actId="1038"/>
          <ac:spMkLst>
            <pc:docMk/>
            <pc:sldMk cId="2804069176" sldId="295"/>
            <ac:spMk id="21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6:08.062" v="238" actId="1038"/>
          <ac:spMkLst>
            <pc:docMk/>
            <pc:sldMk cId="2804069176" sldId="295"/>
            <ac:spMk id="22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6:08.062" v="238" actId="1038"/>
          <ac:spMkLst>
            <pc:docMk/>
            <pc:sldMk cId="2804069176" sldId="295"/>
            <ac:spMk id="23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6:08.062" v="238" actId="1038"/>
          <ac:spMkLst>
            <pc:docMk/>
            <pc:sldMk cId="2804069176" sldId="295"/>
            <ac:spMk id="24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6:08.062" v="238" actId="1038"/>
          <ac:spMkLst>
            <pc:docMk/>
            <pc:sldMk cId="2804069176" sldId="295"/>
            <ac:spMk id="25" creationId="{00000000-0000-0000-0000-000000000000}"/>
          </ac:spMkLst>
        </pc:spChg>
        <pc:spChg chg="add mod">
          <ac:chgData name="Chuck jee Chau (CSD)" userId="7aa7a09e-983f-4214-9e5a-071cbb678e81" providerId="ADAL" clId="{4FCD5BAD-EC23-8046-9EDB-E699CF89E817}" dt="2019-09-17T08:55:52.565" v="225" actId="1036"/>
          <ac:spMkLst>
            <pc:docMk/>
            <pc:sldMk cId="2804069176" sldId="295"/>
            <ac:spMk id="26" creationId="{73A3B7C2-9A45-F54F-B1EE-78C54922DE9F}"/>
          </ac:spMkLst>
        </pc:spChg>
      </pc:sldChg>
      <pc:sldChg chg="addSp modSp">
        <pc:chgData name="Chuck jee Chau (CSD)" userId="7aa7a09e-983f-4214-9e5a-071cbb678e81" providerId="ADAL" clId="{4FCD5BAD-EC23-8046-9EDB-E699CF89E817}" dt="2019-09-17T09:00:23.414" v="287" actId="113"/>
        <pc:sldMkLst>
          <pc:docMk/>
          <pc:sldMk cId="3123390500" sldId="296"/>
        </pc:sldMkLst>
        <pc:spChg chg="mod">
          <ac:chgData name="Chuck jee Chau (CSD)" userId="7aa7a09e-983f-4214-9e5a-071cbb678e81" providerId="ADAL" clId="{4FCD5BAD-EC23-8046-9EDB-E699CF89E817}" dt="2019-09-17T08:58:23.938" v="256" actId="20577"/>
          <ac:spMkLst>
            <pc:docMk/>
            <pc:sldMk cId="3123390500" sldId="29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9:01.234" v="262" actId="1076"/>
          <ac:spMkLst>
            <pc:docMk/>
            <pc:sldMk cId="3123390500" sldId="296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9:04.878" v="263" actId="1076"/>
          <ac:spMkLst>
            <pc:docMk/>
            <pc:sldMk cId="3123390500" sldId="296"/>
            <ac:spMk id="7" creationId="{00000000-0000-0000-0000-000000000000}"/>
          </ac:spMkLst>
        </pc:spChg>
        <pc:spChg chg="add mod">
          <ac:chgData name="Chuck jee Chau (CSD)" userId="7aa7a09e-983f-4214-9e5a-071cbb678e81" providerId="ADAL" clId="{4FCD5BAD-EC23-8046-9EDB-E699CF89E817}" dt="2019-09-17T08:58:51.231" v="258" actId="1076"/>
          <ac:spMkLst>
            <pc:docMk/>
            <pc:sldMk cId="3123390500" sldId="296"/>
            <ac:spMk id="16" creationId="{8215E535-9196-F742-B94B-B96C84DE9A09}"/>
          </ac:spMkLst>
        </pc:spChg>
        <pc:spChg chg="mod">
          <ac:chgData name="Chuck jee Chau (CSD)" userId="7aa7a09e-983f-4214-9e5a-071cbb678e81" providerId="ADAL" clId="{4FCD5BAD-EC23-8046-9EDB-E699CF89E817}" dt="2019-09-17T09:00:23.414" v="287" actId="113"/>
          <ac:spMkLst>
            <pc:docMk/>
            <pc:sldMk cId="3123390500" sldId="296"/>
            <ac:spMk id="27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8:58.140" v="260" actId="14100"/>
          <ac:spMkLst>
            <pc:docMk/>
            <pc:sldMk cId="3123390500" sldId="296"/>
            <ac:spMk id="28" creationId="{00000000-0000-0000-0000-000000000000}"/>
          </ac:spMkLst>
        </pc:spChg>
      </pc:sldChg>
      <pc:sldChg chg="addSp modSp">
        <pc:chgData name="Chuck jee Chau (CSD)" userId="7aa7a09e-983f-4214-9e5a-071cbb678e81" providerId="ADAL" clId="{4FCD5BAD-EC23-8046-9EDB-E699CF89E817}" dt="2019-09-17T09:00:34.285" v="288" actId="14100"/>
        <pc:sldMkLst>
          <pc:docMk/>
          <pc:sldMk cId="3252866270" sldId="298"/>
        </pc:sldMkLst>
        <pc:spChg chg="mod">
          <ac:chgData name="Chuck jee Chau (CSD)" userId="7aa7a09e-983f-4214-9e5a-071cbb678e81" providerId="ADAL" clId="{4FCD5BAD-EC23-8046-9EDB-E699CF89E817}" dt="2019-09-17T08:59:58.599" v="277" actId="20577"/>
          <ac:spMkLst>
            <pc:docMk/>
            <pc:sldMk cId="3252866270" sldId="298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0:34.285" v="288" actId="14100"/>
          <ac:spMkLst>
            <pc:docMk/>
            <pc:sldMk cId="3252866270" sldId="298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9:41.555" v="274" actId="1037"/>
          <ac:spMkLst>
            <pc:docMk/>
            <pc:sldMk cId="3252866270" sldId="298"/>
            <ac:spMk id="7" creationId="{00000000-0000-0000-0000-000000000000}"/>
          </ac:spMkLst>
        </pc:spChg>
        <pc:spChg chg="add mod">
          <ac:chgData name="Chuck jee Chau (CSD)" userId="7aa7a09e-983f-4214-9e5a-071cbb678e81" providerId="ADAL" clId="{4FCD5BAD-EC23-8046-9EDB-E699CF89E817}" dt="2019-09-17T08:59:24.094" v="269" actId="1038"/>
          <ac:spMkLst>
            <pc:docMk/>
            <pc:sldMk cId="3252866270" sldId="298"/>
            <ac:spMk id="16" creationId="{D2928145-A790-E548-B2A6-88F70B939F82}"/>
          </ac:spMkLst>
        </pc:spChg>
        <pc:spChg chg="mod">
          <ac:chgData name="Chuck jee Chau (CSD)" userId="7aa7a09e-983f-4214-9e5a-071cbb678e81" providerId="ADAL" clId="{4FCD5BAD-EC23-8046-9EDB-E699CF89E817}" dt="2019-09-17T09:00:05.901" v="285" actId="20577"/>
          <ac:spMkLst>
            <pc:docMk/>
            <pc:sldMk cId="3252866270" sldId="298"/>
            <ac:spMk id="18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0:15.621" v="286" actId="113"/>
          <ac:spMkLst>
            <pc:docMk/>
            <pc:sldMk cId="3252866270" sldId="298"/>
            <ac:spMk id="27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9:46.719" v="275" actId="14100"/>
          <ac:spMkLst>
            <pc:docMk/>
            <pc:sldMk cId="3252866270" sldId="298"/>
            <ac:spMk id="28" creationId="{00000000-0000-0000-0000-000000000000}"/>
          </ac:spMkLst>
        </pc:spChg>
      </pc:sldChg>
      <pc:sldChg chg="addSp delSp modSp addCm delCm modCm">
        <pc:chgData name="Chuck jee Chau (CSD)" userId="7aa7a09e-983f-4214-9e5a-071cbb678e81" providerId="ADAL" clId="{4FCD5BAD-EC23-8046-9EDB-E699CF89E817}" dt="2019-09-30T10:35:34.296" v="848" actId="1592"/>
        <pc:sldMkLst>
          <pc:docMk/>
          <pc:sldMk cId="980530935" sldId="299"/>
        </pc:sldMkLst>
        <pc:spChg chg="add">
          <ac:chgData name="Chuck jee Chau (CSD)" userId="7aa7a09e-983f-4214-9e5a-071cbb678e81" providerId="ADAL" clId="{4FCD5BAD-EC23-8046-9EDB-E699CF89E817}" dt="2019-09-17T10:12:00.158" v="818"/>
          <ac:spMkLst>
            <pc:docMk/>
            <pc:sldMk cId="980530935" sldId="299"/>
            <ac:spMk id="25" creationId="{868FB3AB-A89F-B048-9D46-6635AFD76928}"/>
          </ac:spMkLst>
        </pc:spChg>
        <pc:spChg chg="del">
          <ac:chgData name="Chuck jee Chau (CSD)" userId="7aa7a09e-983f-4214-9e5a-071cbb678e81" providerId="ADAL" clId="{4FCD5BAD-EC23-8046-9EDB-E699CF89E817}" dt="2019-09-17T10:11:59.279" v="817" actId="478"/>
          <ac:spMkLst>
            <pc:docMk/>
            <pc:sldMk cId="980530935" sldId="299"/>
            <ac:spMk id="6146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7:56.928" v="255" actId="113"/>
          <ac:spMkLst>
            <pc:docMk/>
            <pc:sldMk cId="980530935" sldId="299"/>
            <ac:spMk id="6148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3:45.513" v="80" actId="1037"/>
          <ac:spMkLst>
            <pc:docMk/>
            <pc:sldMk cId="980530935" sldId="299"/>
            <ac:spMk id="6153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3:45.513" v="80" actId="1037"/>
          <ac:spMkLst>
            <pc:docMk/>
            <pc:sldMk cId="980530935" sldId="299"/>
            <ac:spMk id="6154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3:45.513" v="80" actId="1037"/>
          <ac:spMkLst>
            <pc:docMk/>
            <pc:sldMk cId="980530935" sldId="299"/>
            <ac:spMk id="6155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3:45.513" v="80" actId="1037"/>
          <ac:spMkLst>
            <pc:docMk/>
            <pc:sldMk cId="980530935" sldId="299"/>
            <ac:spMk id="6162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3:45.513" v="80" actId="1037"/>
          <ac:spMkLst>
            <pc:docMk/>
            <pc:sldMk cId="980530935" sldId="299"/>
            <ac:spMk id="6163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3:45.513" v="80" actId="1037"/>
          <ac:spMkLst>
            <pc:docMk/>
            <pc:sldMk cId="980530935" sldId="299"/>
            <ac:spMk id="6164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3:52.254" v="88" actId="1037"/>
          <ac:spMkLst>
            <pc:docMk/>
            <pc:sldMk cId="980530935" sldId="299"/>
            <ac:spMk id="6165" creationId="{00000000-0000-0000-0000-000000000000}"/>
          </ac:spMkLst>
        </pc:spChg>
      </pc:sldChg>
      <pc:sldChg chg="addSp delSp modSp addCm delCm modCm">
        <pc:chgData name="Chuck jee Chau (CSD)" userId="7aa7a09e-983f-4214-9e5a-071cbb678e81" providerId="ADAL" clId="{4FCD5BAD-EC23-8046-9EDB-E699CF89E817}" dt="2019-09-30T10:35:34.300" v="849" actId="1592"/>
        <pc:sldMkLst>
          <pc:docMk/>
          <pc:sldMk cId="3976173175" sldId="300"/>
        </pc:sldMkLst>
        <pc:spChg chg="mod">
          <ac:chgData name="Chuck jee Chau (CSD)" userId="7aa7a09e-983f-4214-9e5a-071cbb678e81" providerId="ADAL" clId="{4FCD5BAD-EC23-8046-9EDB-E699CF89E817}" dt="2019-09-17T09:00:41.790" v="289" actId="20577"/>
          <ac:spMkLst>
            <pc:docMk/>
            <pc:sldMk cId="3976173175" sldId="300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1:00.960" v="294" actId="14100"/>
          <ac:spMkLst>
            <pc:docMk/>
            <pc:sldMk cId="3976173175" sldId="300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1:15.057" v="317" actId="166"/>
          <ac:spMkLst>
            <pc:docMk/>
            <pc:sldMk cId="3976173175" sldId="300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1:15.057" v="317" actId="166"/>
          <ac:spMkLst>
            <pc:docMk/>
            <pc:sldMk cId="3976173175" sldId="300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1:35.622" v="320" actId="14100"/>
          <ac:spMkLst>
            <pc:docMk/>
            <pc:sldMk cId="3976173175" sldId="300"/>
            <ac:spMk id="17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2:19.286" v="332" actId="207"/>
          <ac:spMkLst>
            <pc:docMk/>
            <pc:sldMk cId="3976173175" sldId="300"/>
            <ac:spMk id="18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1:15.057" v="317" actId="166"/>
          <ac:spMkLst>
            <pc:docMk/>
            <pc:sldMk cId="3976173175" sldId="300"/>
            <ac:spMk id="19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2:31.661" v="333" actId="14100"/>
          <ac:spMkLst>
            <pc:docMk/>
            <pc:sldMk cId="3976173175" sldId="300"/>
            <ac:spMk id="20" creationId="{00000000-0000-0000-0000-000000000000}"/>
          </ac:spMkLst>
        </pc:spChg>
        <pc:spChg chg="add mod">
          <ac:chgData name="Chuck jee Chau (CSD)" userId="7aa7a09e-983f-4214-9e5a-071cbb678e81" providerId="ADAL" clId="{4FCD5BAD-EC23-8046-9EDB-E699CF89E817}" dt="2019-09-17T09:00:55.796" v="293" actId="1038"/>
          <ac:spMkLst>
            <pc:docMk/>
            <pc:sldMk cId="3976173175" sldId="300"/>
            <ac:spMk id="21" creationId="{60E68166-C6FC-9F43-BBE3-CF7F47703DC8}"/>
          </ac:spMkLst>
        </pc:spChg>
        <pc:spChg chg="add del">
          <ac:chgData name="Chuck jee Chau (CSD)" userId="7aa7a09e-983f-4214-9e5a-071cbb678e81" providerId="ADAL" clId="{4FCD5BAD-EC23-8046-9EDB-E699CF89E817}" dt="2019-09-17T09:01:42.330" v="322"/>
          <ac:spMkLst>
            <pc:docMk/>
            <pc:sldMk cId="3976173175" sldId="300"/>
            <ac:spMk id="22" creationId="{DC40F66C-C027-8B47-B1DC-0287A197433C}"/>
          </ac:spMkLst>
        </pc:spChg>
        <pc:spChg chg="mod">
          <ac:chgData name="Chuck jee Chau (CSD)" userId="7aa7a09e-983f-4214-9e5a-071cbb678e81" providerId="ADAL" clId="{4FCD5BAD-EC23-8046-9EDB-E699CF89E817}" dt="2019-09-17T09:02:55.942" v="340" actId="20577"/>
          <ac:spMkLst>
            <pc:docMk/>
            <pc:sldMk cId="3976173175" sldId="300"/>
            <ac:spMk id="27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1:30.852" v="319" actId="14100"/>
          <ac:spMkLst>
            <pc:docMk/>
            <pc:sldMk cId="3976173175" sldId="300"/>
            <ac:spMk id="28" creationId="{00000000-0000-0000-0000-000000000000}"/>
          </ac:spMkLst>
        </pc:spChg>
      </pc:sldChg>
      <pc:sldChg chg="modSp">
        <pc:chgData name="Chuck jee Chau (CSD)" userId="7aa7a09e-983f-4214-9e5a-071cbb678e81" providerId="ADAL" clId="{4FCD5BAD-EC23-8046-9EDB-E699CF89E817}" dt="2019-09-17T09:07:04.876" v="385" actId="1036"/>
        <pc:sldMkLst>
          <pc:docMk/>
          <pc:sldMk cId="1153119513" sldId="303"/>
        </pc:sldMkLst>
        <pc:spChg chg="mod">
          <ac:chgData name="Chuck jee Chau (CSD)" userId="7aa7a09e-983f-4214-9e5a-071cbb678e81" providerId="ADAL" clId="{4FCD5BAD-EC23-8046-9EDB-E699CF89E817}" dt="2019-09-17T09:07:04.876" v="385" actId="1036"/>
          <ac:spMkLst>
            <pc:docMk/>
            <pc:sldMk cId="1153119513" sldId="303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5:38.833" v="368" actId="1035"/>
          <ac:spMkLst>
            <pc:docMk/>
            <pc:sldMk cId="1153119513" sldId="303"/>
            <ac:spMk id="9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4FCD5BAD-EC23-8046-9EDB-E699CF89E817}" dt="2019-09-17T10:12:14.334" v="822"/>
        <pc:sldMkLst>
          <pc:docMk/>
          <pc:sldMk cId="2374034204" sldId="306"/>
        </pc:sldMkLst>
        <pc:spChg chg="add">
          <ac:chgData name="Chuck jee Chau (CSD)" userId="7aa7a09e-983f-4214-9e5a-071cbb678e81" providerId="ADAL" clId="{4FCD5BAD-EC23-8046-9EDB-E699CF89E817}" dt="2019-09-17T10:12:14.334" v="822"/>
          <ac:spMkLst>
            <pc:docMk/>
            <pc:sldMk cId="2374034204" sldId="306"/>
            <ac:spMk id="5" creationId="{7AB8B2E4-5F20-554E-B265-16AAF45A47CF}"/>
          </ac:spMkLst>
        </pc:spChg>
        <pc:spChg chg="del">
          <ac:chgData name="Chuck jee Chau (CSD)" userId="7aa7a09e-983f-4214-9e5a-071cbb678e81" providerId="ADAL" clId="{4FCD5BAD-EC23-8046-9EDB-E699CF89E817}" dt="2019-09-17T10:12:13.047" v="821" actId="478"/>
          <ac:spMkLst>
            <pc:docMk/>
            <pc:sldMk cId="2374034204" sldId="306"/>
            <ac:spMk id="17410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6:54.177" v="382" actId="1076"/>
          <ac:spMkLst>
            <pc:docMk/>
            <pc:sldMk cId="2374034204" sldId="306"/>
            <ac:spMk id="17411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8:23.247" v="400" actId="114"/>
          <ac:spMkLst>
            <pc:docMk/>
            <pc:sldMk cId="2374034204" sldId="306"/>
            <ac:spMk id="17412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4FCD5BAD-EC23-8046-9EDB-E699CF89E817}" dt="2019-09-17T10:12:59.177" v="835"/>
        <pc:sldMkLst>
          <pc:docMk/>
          <pc:sldMk cId="1284623426" sldId="318"/>
        </pc:sldMkLst>
        <pc:spChg chg="add">
          <ac:chgData name="Chuck jee Chau (CSD)" userId="7aa7a09e-983f-4214-9e5a-071cbb678e81" providerId="ADAL" clId="{4FCD5BAD-EC23-8046-9EDB-E699CF89E817}" dt="2019-09-17T10:12:59.177" v="835"/>
          <ac:spMkLst>
            <pc:docMk/>
            <pc:sldMk cId="1284623426" sldId="318"/>
            <ac:spMk id="6" creationId="{C7664060-754A-064E-A231-81E27E463B2D}"/>
          </ac:spMkLst>
        </pc:spChg>
        <pc:spChg chg="del">
          <ac:chgData name="Chuck jee Chau (CSD)" userId="7aa7a09e-983f-4214-9e5a-071cbb678e81" providerId="ADAL" clId="{4FCD5BAD-EC23-8046-9EDB-E699CF89E817}" dt="2019-09-17T10:12:57.992" v="834" actId="478"/>
          <ac:spMkLst>
            <pc:docMk/>
            <pc:sldMk cId="1284623426" sldId="318"/>
            <ac:spMk id="29698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22:29.815" v="610" actId="113"/>
          <ac:spMkLst>
            <pc:docMk/>
            <pc:sldMk cId="1284623426" sldId="318"/>
            <ac:spMk id="29699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27:06.914" v="646" actId="20577"/>
          <ac:spMkLst>
            <pc:docMk/>
            <pc:sldMk cId="1284623426" sldId="318"/>
            <ac:spMk id="29700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4FCD5BAD-EC23-8046-9EDB-E699CF89E817}" dt="2019-09-17T10:13:03.083" v="837"/>
        <pc:sldMkLst>
          <pc:docMk/>
          <pc:sldMk cId="683733156" sldId="319"/>
        </pc:sldMkLst>
        <pc:spChg chg="add">
          <ac:chgData name="Chuck jee Chau (CSD)" userId="7aa7a09e-983f-4214-9e5a-071cbb678e81" providerId="ADAL" clId="{4FCD5BAD-EC23-8046-9EDB-E699CF89E817}" dt="2019-09-17T10:13:03.083" v="837"/>
          <ac:spMkLst>
            <pc:docMk/>
            <pc:sldMk cId="683733156" sldId="319"/>
            <ac:spMk id="8" creationId="{53E6AF3D-1B80-3A4A-B21D-DA1A7DEA4FD5}"/>
          </ac:spMkLst>
        </pc:spChg>
        <pc:spChg chg="del">
          <ac:chgData name="Chuck jee Chau (CSD)" userId="7aa7a09e-983f-4214-9e5a-071cbb678e81" providerId="ADAL" clId="{4FCD5BAD-EC23-8046-9EDB-E699CF89E817}" dt="2019-09-17T10:13:02.268" v="836" actId="478"/>
          <ac:spMkLst>
            <pc:docMk/>
            <pc:sldMk cId="683733156" sldId="319"/>
            <ac:spMk id="30722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22:36.387" v="611" actId="403"/>
          <ac:spMkLst>
            <pc:docMk/>
            <pc:sldMk cId="683733156" sldId="319"/>
            <ac:spMk id="30723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27:28.560" v="652" actId="20577"/>
          <ac:spMkLst>
            <pc:docMk/>
            <pc:sldMk cId="683733156" sldId="319"/>
            <ac:spMk id="30724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4FCD5BAD-EC23-8046-9EDB-E699CF89E817}" dt="2019-09-17T10:13:08.504" v="839"/>
        <pc:sldMkLst>
          <pc:docMk/>
          <pc:sldMk cId="2883120327" sldId="320"/>
        </pc:sldMkLst>
        <pc:spChg chg="add">
          <ac:chgData name="Chuck jee Chau (CSD)" userId="7aa7a09e-983f-4214-9e5a-071cbb678e81" providerId="ADAL" clId="{4FCD5BAD-EC23-8046-9EDB-E699CF89E817}" dt="2019-09-17T10:13:08.504" v="839"/>
          <ac:spMkLst>
            <pc:docMk/>
            <pc:sldMk cId="2883120327" sldId="320"/>
            <ac:spMk id="8" creationId="{A73D883B-3BEE-954B-B420-76CB7D419BB6}"/>
          </ac:spMkLst>
        </pc:spChg>
        <pc:spChg chg="del">
          <ac:chgData name="Chuck jee Chau (CSD)" userId="7aa7a09e-983f-4214-9e5a-071cbb678e81" providerId="ADAL" clId="{4FCD5BAD-EC23-8046-9EDB-E699CF89E817}" dt="2019-09-17T10:13:07.612" v="838" actId="478"/>
          <ac:spMkLst>
            <pc:docMk/>
            <pc:sldMk cId="2883120327" sldId="320"/>
            <ac:spMk id="31746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28:16.564" v="665" actId="20577"/>
          <ac:spMkLst>
            <pc:docMk/>
            <pc:sldMk cId="2883120327" sldId="320"/>
            <ac:spMk id="31748" creationId="{00000000-0000-0000-0000-000000000000}"/>
          </ac:spMkLst>
        </pc:spChg>
      </pc:sldChg>
      <pc:sldChg chg="addSp delSp modSp modNotes">
        <pc:chgData name="Chuck jee Chau (CSD)" userId="7aa7a09e-983f-4214-9e5a-071cbb678e81" providerId="ADAL" clId="{4FCD5BAD-EC23-8046-9EDB-E699CF89E817}" dt="2019-09-17T10:13:12.408" v="841"/>
        <pc:sldMkLst>
          <pc:docMk/>
          <pc:sldMk cId="1842357468" sldId="321"/>
        </pc:sldMkLst>
        <pc:spChg chg="mod">
          <ac:chgData name="Chuck jee Chau (CSD)" userId="7aa7a09e-983f-4214-9e5a-071cbb678e81" providerId="ADAL" clId="{4FCD5BAD-EC23-8046-9EDB-E699CF89E817}" dt="2019-09-17T09:29:32.909" v="669" actId="20577"/>
          <ac:spMkLst>
            <pc:docMk/>
            <pc:sldMk cId="1842357468" sldId="321"/>
            <ac:spMk id="11" creationId="{00000000-0000-0000-0000-000000000000}"/>
          </ac:spMkLst>
        </pc:spChg>
        <pc:spChg chg="add mod">
          <ac:chgData name="Chuck jee Chau (CSD)" userId="7aa7a09e-983f-4214-9e5a-071cbb678e81" providerId="ADAL" clId="{4FCD5BAD-EC23-8046-9EDB-E699CF89E817}" dt="2019-09-17T09:31:25.559" v="775" actId="1076"/>
          <ac:spMkLst>
            <pc:docMk/>
            <pc:sldMk cId="1842357468" sldId="321"/>
            <ac:spMk id="12" creationId="{190257EE-0ED6-B646-8049-78B7BCB5D644}"/>
          </ac:spMkLst>
        </pc:spChg>
        <pc:spChg chg="add">
          <ac:chgData name="Chuck jee Chau (CSD)" userId="7aa7a09e-983f-4214-9e5a-071cbb678e81" providerId="ADAL" clId="{4FCD5BAD-EC23-8046-9EDB-E699CF89E817}" dt="2019-09-17T10:13:12.408" v="841"/>
          <ac:spMkLst>
            <pc:docMk/>
            <pc:sldMk cId="1842357468" sldId="321"/>
            <ac:spMk id="13" creationId="{41D50921-2CCD-1D4D-8CBB-0BA283C008CF}"/>
          </ac:spMkLst>
        </pc:spChg>
        <pc:spChg chg="del">
          <ac:chgData name="Chuck jee Chau (CSD)" userId="7aa7a09e-983f-4214-9e5a-071cbb678e81" providerId="ADAL" clId="{4FCD5BAD-EC23-8046-9EDB-E699CF89E817}" dt="2019-09-17T10:13:11.493" v="840" actId="478"/>
          <ac:spMkLst>
            <pc:docMk/>
            <pc:sldMk cId="1842357468" sldId="321"/>
            <ac:spMk id="32770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33:01.222" v="794" actId="20577"/>
          <ac:spMkLst>
            <pc:docMk/>
            <pc:sldMk cId="1842357468" sldId="321"/>
            <ac:spMk id="32775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29:09.074" v="666" actId="113"/>
          <ac:spMkLst>
            <pc:docMk/>
            <pc:sldMk cId="1842357468" sldId="321"/>
            <ac:spMk id="32776" creationId="{00000000-0000-0000-0000-000000000000}"/>
          </ac:spMkLst>
        </pc:spChg>
        <pc:spChg chg="del">
          <ac:chgData name="Chuck jee Chau (CSD)" userId="7aa7a09e-983f-4214-9e5a-071cbb678e81" providerId="ADAL" clId="{4FCD5BAD-EC23-8046-9EDB-E699CF89E817}" dt="2019-09-17T09:29:43.540" v="670" actId="478"/>
          <ac:spMkLst>
            <pc:docMk/>
            <pc:sldMk cId="1842357468" sldId="321"/>
            <ac:spMk id="3277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4FCD5BAD-EC23-8046-9EDB-E699CF89E817}" dt="2019-09-17T10:13:21.892" v="846"/>
        <pc:sldMkLst>
          <pc:docMk/>
          <pc:sldMk cId="2723884570" sldId="324"/>
        </pc:sldMkLst>
        <pc:spChg chg="add">
          <ac:chgData name="Chuck jee Chau (CSD)" userId="7aa7a09e-983f-4214-9e5a-071cbb678e81" providerId="ADAL" clId="{4FCD5BAD-EC23-8046-9EDB-E699CF89E817}" dt="2019-09-17T10:13:21.892" v="846"/>
          <ac:spMkLst>
            <pc:docMk/>
            <pc:sldMk cId="2723884570" sldId="324"/>
            <ac:spMk id="5" creationId="{9CECD831-5795-1A4F-8C49-220DC0B0C397}"/>
          </ac:spMkLst>
        </pc:spChg>
        <pc:spChg chg="del">
          <ac:chgData name="Chuck jee Chau (CSD)" userId="7aa7a09e-983f-4214-9e5a-071cbb678e81" providerId="ADAL" clId="{4FCD5BAD-EC23-8046-9EDB-E699CF89E817}" dt="2019-09-17T10:13:21.033" v="845" actId="478"/>
          <ac:spMkLst>
            <pc:docMk/>
            <pc:sldMk cId="2723884570" sldId="324"/>
            <ac:spMk id="35842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33:12.078" v="795" actId="20577"/>
          <ac:spMkLst>
            <pc:docMk/>
            <pc:sldMk cId="2723884570" sldId="324"/>
            <ac:spMk id="35843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33:34.164" v="813" actId="20577"/>
          <ac:spMkLst>
            <pc:docMk/>
            <pc:sldMk cId="2723884570" sldId="324"/>
            <ac:spMk id="35844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4FCD5BAD-EC23-8046-9EDB-E699CF89E817}" dt="2019-09-17T10:12:19.463" v="824"/>
        <pc:sldMkLst>
          <pc:docMk/>
          <pc:sldMk cId="467275298" sldId="326"/>
        </pc:sldMkLst>
        <pc:spChg chg="add">
          <ac:chgData name="Chuck jee Chau (CSD)" userId="7aa7a09e-983f-4214-9e5a-071cbb678e81" providerId="ADAL" clId="{4FCD5BAD-EC23-8046-9EDB-E699CF89E817}" dt="2019-09-17T10:12:19.463" v="824"/>
          <ac:spMkLst>
            <pc:docMk/>
            <pc:sldMk cId="467275298" sldId="326"/>
            <ac:spMk id="5" creationId="{2759FD89-F8F2-6D40-9A64-4173FB0E2F27}"/>
          </ac:spMkLst>
        </pc:spChg>
        <pc:spChg chg="del">
          <ac:chgData name="Chuck jee Chau (CSD)" userId="7aa7a09e-983f-4214-9e5a-071cbb678e81" providerId="ADAL" clId="{4FCD5BAD-EC23-8046-9EDB-E699CF89E817}" dt="2019-09-17T10:12:18.672" v="823" actId="478"/>
          <ac:spMkLst>
            <pc:docMk/>
            <pc:sldMk cId="467275298" sldId="326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8:39.449" v="402" actId="20577"/>
          <ac:spMkLst>
            <pc:docMk/>
            <pc:sldMk cId="467275298" sldId="326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11:51.155" v="421" actId="113"/>
          <ac:spMkLst>
            <pc:docMk/>
            <pc:sldMk cId="467275298" sldId="326"/>
            <ac:spMk id="449539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4FCD5BAD-EC23-8046-9EDB-E699CF89E817}" dt="2019-09-17T10:12:07.448" v="820"/>
        <pc:sldMkLst>
          <pc:docMk/>
          <pc:sldMk cId="3564814434" sldId="327"/>
        </pc:sldMkLst>
        <pc:spChg chg="add">
          <ac:chgData name="Chuck jee Chau (CSD)" userId="7aa7a09e-983f-4214-9e5a-071cbb678e81" providerId="ADAL" clId="{4FCD5BAD-EC23-8046-9EDB-E699CF89E817}" dt="2019-09-17T10:12:07.448" v="820"/>
          <ac:spMkLst>
            <pc:docMk/>
            <pc:sldMk cId="3564814434" sldId="327"/>
            <ac:spMk id="5" creationId="{92D1200C-943E-1144-835F-79957CB4793D}"/>
          </ac:spMkLst>
        </pc:spChg>
        <pc:spChg chg="del">
          <ac:chgData name="Chuck jee Chau (CSD)" userId="7aa7a09e-983f-4214-9e5a-071cbb678e81" providerId="ADAL" clId="{4FCD5BAD-EC23-8046-9EDB-E699CF89E817}" dt="2019-09-17T10:12:06.590" v="819" actId="478"/>
          <ac:spMkLst>
            <pc:docMk/>
            <pc:sldMk cId="3564814434" sldId="327"/>
            <ac:spMk id="7170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04:42.401" v="357" actId="20577"/>
          <ac:spMkLst>
            <pc:docMk/>
            <pc:sldMk cId="3564814434" sldId="327"/>
            <ac:spMk id="7172" creationId="{00000000-0000-0000-0000-000000000000}"/>
          </ac:spMkLst>
        </pc:spChg>
      </pc:sldChg>
      <pc:sldChg chg="addSp delSp modSp ord modNotes">
        <pc:chgData name="Chuck jee Chau (CSD)" userId="7aa7a09e-983f-4214-9e5a-071cbb678e81" providerId="ADAL" clId="{4FCD5BAD-EC23-8046-9EDB-E699CF89E817}" dt="2019-09-30T10:34:07.944" v="847"/>
        <pc:sldMkLst>
          <pc:docMk/>
          <pc:sldMk cId="2103136182" sldId="333"/>
        </pc:sldMkLst>
        <pc:spChg chg="mod">
          <ac:chgData name="Chuck jee Chau (CSD)" userId="7aa7a09e-983f-4214-9e5a-071cbb678e81" providerId="ADAL" clId="{4FCD5BAD-EC23-8046-9EDB-E699CF89E817}" dt="2019-09-17T09:30:00.889" v="674" actId="20577"/>
          <ac:spMkLst>
            <pc:docMk/>
            <pc:sldMk cId="2103136182" sldId="333"/>
            <ac:spMk id="11" creationId="{00000000-0000-0000-0000-000000000000}"/>
          </ac:spMkLst>
        </pc:spChg>
        <pc:spChg chg="add">
          <ac:chgData name="Chuck jee Chau (CSD)" userId="7aa7a09e-983f-4214-9e5a-071cbb678e81" providerId="ADAL" clId="{4FCD5BAD-EC23-8046-9EDB-E699CF89E817}" dt="2019-09-17T10:13:18.494" v="844"/>
          <ac:spMkLst>
            <pc:docMk/>
            <pc:sldMk cId="2103136182" sldId="333"/>
            <ac:spMk id="12" creationId="{346BB96E-3F7F-CC4A-8FED-A4D01B984ECF}"/>
          </ac:spMkLst>
        </pc:spChg>
        <pc:spChg chg="del mod">
          <ac:chgData name="Chuck jee Chau (CSD)" userId="7aa7a09e-983f-4214-9e5a-071cbb678e81" providerId="ADAL" clId="{4FCD5BAD-EC23-8046-9EDB-E699CF89E817}" dt="2019-09-17T10:13:17.613" v="843" actId="478"/>
          <ac:spMkLst>
            <pc:docMk/>
            <pc:sldMk cId="2103136182" sldId="333"/>
            <ac:spMk id="32770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32:23.903" v="783" actId="1076"/>
          <ac:spMkLst>
            <pc:docMk/>
            <pc:sldMk cId="2103136182" sldId="333"/>
            <ac:spMk id="32775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30:13.292" v="705" actId="20577"/>
          <ac:spMkLst>
            <pc:docMk/>
            <pc:sldMk cId="2103136182" sldId="333"/>
            <ac:spMk id="32776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32:53.572" v="790" actId="20577"/>
          <ac:spMkLst>
            <pc:docMk/>
            <pc:sldMk cId="2103136182" sldId="333"/>
            <ac:spMk id="32778" creationId="{00000000-0000-0000-0000-000000000000}"/>
          </ac:spMkLst>
        </pc:spChg>
      </pc:sldChg>
      <pc:sldChg chg="modSp">
        <pc:chgData name="Chuck jee Chau (CSD)" userId="7aa7a09e-983f-4214-9e5a-071cbb678e81" providerId="ADAL" clId="{4FCD5BAD-EC23-8046-9EDB-E699CF89E817}" dt="2019-09-17T09:12:19.089" v="422" actId="1076"/>
        <pc:sldMkLst>
          <pc:docMk/>
          <pc:sldMk cId="3412996154" sldId="334"/>
        </pc:sldMkLst>
        <pc:spChg chg="mod">
          <ac:chgData name="Chuck jee Chau (CSD)" userId="7aa7a09e-983f-4214-9e5a-071cbb678e81" providerId="ADAL" clId="{4FCD5BAD-EC23-8046-9EDB-E699CF89E817}" dt="2019-09-17T09:12:19.089" v="422" actId="1076"/>
          <ac:spMkLst>
            <pc:docMk/>
            <pc:sldMk cId="3412996154" sldId="334"/>
            <ac:spMk id="2" creationId="{68C16DD6-39D6-47E8-BFF0-713846998A57}"/>
          </ac:spMkLst>
        </pc:spChg>
      </pc:sldChg>
      <pc:sldChg chg="addSp delSp modSp">
        <pc:chgData name="Chuck jee Chau (CSD)" userId="7aa7a09e-983f-4214-9e5a-071cbb678e81" providerId="ADAL" clId="{4FCD5BAD-EC23-8046-9EDB-E699CF89E817}" dt="2019-09-17T10:12:29.636" v="828"/>
        <pc:sldMkLst>
          <pc:docMk/>
          <pc:sldMk cId="3989254405" sldId="335"/>
        </pc:sldMkLst>
        <pc:spChg chg="mod">
          <ac:chgData name="Chuck jee Chau (CSD)" userId="7aa7a09e-983f-4214-9e5a-071cbb678e81" providerId="ADAL" clId="{4FCD5BAD-EC23-8046-9EDB-E699CF89E817}" dt="2019-09-17T09:17:20.790" v="505" actId="1076"/>
          <ac:spMkLst>
            <pc:docMk/>
            <pc:sldMk cId="3989254405" sldId="335"/>
            <ac:spMk id="2" creationId="{00000000-0000-0000-0000-000000000000}"/>
          </ac:spMkLst>
        </pc:spChg>
        <pc:spChg chg="add mod">
          <ac:chgData name="Chuck jee Chau (CSD)" userId="7aa7a09e-983f-4214-9e5a-071cbb678e81" providerId="ADAL" clId="{4FCD5BAD-EC23-8046-9EDB-E699CF89E817}" dt="2019-09-17T09:14:13.314" v="445" actId="20577"/>
          <ac:spMkLst>
            <pc:docMk/>
            <pc:sldMk cId="3989254405" sldId="335"/>
            <ac:spMk id="7" creationId="{EFACEBCD-F45A-D543-8F51-5A3A1709ABC6}"/>
          </ac:spMkLst>
        </pc:spChg>
        <pc:spChg chg="add">
          <ac:chgData name="Chuck jee Chau (CSD)" userId="7aa7a09e-983f-4214-9e5a-071cbb678e81" providerId="ADAL" clId="{4FCD5BAD-EC23-8046-9EDB-E699CF89E817}" dt="2019-09-17T10:12:29.636" v="828"/>
          <ac:spMkLst>
            <pc:docMk/>
            <pc:sldMk cId="3989254405" sldId="335"/>
            <ac:spMk id="8" creationId="{91A9E041-5A13-564D-AC38-9BD1CC2462AF}"/>
          </ac:spMkLst>
        </pc:spChg>
        <pc:spChg chg="del">
          <ac:chgData name="Chuck jee Chau (CSD)" userId="7aa7a09e-983f-4214-9e5a-071cbb678e81" providerId="ADAL" clId="{4FCD5BAD-EC23-8046-9EDB-E699CF89E817}" dt="2019-09-17T10:12:28.844" v="827" actId="478"/>
          <ac:spMkLst>
            <pc:docMk/>
            <pc:sldMk cId="3989254405" sldId="335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13:18.041" v="433" actId="20577"/>
          <ac:spMkLst>
            <pc:docMk/>
            <pc:sldMk cId="3989254405" sldId="335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14:28.469" v="459" actId="20577"/>
          <ac:spMkLst>
            <pc:docMk/>
            <pc:sldMk cId="3989254405" sldId="335"/>
            <ac:spMk id="11268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16:59.831" v="504" actId="20577"/>
          <ac:spMkLst>
            <pc:docMk/>
            <pc:sldMk cId="3989254405" sldId="335"/>
            <ac:spMk id="11269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4FCD5BAD-EC23-8046-9EDB-E699CF89E817}" dt="2019-09-17T10:12:24.819" v="826"/>
        <pc:sldMkLst>
          <pc:docMk/>
          <pc:sldMk cId="3004692559" sldId="336"/>
        </pc:sldMkLst>
        <pc:spChg chg="mod">
          <ac:chgData name="Chuck jee Chau (CSD)" userId="7aa7a09e-983f-4214-9e5a-071cbb678e81" providerId="ADAL" clId="{4FCD5BAD-EC23-8046-9EDB-E699CF89E817}" dt="2019-09-17T09:13:06.465" v="429" actId="114"/>
          <ac:spMkLst>
            <pc:docMk/>
            <pc:sldMk cId="3004692559" sldId="336"/>
            <ac:spMk id="22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13:01.938" v="428" actId="114"/>
          <ac:spMkLst>
            <pc:docMk/>
            <pc:sldMk cId="3004692559" sldId="336"/>
            <ac:spMk id="23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8:53:20.868" v="68"/>
          <ac:spMkLst>
            <pc:docMk/>
            <pc:sldMk cId="3004692559" sldId="336"/>
            <ac:spMk id="25" creationId="{00000000-0000-0000-0000-000000000000}"/>
          </ac:spMkLst>
        </pc:spChg>
        <pc:spChg chg="add">
          <ac:chgData name="Chuck jee Chau (CSD)" userId="7aa7a09e-983f-4214-9e5a-071cbb678e81" providerId="ADAL" clId="{4FCD5BAD-EC23-8046-9EDB-E699CF89E817}" dt="2019-09-17T10:12:24.819" v="826"/>
          <ac:spMkLst>
            <pc:docMk/>
            <pc:sldMk cId="3004692559" sldId="336"/>
            <ac:spMk id="26" creationId="{279B86DF-348C-C843-B3E6-5E43311D557C}"/>
          </ac:spMkLst>
        </pc:spChg>
        <pc:spChg chg="del">
          <ac:chgData name="Chuck jee Chau (CSD)" userId="7aa7a09e-983f-4214-9e5a-071cbb678e81" providerId="ADAL" clId="{4FCD5BAD-EC23-8046-9EDB-E699CF89E817}" dt="2019-09-17T10:12:24.072" v="825" actId="478"/>
          <ac:spMkLst>
            <pc:docMk/>
            <pc:sldMk cId="3004692559" sldId="336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13:22.890" v="435" actId="20577"/>
          <ac:spMkLst>
            <pc:docMk/>
            <pc:sldMk cId="3004692559" sldId="336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12:51.985" v="427" actId="114"/>
          <ac:spMkLst>
            <pc:docMk/>
            <pc:sldMk cId="3004692559" sldId="336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4FCD5BAD-EC23-8046-9EDB-E699CF89E817}" dt="2019-09-17T10:12:53.201" v="833" actId="166"/>
        <pc:sldMkLst>
          <pc:docMk/>
          <pc:sldMk cId="4294559465" sldId="337"/>
        </pc:sldMkLst>
        <pc:spChg chg="add mod">
          <ac:chgData name="Chuck jee Chau (CSD)" userId="7aa7a09e-983f-4214-9e5a-071cbb678e81" providerId="ADAL" clId="{4FCD5BAD-EC23-8046-9EDB-E699CF89E817}" dt="2019-09-17T09:20:14.013" v="551" actId="14100"/>
          <ac:spMkLst>
            <pc:docMk/>
            <pc:sldMk cId="4294559465" sldId="337"/>
            <ac:spMk id="6" creationId="{C1D65ABC-EE2C-7D45-89DC-8B30E5DFBE6E}"/>
          </ac:spMkLst>
        </pc:spChg>
        <pc:spChg chg="add">
          <ac:chgData name="Chuck jee Chau (CSD)" userId="7aa7a09e-983f-4214-9e5a-071cbb678e81" providerId="ADAL" clId="{4FCD5BAD-EC23-8046-9EDB-E699CF89E817}" dt="2019-09-17T10:12:41.990" v="831"/>
          <ac:spMkLst>
            <pc:docMk/>
            <pc:sldMk cId="4294559465" sldId="337"/>
            <ac:spMk id="7" creationId="{FBFB465E-868C-DF47-9F92-48DC485CA1C4}"/>
          </ac:spMkLst>
        </pc:spChg>
        <pc:spChg chg="del">
          <ac:chgData name="Chuck jee Chau (CSD)" userId="7aa7a09e-983f-4214-9e5a-071cbb678e81" providerId="ADAL" clId="{4FCD5BAD-EC23-8046-9EDB-E699CF89E817}" dt="2019-09-17T10:12:41.105" v="830" actId="478"/>
          <ac:spMkLst>
            <pc:docMk/>
            <pc:sldMk cId="4294559465" sldId="337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09:20:33.600" v="556" actId="20577"/>
          <ac:spMkLst>
            <pc:docMk/>
            <pc:sldMk cId="4294559465" sldId="337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10:12:46.438" v="832" actId="166"/>
          <ac:spMkLst>
            <pc:docMk/>
            <pc:sldMk cId="4294559465" sldId="337"/>
            <ac:spMk id="11268" creationId="{00000000-0000-0000-0000-000000000000}"/>
          </ac:spMkLst>
        </pc:spChg>
        <pc:spChg chg="mod">
          <ac:chgData name="Chuck jee Chau (CSD)" userId="7aa7a09e-983f-4214-9e5a-071cbb678e81" providerId="ADAL" clId="{4FCD5BAD-EC23-8046-9EDB-E699CF89E817}" dt="2019-09-17T10:12:53.201" v="833" actId="166"/>
          <ac:spMkLst>
            <pc:docMk/>
            <pc:sldMk cId="4294559465" sldId="337"/>
            <ac:spMk id="11269" creationId="{00000000-0000-0000-0000-000000000000}"/>
          </ac:spMkLst>
        </pc:spChg>
      </pc:sldChg>
      <pc:sldChg chg="modSp">
        <pc:chgData name="Chuck jee Chau (CSD)" userId="7aa7a09e-983f-4214-9e5a-071cbb678e81" providerId="ADAL" clId="{4FCD5BAD-EC23-8046-9EDB-E699CF89E817}" dt="2019-09-17T09:34:01.051" v="816" actId="20577"/>
        <pc:sldMkLst>
          <pc:docMk/>
          <pc:sldMk cId="15670756" sldId="338"/>
        </pc:sldMkLst>
        <pc:spChg chg="mod">
          <ac:chgData name="Chuck jee Chau (CSD)" userId="7aa7a09e-983f-4214-9e5a-071cbb678e81" providerId="ADAL" clId="{4FCD5BAD-EC23-8046-9EDB-E699CF89E817}" dt="2019-09-17T09:34:01.051" v="816" actId="20577"/>
          <ac:spMkLst>
            <pc:docMk/>
            <pc:sldMk cId="15670756" sldId="338"/>
            <ac:spMk id="7" creationId="{BB42CEFC-D2BF-4B29-A47E-2C174B55C702}"/>
          </ac:spMkLst>
        </pc:spChg>
      </pc:sldChg>
    </pc:docChg>
  </pc:docChgLst>
  <pc:docChgLst>
    <pc:chgData name="William Hui (IEG)" userId="S::kyhui@cuhk.edu.hk::07728535-8fdc-4325-b24f-20cc4d58a3a3" providerId="AD" clId="Web-{79BD0336-35EB-E6A0-DBEB-A5BAB968DE36}"/>
    <pc:docChg chg="modSld">
      <pc:chgData name="William Hui (IEG)" userId="S::kyhui@cuhk.edu.hk::07728535-8fdc-4325-b24f-20cc4d58a3a3" providerId="AD" clId="Web-{79BD0336-35EB-E6A0-DBEB-A5BAB968DE36}" dt="2019-08-24T12:37:20.609" v="1" actId="20577"/>
      <pc:docMkLst>
        <pc:docMk/>
      </pc:docMkLst>
      <pc:sldChg chg="modSp">
        <pc:chgData name="William Hui (IEG)" userId="S::kyhui@cuhk.edu.hk::07728535-8fdc-4325-b24f-20cc4d58a3a3" providerId="AD" clId="Web-{79BD0336-35EB-E6A0-DBEB-A5BAB968DE36}" dt="2019-08-24T12:37:20.609" v="1" actId="20577"/>
        <pc:sldMkLst>
          <pc:docMk/>
          <pc:sldMk cId="1153119513" sldId="303"/>
        </pc:sldMkLst>
        <pc:spChg chg="mod">
          <ac:chgData name="William Hui (IEG)" userId="S::kyhui@cuhk.edu.hk::07728535-8fdc-4325-b24f-20cc4d58a3a3" providerId="AD" clId="Web-{79BD0336-35EB-E6A0-DBEB-A5BAB968DE36}" dt="2019-08-24T12:37:20.609" v="1" actId="20577"/>
          <ac:spMkLst>
            <pc:docMk/>
            <pc:sldMk cId="1153119513" sldId="303"/>
            <ac:spMk id="15363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62CB409D-D39E-9540-2ED2-8841EFCD81FE}"/>
    <pc:docChg chg="addSld delSld modSld">
      <pc:chgData name="William Hui (IEG)" userId="S::kyhui@cuhk.edu.hk::07728535-8fdc-4325-b24f-20cc4d58a3a3" providerId="AD" clId="Web-{62CB409D-D39E-9540-2ED2-8841EFCD81FE}" dt="2019-08-24T10:05:48.966" v="686"/>
      <pc:docMkLst>
        <pc:docMk/>
      </pc:docMkLst>
      <pc:sldChg chg="modSp">
        <pc:chgData name="William Hui (IEG)" userId="S::kyhui@cuhk.edu.hk::07728535-8fdc-4325-b24f-20cc4d58a3a3" providerId="AD" clId="Web-{62CB409D-D39E-9540-2ED2-8841EFCD81FE}" dt="2019-08-24T08:37:47.452" v="25" actId="20577"/>
        <pc:sldMkLst>
          <pc:docMk/>
          <pc:sldMk cId="452717289" sldId="257"/>
        </pc:sldMkLst>
        <pc:spChg chg="mod">
          <ac:chgData name="William Hui (IEG)" userId="S::kyhui@cuhk.edu.hk::07728535-8fdc-4325-b24f-20cc4d58a3a3" providerId="AD" clId="Web-{62CB409D-D39E-9540-2ED2-8841EFCD81FE}" dt="2019-08-24T08:37:47.452" v="25" actId="20577"/>
          <ac:spMkLst>
            <pc:docMk/>
            <pc:sldMk cId="452717289" sldId="257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2CB409D-D39E-9540-2ED2-8841EFCD81FE}" dt="2019-08-24T08:37:31.295" v="10" actId="20577"/>
        <pc:sldMkLst>
          <pc:docMk/>
          <pc:sldMk cId="3136977192" sldId="292"/>
        </pc:sldMkLst>
        <pc:spChg chg="mod">
          <ac:chgData name="William Hui (IEG)" userId="S::kyhui@cuhk.edu.hk::07728535-8fdc-4325-b24f-20cc4d58a3a3" providerId="AD" clId="Web-{62CB409D-D39E-9540-2ED2-8841EFCD81FE}" dt="2019-08-24T08:37:31.295" v="10" actId="20577"/>
          <ac:spMkLst>
            <pc:docMk/>
            <pc:sldMk cId="3136977192" sldId="292"/>
            <ac:spMk id="3" creationId="{00000000-0000-0000-0000-000000000000}"/>
          </ac:spMkLst>
        </pc:spChg>
      </pc:sldChg>
      <pc:sldChg chg="delSp modSp">
        <pc:chgData name="William Hui (IEG)" userId="S::kyhui@cuhk.edu.hk::07728535-8fdc-4325-b24f-20cc4d58a3a3" providerId="AD" clId="Web-{62CB409D-D39E-9540-2ED2-8841EFCD81FE}" dt="2019-08-24T09:35:09.192" v="84" actId="20577"/>
        <pc:sldMkLst>
          <pc:docMk/>
          <pc:sldMk cId="1153119513" sldId="303"/>
        </pc:sldMkLst>
        <pc:spChg chg="del">
          <ac:chgData name="William Hui (IEG)" userId="S::kyhui@cuhk.edu.hk::07728535-8fdc-4325-b24f-20cc4d58a3a3" providerId="AD" clId="Web-{62CB409D-D39E-9540-2ED2-8841EFCD81FE}" dt="2019-08-24T09:32:45.224" v="28"/>
          <ac:spMkLst>
            <pc:docMk/>
            <pc:sldMk cId="1153119513" sldId="303"/>
            <ac:spMk id="8" creationId="{00000000-0000-0000-0000-000000000000}"/>
          </ac:spMkLst>
        </pc:spChg>
        <pc:spChg chg="mod">
          <ac:chgData name="William Hui (IEG)" userId="S::kyhui@cuhk.edu.hk::07728535-8fdc-4325-b24f-20cc4d58a3a3" providerId="AD" clId="Web-{62CB409D-D39E-9540-2ED2-8841EFCD81FE}" dt="2019-08-24T09:35:09.192" v="84" actId="20577"/>
          <ac:spMkLst>
            <pc:docMk/>
            <pc:sldMk cId="1153119513" sldId="303"/>
            <ac:spMk id="1536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2CB409D-D39E-9540-2ED2-8841EFCD81FE}" dt="2019-08-24T09:50:10.805" v="268" actId="20577"/>
        <pc:sldMkLst>
          <pc:docMk/>
          <pc:sldMk cId="1284623426" sldId="318"/>
        </pc:sldMkLst>
        <pc:spChg chg="mod">
          <ac:chgData name="William Hui (IEG)" userId="S::kyhui@cuhk.edu.hk::07728535-8fdc-4325-b24f-20cc4d58a3a3" providerId="AD" clId="Web-{62CB409D-D39E-9540-2ED2-8841EFCD81FE}" dt="2019-08-24T09:50:10.805" v="268" actId="20577"/>
          <ac:spMkLst>
            <pc:docMk/>
            <pc:sldMk cId="1284623426" sldId="318"/>
            <ac:spMk id="29699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2CB409D-D39E-9540-2ED2-8841EFCD81FE}" dt="2019-08-24T09:50:13.180" v="271" actId="20577"/>
        <pc:sldMkLst>
          <pc:docMk/>
          <pc:sldMk cId="683733156" sldId="319"/>
        </pc:sldMkLst>
        <pc:spChg chg="mod">
          <ac:chgData name="William Hui (IEG)" userId="S::kyhui@cuhk.edu.hk::07728535-8fdc-4325-b24f-20cc4d58a3a3" providerId="AD" clId="Web-{62CB409D-D39E-9540-2ED2-8841EFCD81FE}" dt="2019-08-24T09:50:13.180" v="271" actId="20577"/>
          <ac:spMkLst>
            <pc:docMk/>
            <pc:sldMk cId="683733156" sldId="319"/>
            <ac:spMk id="3072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2CB409D-D39E-9540-2ED2-8841EFCD81FE}" dt="2019-08-24T09:50:16.914" v="274" actId="20577"/>
        <pc:sldMkLst>
          <pc:docMk/>
          <pc:sldMk cId="2883120327" sldId="320"/>
        </pc:sldMkLst>
        <pc:spChg chg="mod">
          <ac:chgData name="William Hui (IEG)" userId="S::kyhui@cuhk.edu.hk::07728535-8fdc-4325-b24f-20cc4d58a3a3" providerId="AD" clId="Web-{62CB409D-D39E-9540-2ED2-8841EFCD81FE}" dt="2019-08-24T09:50:16.914" v="274" actId="20577"/>
          <ac:spMkLst>
            <pc:docMk/>
            <pc:sldMk cId="2883120327" sldId="320"/>
            <ac:spMk id="31747" creationId="{00000000-0000-0000-0000-000000000000}"/>
          </ac:spMkLst>
        </pc:spChg>
      </pc:sldChg>
      <pc:sldChg chg="delSp modSp">
        <pc:chgData name="William Hui (IEG)" userId="S::kyhui@cuhk.edu.hk::07728535-8fdc-4325-b24f-20cc4d58a3a3" providerId="AD" clId="Web-{62CB409D-D39E-9540-2ED2-8841EFCD81FE}" dt="2019-08-24T09:41:29.819" v="193" actId="20577"/>
        <pc:sldMkLst>
          <pc:docMk/>
          <pc:sldMk cId="1842357468" sldId="321"/>
        </pc:sldMkLst>
        <pc:spChg chg="mod">
          <ac:chgData name="William Hui (IEG)" userId="S::kyhui@cuhk.edu.hk::07728535-8fdc-4325-b24f-20cc4d58a3a3" providerId="AD" clId="Web-{62CB409D-D39E-9540-2ED2-8841EFCD81FE}" dt="2019-08-24T09:41:29.819" v="193" actId="20577"/>
          <ac:spMkLst>
            <pc:docMk/>
            <pc:sldMk cId="1842357468" sldId="321"/>
            <ac:spMk id="32775" creationId="{00000000-0000-0000-0000-000000000000}"/>
          </ac:spMkLst>
        </pc:spChg>
        <pc:spChg chg="del mod">
          <ac:chgData name="William Hui (IEG)" userId="S::kyhui@cuhk.edu.hk::07728535-8fdc-4325-b24f-20cc4d58a3a3" providerId="AD" clId="Web-{62CB409D-D39E-9540-2ED2-8841EFCD81FE}" dt="2019-08-24T09:40:27.522" v="161"/>
          <ac:spMkLst>
            <pc:docMk/>
            <pc:sldMk cId="1842357468" sldId="321"/>
            <ac:spMk id="3277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2CB409D-D39E-9540-2ED2-8841EFCD81FE}" dt="2019-08-24T09:50:21.977" v="277" actId="20577"/>
        <pc:sldMkLst>
          <pc:docMk/>
          <pc:sldMk cId="2723884570" sldId="324"/>
        </pc:sldMkLst>
        <pc:spChg chg="mod">
          <ac:chgData name="William Hui (IEG)" userId="S::kyhui@cuhk.edu.hk::07728535-8fdc-4325-b24f-20cc4d58a3a3" providerId="AD" clId="Web-{62CB409D-D39E-9540-2ED2-8841EFCD81FE}" dt="2019-08-24T09:50:21.977" v="277" actId="20577"/>
          <ac:spMkLst>
            <pc:docMk/>
            <pc:sldMk cId="2723884570" sldId="324"/>
            <ac:spMk id="3584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62CB409D-D39E-9540-2ED2-8841EFCD81FE}" dt="2019-08-24T08:37:40.342" v="19" actId="20577"/>
        <pc:sldMkLst>
          <pc:docMk/>
          <pc:sldMk cId="864722621" sldId="332"/>
        </pc:sldMkLst>
        <pc:spChg chg="mod">
          <ac:chgData name="William Hui (IEG)" userId="S::kyhui@cuhk.edu.hk::07728535-8fdc-4325-b24f-20cc4d58a3a3" providerId="AD" clId="Web-{62CB409D-D39E-9540-2ED2-8841EFCD81FE}" dt="2019-08-24T08:37:40.342" v="19" actId="20577"/>
          <ac:spMkLst>
            <pc:docMk/>
            <pc:sldMk cId="864722621" sldId="332"/>
            <ac:spMk id="3" creationId="{00000000-0000-0000-0000-000000000000}"/>
          </ac:spMkLst>
        </pc:spChg>
      </pc:sldChg>
      <pc:sldChg chg="modSp add replId">
        <pc:chgData name="William Hui (IEG)" userId="S::kyhui@cuhk.edu.hk::07728535-8fdc-4325-b24f-20cc4d58a3a3" providerId="AD" clId="Web-{62CB409D-D39E-9540-2ED2-8841EFCD81FE}" dt="2019-08-24T09:43:33.850" v="266" actId="20577"/>
        <pc:sldMkLst>
          <pc:docMk/>
          <pc:sldMk cId="2103136182" sldId="333"/>
        </pc:sldMkLst>
        <pc:spChg chg="mod">
          <ac:chgData name="William Hui (IEG)" userId="S::kyhui@cuhk.edu.hk::07728535-8fdc-4325-b24f-20cc4d58a3a3" providerId="AD" clId="Web-{62CB409D-D39E-9540-2ED2-8841EFCD81FE}" dt="2019-08-24T09:41:14.069" v="184" actId="20577"/>
          <ac:spMkLst>
            <pc:docMk/>
            <pc:sldMk cId="2103136182" sldId="333"/>
            <ac:spMk id="11" creationId="{00000000-0000-0000-0000-000000000000}"/>
          </ac:spMkLst>
        </pc:spChg>
        <pc:spChg chg="mod">
          <ac:chgData name="William Hui (IEG)" userId="S::kyhui@cuhk.edu.hk::07728535-8fdc-4325-b24f-20cc4d58a3a3" providerId="AD" clId="Web-{62CB409D-D39E-9540-2ED2-8841EFCD81FE}" dt="2019-08-24T09:43:07.725" v="251" actId="20577"/>
          <ac:spMkLst>
            <pc:docMk/>
            <pc:sldMk cId="2103136182" sldId="333"/>
            <ac:spMk id="32775" creationId="{00000000-0000-0000-0000-000000000000}"/>
          </ac:spMkLst>
        </pc:spChg>
        <pc:spChg chg="mod">
          <ac:chgData name="William Hui (IEG)" userId="S::kyhui@cuhk.edu.hk::07728535-8fdc-4325-b24f-20cc4d58a3a3" providerId="AD" clId="Web-{62CB409D-D39E-9540-2ED2-8841EFCD81FE}" dt="2019-08-24T09:43:33.850" v="266" actId="20577"/>
          <ac:spMkLst>
            <pc:docMk/>
            <pc:sldMk cId="2103136182" sldId="333"/>
            <ac:spMk id="32778" creationId="{00000000-0000-0000-0000-000000000000}"/>
          </ac:spMkLst>
        </pc:spChg>
      </pc:sldChg>
      <pc:sldChg chg="addSp delSp modSp new">
        <pc:chgData name="William Hui (IEG)" userId="S::kyhui@cuhk.edu.hk::07728535-8fdc-4325-b24f-20cc4d58a3a3" providerId="AD" clId="Web-{62CB409D-D39E-9540-2ED2-8841EFCD81FE}" dt="2019-08-24T09:58:03.669" v="463" actId="20577"/>
        <pc:sldMkLst>
          <pc:docMk/>
          <pc:sldMk cId="3412996154" sldId="334"/>
        </pc:sldMkLst>
        <pc:spChg chg="mod">
          <ac:chgData name="William Hui (IEG)" userId="S::kyhui@cuhk.edu.hk::07728535-8fdc-4325-b24f-20cc4d58a3a3" providerId="AD" clId="Web-{62CB409D-D39E-9540-2ED2-8841EFCD81FE}" dt="2019-08-24T09:51:02.836" v="299" actId="20577"/>
          <ac:spMkLst>
            <pc:docMk/>
            <pc:sldMk cId="3412996154" sldId="334"/>
            <ac:spMk id="2" creationId="{68C16DD6-39D6-47E8-BFF0-713846998A57}"/>
          </ac:spMkLst>
        </pc:spChg>
        <pc:spChg chg="mod">
          <ac:chgData name="William Hui (IEG)" userId="S::kyhui@cuhk.edu.hk::07728535-8fdc-4325-b24f-20cc4d58a3a3" providerId="AD" clId="Web-{62CB409D-D39E-9540-2ED2-8841EFCD81FE}" dt="2019-08-24T09:58:03.669" v="463" actId="20577"/>
          <ac:spMkLst>
            <pc:docMk/>
            <pc:sldMk cId="3412996154" sldId="334"/>
            <ac:spMk id="3" creationId="{FB375AE1-A8C8-4198-9DF5-A9D98CC7EE3B}"/>
          </ac:spMkLst>
        </pc:spChg>
        <pc:spChg chg="add del mod">
          <ac:chgData name="William Hui (IEG)" userId="S::kyhui@cuhk.edu.hk::07728535-8fdc-4325-b24f-20cc4d58a3a3" providerId="AD" clId="Web-{62CB409D-D39E-9540-2ED2-8841EFCD81FE}" dt="2019-08-24T09:54:43.231" v="331"/>
          <ac:spMkLst>
            <pc:docMk/>
            <pc:sldMk cId="3412996154" sldId="334"/>
            <ac:spMk id="5" creationId="{7A672D86-D03C-48B0-82E6-05F2BE0DB77B}"/>
          </ac:spMkLst>
        </pc:spChg>
      </pc:sldChg>
      <pc:sldChg chg="modSp add">
        <pc:chgData name="William Hui (IEG)" userId="S::kyhui@cuhk.edu.hk::07728535-8fdc-4325-b24f-20cc4d58a3a3" providerId="AD" clId="Web-{62CB409D-D39E-9540-2ED2-8841EFCD81FE}" dt="2019-08-24T09:57:51.497" v="438" actId="20577"/>
        <pc:sldMkLst>
          <pc:docMk/>
          <pc:sldMk cId="3989254405" sldId="335"/>
        </pc:sldMkLst>
        <pc:spChg chg="mod">
          <ac:chgData name="William Hui (IEG)" userId="S::kyhui@cuhk.edu.hk::07728535-8fdc-4325-b24f-20cc4d58a3a3" providerId="AD" clId="Web-{62CB409D-D39E-9540-2ED2-8841EFCD81FE}" dt="2019-08-24T09:55:32.122" v="354" actId="20577"/>
          <ac:spMkLst>
            <pc:docMk/>
            <pc:sldMk cId="3989254405" sldId="335"/>
            <ac:spMk id="11267" creationId="{00000000-0000-0000-0000-000000000000}"/>
          </ac:spMkLst>
        </pc:spChg>
        <pc:spChg chg="mod">
          <ac:chgData name="William Hui (IEG)" userId="S::kyhui@cuhk.edu.hk::07728535-8fdc-4325-b24f-20cc4d58a3a3" providerId="AD" clId="Web-{62CB409D-D39E-9540-2ED2-8841EFCD81FE}" dt="2019-08-24T09:57:51.497" v="438" actId="20577"/>
          <ac:spMkLst>
            <pc:docMk/>
            <pc:sldMk cId="3989254405" sldId="335"/>
            <ac:spMk id="11269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62CB409D-D39E-9540-2ED2-8841EFCD81FE}" dt="2019-08-24T09:55:12.481" v="342" actId="20577"/>
        <pc:sldMkLst>
          <pc:docMk/>
          <pc:sldMk cId="3004692559" sldId="336"/>
        </pc:sldMkLst>
        <pc:spChg chg="mod">
          <ac:chgData name="William Hui (IEG)" userId="S::kyhui@cuhk.edu.hk::07728535-8fdc-4325-b24f-20cc4d58a3a3" providerId="AD" clId="Web-{62CB409D-D39E-9540-2ED2-8841EFCD81FE}" dt="2019-08-24T09:55:12.481" v="342" actId="20577"/>
          <ac:spMkLst>
            <pc:docMk/>
            <pc:sldMk cId="3004692559" sldId="336"/>
            <ac:spMk id="11267" creationId="{00000000-0000-0000-0000-000000000000}"/>
          </ac:spMkLst>
        </pc:spChg>
      </pc:sldChg>
      <pc:sldChg chg="delSp modSp add replId">
        <pc:chgData name="William Hui (IEG)" userId="S::kyhui@cuhk.edu.hk::07728535-8fdc-4325-b24f-20cc4d58a3a3" providerId="AD" clId="Web-{62CB409D-D39E-9540-2ED2-8841EFCD81FE}" dt="2019-08-24T10:05:46.763" v="685" actId="20577"/>
        <pc:sldMkLst>
          <pc:docMk/>
          <pc:sldMk cId="4294559465" sldId="337"/>
        </pc:sldMkLst>
        <pc:spChg chg="del">
          <ac:chgData name="William Hui (IEG)" userId="S::kyhui@cuhk.edu.hk::07728535-8fdc-4325-b24f-20cc4d58a3a3" providerId="AD" clId="Web-{62CB409D-D39E-9540-2ED2-8841EFCD81FE}" dt="2019-08-24T10:00:16.747" v="542"/>
          <ac:spMkLst>
            <pc:docMk/>
            <pc:sldMk cId="4294559465" sldId="337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62CB409D-D39E-9540-2ED2-8841EFCD81FE}" dt="2019-08-24T09:59:03.903" v="498" actId="20577"/>
          <ac:spMkLst>
            <pc:docMk/>
            <pc:sldMk cId="4294559465" sldId="337"/>
            <ac:spMk id="11267" creationId="{00000000-0000-0000-0000-000000000000}"/>
          </ac:spMkLst>
        </pc:spChg>
        <pc:spChg chg="mod">
          <ac:chgData name="William Hui (IEG)" userId="S::kyhui@cuhk.edu.hk::07728535-8fdc-4325-b24f-20cc4d58a3a3" providerId="AD" clId="Web-{62CB409D-D39E-9540-2ED2-8841EFCD81FE}" dt="2019-08-24T10:01:41.372" v="613" actId="20577"/>
          <ac:spMkLst>
            <pc:docMk/>
            <pc:sldMk cId="4294559465" sldId="337"/>
            <ac:spMk id="11268" creationId="{00000000-0000-0000-0000-000000000000}"/>
          </ac:spMkLst>
        </pc:spChg>
        <pc:spChg chg="mod">
          <ac:chgData name="William Hui (IEG)" userId="S::kyhui@cuhk.edu.hk::07728535-8fdc-4325-b24f-20cc4d58a3a3" providerId="AD" clId="Web-{62CB409D-D39E-9540-2ED2-8841EFCD81FE}" dt="2019-08-24T10:05:46.763" v="685" actId="20577"/>
          <ac:spMkLst>
            <pc:docMk/>
            <pc:sldMk cId="4294559465" sldId="337"/>
            <ac:spMk id="1126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800" units="cm"/>
          <inkml:channel name="T" type="integer" max="2.14748E9" units="dev"/>
        </inkml:traceFormat>
        <inkml:channelProperties>
          <inkml:channelProperty channel="X" name="resolution" value="90" units="1/cm"/>
          <inkml:channelProperty channel="Y" name="resolution" value="90" units="1/cm"/>
          <inkml:channelProperty channel="T" name="resolution" value="1" units="1/dev"/>
        </inkml:channelProperties>
      </inkml:inkSource>
      <inkml:timestamp xml:id="ts0" timeString="2020-09-28T10:08:25.2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6878 6907 0,'-28'0'47,"0"0"0,28 28-31,-29-28-16,1 0 15,0 28 1,-1-28-16,29 29 15,-28-29-15,28 28 16,0 0 31,28-28-16,-28 29-15,29-29-16,-1 28 15,0-28 1,-28 28 0,29-28-16,-29 28 15,28 1 1,-28-1 15,-28 0 16,28 1-31,-29-29-16,1 0 15,28 28-15,-28-28 16,-1 0-16,29 28 0,-28-28 16,28 29-16,-28-29 0,-1 0 15,29 28 1,0 0 31,29-28-47,-29 29 15,0-1 1,28-28-16,-28 28 16,28-28-1,-28 28-15,29-28 110</inkml:trace>
  <inkml:trace contextRef="#ctx0" brushRef="#br0" timeOffset="592">7359 7077 0,'0'28'31,"0"0"-16,0 0 1,0 1-16,0-1 16,0 0-16,0 1 15,0-1-15,0 0 16,-28-28-16,28 29 0,0-1 16,0 0-1,0 1 1</inkml:trace>
  <inkml:trace contextRef="#ctx0" brushRef="#br0" timeOffset="1078">7812 7360 0,'0'28'47,"0"0"-31,0 1 15,-28-29-31,28 28 0,-28-28 16,28 28-16,0 0 15,-29-28 1,29 29-16,-28-29 16,28 28-1,-28-28-15,0 28 16</inkml:trace>
  <inkml:trace contextRef="#ctx0" brushRef="#br0" timeOffset="2077">8294 7105 0,'28'0'47,"0"0"-32,-28 28 1,28-28-16,1 0 0,-29 28 16,28-28-16,0 0 0,1 29 15,-1-29-15,0 0 0,-28 28 0,29-28 31,-29 28-31,0 1 32,-29-1-32,29 0 15,-28 1 1,0-1 0,-1-28-1,29 28-15,-28-28 0,0 0 16,28 29-1,-29-29-15,1 0 0,0 0 16,28 28-16,-28-28 16,-1 0-1,1 28 1,56-28 62,-28 28-62,29-28-1,-1 0 1,0 0-16,-28 29 16,28-29-16,1 0 15</inkml:trace>
  <inkml:trace contextRef="#ctx0" brushRef="#br0" timeOffset="2547">8916 7501 0,'29'0'31,"-29"28"-31,0 1 63,-29-29-63,29 28 15,0 0 1,-28-28-16,28 29 16,-28-29-16,-1 0 15,29 28-15,0 0 16,-28-28-16,0 0 16</inkml:trace>
  <inkml:trace contextRef="#ctx0" brushRef="#br0" timeOffset="3631">9624 6992 0,'28'0'47,"-28"28"-31,29-28-16,-29 28 15,28 1-15,-28-1 16,28-28-16,0 28 0,-28 0 16,29-28-16,-29 29 0,28-29 15,-28 28-15,28-28 0,-28 28 16,0 1 15,0-1-15,-28-28-1,28 28 1,-28-28-16,-1 0 0,29 29 16,-28-29-16,0 0 0,-29 0 15,29 0-15,0 0 16,-1 0-16,1 0 16,113 56 93,-85-27-109,28-29 16,1 0-16,-29 28 15,28 0-15,0-28 16,-28 28-16,0 1 15,0-1-15,28-28 16,-56 28 15,28 1-15,-28-29 0,0 0-1,-1 0-15,1 0 16,0 0-16,-1 0 0,-56 0 15,57 28-15,0-28 0,-1 0 16,1 0-16,0 0 0,0 0 16,-1 0-1,58 0 17</inkml:trace>
  <inkml:trace contextRef="#ctx0" brushRef="#br0" timeOffset="5326">10133 6963 0,'29'0'16,"-29"29"-1,28-29-15,-28 28 0,28-28 16,1 0-16,-29 28 0,28-28 15,0 0-15,1 29 16,-1-29-16,0 0 31,-56 0 141,28 28-156,-28-28-1,-1 0 1,1 0 0,28 28-16,-28-28 0,-1 28 15,1-28-15,0 0 0,28 29 16,-29-29-16,29 28 16,-28-28-16,28 28 0,0 1 15,-28-29-15,28 28 16,28-28-1,-28 28 1,28-28 0,-28 29-1,29-29-15,-1 0 16,85 28 31,-84-28-47,-29 28 0,28-28 0,0 0 31,1 0-15,-29 29-1,28-29 1,0 28 31,-28 0-16,0 0 0,0 1 1,0-1-17,-28 0 1,28 1-1,-28-29-15,28 28 16,-29-28-16,29 28 16,-28-28-16,28 29 15,-28-29-15,28 28 16,0 0 0,-29-28-1,1 28 79</inkml:trace>
  <inkml:trace contextRef="#ctx0" brushRef="#br0" timeOffset="5779.99">10954 7360 0,'29'0'78</inkml:trace>
  <inkml:trace contextRef="#ctx0" brushRef="#br0" timeOffset="6247">11011 7586 0,'0'28'46,"0"1"-30,-28-29-16,28 28 31,-29-28-31,29 28 0,-28-28 16,28 29 0,-28-29-16,28 28 0,-29-28 15,29 28 1,-28-28-16,0 0 15,-1 0-15,1 0 16,28 28 15</inkml:trace>
  <inkml:trace contextRef="#ctx0" brushRef="#br0" timeOffset="9645">12681 6793 0,'0'29'47,"-28"-29"-47,28 28 16,0 0-1,0 1 1,0-1-16,0 0 0,0 1 16,0-1-16,0 0 15,0 1-15,0-1 16,0 0-16,0 0 15,0 1-15,0-1 16,0 0 0,-29-28-1,58 0 32</inkml:trace>
  <inkml:trace contextRef="#ctx0" brushRef="#br0" timeOffset="10178">13219 7190 0,'0'28'47,"0"0"-16,0 1-15,-28-29-16,28 28 15,0 0 1,-29-28-16,29 29 16,0-1-1,-28-28 1,56 0 46</inkml:trace>
  <inkml:trace contextRef="#ctx0" brushRef="#br0" timeOffset="10968">13757 6878 0,'28'0'15,"-28"-28"1,28 28-16,1 0 16,-1 0-16,0 0 15,0 0-15,1 0 16,-1 28-16,0-28 0,1 0 15,-1 0-15,0 0 0,1 0 16,-29 29-16,28-29 0,0 0 0,-28 28 16,29-28-16,-29 28 15,28-28-15,-28 29 0,28-29 16,-28 28-16,28 0 16,-28 1 15,-28-29-31,28 28 15,-28-28 1,28 28-16,-28-28 0,-1 28 16,1-28-16,0 0 15,28 29-15,-29-29 0,1 0 0,0 0 16,28 28-16,-29-28 0,1 0 0,0 0 16,-1 0-16,1 28 0,0-28 15,0 0-15,28 29 16,28-29 46,0 0-62,-28 28 16,28-28-16,1 0 0,-1 0 16,0 0-16,1 0 0,-1 28 15,0-28-15,1 0 0,-1 0 16,0 0-16,-28 29 15,29-29-15,-1 0 0</inkml:trace>
  <inkml:trace contextRef="#ctx0" brushRef="#br0" timeOffset="11378">14747 7246 0,'0'29'47,"0"-1"-31,0 0-16,0 1 15,-28-29-15,28 28 16,-28-28-1,28 28-15,0 1 0,-29-29 16,29 28-16,-28 0 16,28 0-1</inkml:trace>
  <inkml:trace contextRef="#ctx0" brushRef="#br0" timeOffset="12451">15313 6793 0,'29'0'32,"-1"0"-17,0 0 1,1 0-16,-29 29 15,28-29-15,0 0 0,1 28 16,-1-28-16,0 28 16,29 1-1,-29-29-15,0 28 16,-28 0-16,29-28 0,-1 29 16,-28-1-16,28-28 15,-28 28-15,0 1 16,0-1-1,0 0-15,0 0 16,-28-28 0,28 29-1,-28-29-15,-1 0 16,1 0-16,28 28 0,-28-28 16,0 0-16,-1 0 15,1 0-15,0 0 0,-1 0 16,1 0-1,28-28-15,-28 28 16,56 0 47,0 0-48,1 0 16,-1 0-31,0 0 16,-28 28-16,29-28 0,-1 0 0,0 0 16,-28 28-16,28-28 0,1 0 15,-29 29 1,0-1 0,0 0-1,0 1 1,0-1 15,-29-28-15,1 0-1,0 28-15,0-28 16,-1 0-16,29 29 16,-28-29-16,0 0 15,-1 0-15,1 0 16</inkml:trace>
  <inkml:trace contextRef="#ctx0" brushRef="#br0" timeOffset="12876">16219 7360 0,'0'28'31,"0"0"1,0 1-17,-28-1 1,28 0-1,0 0 17,-28-28-32,56 0 47</inkml:trace>
  <inkml:trace contextRef="#ctx0" brushRef="#br0" timeOffset="13835">16955 6850 0,'-28'0'15,"0"0"1,-171 113 46,199-84-62,-28-29 0,28 28 0,0 0 16,-28-28-16,28 29 0,0-1 0,-28 0 16,28 0-16,0 1 15,0-1-15,0 0 16,0 1-1,28-29 1,-28 28-16,28-28 16,-28 28-16,28-28 15,1 0 1,-1 0 0,0 0-1,1 0-15,-29-28 0,28 28 16,0 0-16,-28-28 0,29 28 0,-1 0 15,-28-29-15,28 29 0,-28-28 16,29 28-16,-29-28 0,28 28 0,-28-29 16,28 29-16,-28-28 0,0 0 15,28 28-15,-28-28 0,0-1 16,0 1 0,29 28-16,-29-28 0,0-1 15,0 1 1,0 0-1,-29 28 32,29-29-31,-28 29 0</inkml:trace>
  <inkml:trace contextRef="#ctx0" brushRef="#br0" timeOffset="14314">17493 7331 0,'0'29'0,"-28"-29"47,28 28-32,-29-28-15,29 28 16,-28-28-16,28 29 0,-28-29 16,28 28-16,-28-28 15,28 28-15,-29-28 0,29 28 16,0 1-1,29-29 1</inkml:trace>
  <inkml:trace contextRef="#ctx0" brushRef="#br0" timeOffset="15425">18201 6935 0,'-29'0'16,"1"0"-1,28 28-15,-28-28 16,28 29-16,-29-1 16,29 0-16,-28 1 15,28-1-15,0 0 0,0 0 16,0 1-16,0-1 15,0 0-15,0 29 32,0-29-32,28-28 0,-28 29 0,0-1 15,29-28-15,-29 28 32,28-28-32,0 0 15,1 0-15,-1 0 16,-28 29-16,28-29 0,1 0 15,27-29 1,-27 29-16,-29-28 16,28 28-16,-28-28 15,28 28-15,0 0 0,-28-29 16,29 1-16,-29 0 16,28 28-16,-28-29 15,28 1 1,-28 0-16,0-1 15,0 1 1,0 0 0,0 0-1,-28 28-15,28-29 16,0 1 15,-28 28-15,28-28-1,-29 28 1,29-29-16,-28 29 78,0 0-62,0-28-1,-1 28 1</inkml:trace>
  <inkml:trace contextRef="#ctx0" brushRef="#br0" timeOffset="150926.99">8718 9624 0,'-28'0'31,"0"0"0,28-28-15,-29 28-16,1 0 16,0 0-16,-1-29 15,1 29-15,0 0 16,-1 0 0,29 29-16,-28-29 0,0 0 15,-1 28 1,1-28-16,0 0 15,28 28-15,-28 1 16,-1-29 0,29 28-16,0 0 15,0 1 1,0-1-16,0 0 16,0 1-1,0-1-15,0 0 16,0 0-16,29 1 15,-29-1-15,28 0 16,-28 29 15,0-29-31,0 1 16,0-1-16,0 0 16,0 0-1,0 1 16,0-1-15,28-28 0,-28 28-16,28-28 156,1 0-125,-1 0-15,-28 29-16,28-29 15,1 0 17,-1 0 171</inkml:trace>
  <inkml:trace contextRef="#ctx0" brushRef="#br0" timeOffset="152195">7558 9794 0,'0'28'31,"0"1"-15,0-1 0,0 0-16,0 0 15,0 1-15,28-29 0,-28 28 0,0 0 16,0 1-16,0-1 0,0 0 0,0 1 16,0-1-16,0 0 15,-28-28-15,28 28 0,0 1 16,0-58 62,0 1-62,0 0-16,28 28 15,-28-28-15,0-1 0,28 29 16,-28-28-16,0 0 0,29 28 0,-29-29 15,28 29-15,-28-28 0,28 28 0,0 0 16,-28-28-16,29 28 0,-1 0 16,-28-29-16,28 29 0,1 0 0,-1 0 15,0 0-15,1 0 0,-1 0 16,0 0-16,-28 29 16,0-1-16,28-28 15,-28 28-15,0 1 0,0-1 16,0 0-16,0 1 0,0-1 0,0 0 15,0 0-15,0 1 0,0-1 16,0 0-16,-28-28 0,28 29 16,0-1-1,0-56 79,28 28-94</inkml:trace>
  <inkml:trace contextRef="#ctx0" brushRef="#br0" timeOffset="153776">9058 9681 0,'28'0'63,"-28"-29"-47,28 29-1,1 0-15,-1 0 16,0 0-1,1 0-15,-1 0 16,0 0-16,1 0 16,-29 29-16,28-29 15,-28 28 1,0 0 0,0 1-1,0-1-15,0 0 16,0 1-1,-28-29 1,-1 28 0,1-28-1,28 28-15,-28-28 0,-1 0 16,29 28-16,-28-28 0,0 0 0,-1 0 16,1 0-16,0 0 15,0 0-15,28 29 110,28-29-110,-28 28 15,28-28-15,0 28 0,1 1 16,-29-1-1,28-28-15,0 28 0,-28 1 16,29-29-16,-29 28 0,28-28 16,-28 28-16,0 0 15,0 1 1,0-1 15,-28-28-31,28 28 16,-29-28-1,1 0-15,0 29 16,-1-29-16,1 0 0,0 0 16,0 0-16,-1 0 15,1 0-15,0 0 16</inkml:trace>
  <inkml:trace contextRef="#ctx0" brushRef="#br0" timeOffset="154707">9624 9511 0,'28'0'16,"1"0"31,-1 0-31,0 0-16,0 0 0,1 28 15,-1-28-15,0 0 16,1 0-16,-29 28 0,28-28 0,0 0 15,1 0-15,-1 0 0,-28 29 16,28-29-16,1 0 16,-29 28 31,0 0-32,0 1-15,0-1 16,0 0-16,0 1 0,0-1 15,0 0-15,0 1 0,0-1 16,0 0-16,0 0 0,0 1 16,0-1-16,0 0 0,-29-28 0,29 29 15,0-1-15,0 0 0,0 1 16,0-1-16,0 0 0,0 0 16,0 1-16,0-1 0,0 0 15,0 1 1,-28-29 62,0-29-47,-1 29-15,29 29 15,-28-29 0</inkml:trace>
  <inkml:trace contextRef="#ctx0" brushRef="#br0" timeOffset="155325">10756 9964 0,'28'0'31,"1"0"-15,-1 0 0,0 0-16,1 0 0,-1 0 15,0 0-15,1 0 0,-1 0 0,0 0 16,1 0-16,-29-29 0,28 29 0,0 0 0,0 0 0,1 0 16,-1 0-16,0 0 15,-28 29-15</inkml:trace>
  <inkml:trace contextRef="#ctx0" brushRef="#br0" timeOffset="155798">10869 10105 0,'0'29'15,"29"-29"32,-1 0-15,0 0-17,1 0-15,-1 0 16,0 0-16,1 0 0,-1 0 15,0 0-15,0 0 0,1 0 16,-1 0-16,0 0 0,1 0 16,-1 0-16,0 0 15</inkml:trace>
  <inkml:trace contextRef="#ctx0" brushRef="#br0" timeOffset="156753">11860 9794 0,'28'0'47,"1"0"-16,-29-28-31,28 28 16,0 0-16,-28-29 0,29 29 15,-1-28-15,0 28 0,1 0 16,-29-28-16,28 28 0,0-29 0,0 29 15,1 0-15,-29-28 0,28 28 0,0 0 0,1-28 16,-1 28-16,0 0 0,-28-29 16,0 58 46,0-1-46,-28-28-16,28 28 0,0 1 15,-28-1-15,28 0 16,0 1-16,-29-29 0,29 28 0,0 0 0,-28-28 16,28 29-16,0-1 0,0 0 0,0 0 15,-28 1-15,28-1 0,0 0 0,0 29 16,0-29-16,0 1 16,0-1-16,0 0 15,0 0-15</inkml:trace>
  <inkml:trace contextRef="#ctx0" brushRef="#br0" timeOffset="157180">12002 10303 0,'28'0'47,"0"0"-47,170 0 47,-169 0-47,-1 0 0,0 0 0,1 0 15,-1 0-15,0 0 0,1 0 16</inkml:trace>
  <inkml:trace contextRef="#ctx0" brushRef="#br0" timeOffset="157612">12851 9851 0,'28'0'125</inkml:trace>
  <inkml:trace contextRef="#ctx0" brushRef="#br0" timeOffset="158009">12964 10077 0,'28'0'15,"-28"28"1,0 1 15,-28-29-31,28 28 16,-28-28-16,28 28 16,-29 0-16,1-28 15,28 29-15,-28-29 0,28 28 16,-28-28-16,-1 0 0,29 28 0,-28-28 15,28 29-15,-28-29 0,-1 28 0,1-28 16,0 0-16,28 28 0,-29-28 0,1 0 16,28 29-16</inkml:trace>
  <inkml:trace contextRef="#ctx0" brushRef="#br0" timeOffset="176579">6510 10105 0,'29'0'62,"-1"0"-46,0 0-16,0 0 15,1 0-15,-1 0 16,0 0-16,1 0 0,-1 0 16,-28 29-16,28-29 0,1 0 0,-1 0 15,0 0-15,1 0 16,-1 0-16,0 0 16,0 0-16,1 0 15</inkml:trace>
  <inkml:trace contextRef="#ctx0" brushRef="#br0" timeOffset="177356">6935 9652 0,'28'29'47,"0"-1"-32,1-28 1,-29 28-16,28-28 0,-28 29 0,28-29 0,-28 28 15,29-28-15,-1 28 0,0-28 0,-28 29 16,29-29-16,-29 28 0,28 0 0,0-28 16,-28 28-16,29-28 0,-29 29 0,28-29 0,-28 28 15,28-28 1,-56 0 31,28 28-47,0 1 31,-28-29-31,28 28 0,-29-28 16,1 0-16,28 28 15,-28-28-15,-1 0 0,29 29 16,-28-29-16,0 0 0,-1 0 0,29 28 0,-28-28 16,0 28-16,-1-28 15,1 0-15,0 28 16,28 1-16,-28-29 15,-1 0-15,29 28 0</inkml:trace>
  <inkml:trace contextRef="#ctx0" brushRef="#br0" timeOffset="178703">6708 9907 0,'29'0'47,"-1"0"-31,0 0-1,1 0-15,-1 0 16,0 0-16,1 0 0,-1 0 0,0 0 15,0 0-15,-28 28 0,29-28 0,-1 0 0,0 0 16,1 0-16,-1 0 0,0 0 0,1 0 0,-1 0 16,0 0-16,1 0 15</inkml:trace>
  <inkml:trace contextRef="#ctx0" brushRef="#br0" timeOffset="199591.99">15002 9426 0,'-28'0'16,"28"28"-1,0 1-15,-29-29 16,29 28-16,0 0 0,0 0 0,0 1 16,0-1-16,0 0 0,-28-28 15,28 29-15,0-1 0,0 0 16,0 1-16,0-1 0,0 0 16,0 1-16,0-1 0,-28-28 15,28 28-15,0 0 16,0 1-16,0-1 15,0 0 17</inkml:trace>
  <inkml:trace contextRef="#ctx0" brushRef="#br0" timeOffset="200012">15568 9992 0,'-28'0'0,"28"28"16,-28 1-16,-1-1 31,29 0-31,-28-28 0,28 29 16,-28-29-16,-1 0 15,29 28-15,-28-28 0,28 28 16,-28-28-16,-1 0 16,29 28-1,-28-28-15,0 0 16,28 29-16</inkml:trace>
  <inkml:trace contextRef="#ctx0" brushRef="#br0" timeOffset="200936">16191 9539 0,'0'-28'47,"28"28"-15,-28 28-17,29-28-15,-1 0 16,0 28-16,0-28 0,1 0 15,-1 29-15,0-29 0,1 0 0,-1 0 16,-28 28-16,28-28 0,-28 28 0,29-28 0,-1 0 16,0 29-16,1-29 0,-29 28 0,0 0 15,28-28-15,-28 29 16,0-1-16,0 0 31,-28-28-31,28 29 0,-29-29 16,29 28-16,0 0 15,-28-28-15,0 0 0,28 28 16,-29-28-16,1 0 0,28 29 16,-28-29-16,-1 28 0,1-28 15,0 0-15,28 28 0,-29-28 0,1 0 16,28 29-16,-28-29 0,28 28 16,-28-28-16,-1 0 15,29 28-15,29-28 63,-1 0-48,0 0 1,0 0-16,1 0 16,-1 0-16,-28 29 0,28-29 15,1 0-15,-1 0 0,0 0 16,1 0-16</inkml:trace>
  <inkml:trace contextRef="#ctx0" brushRef="#br0" timeOffset="201302">17097 10134 0,'0'28'16,"-29"-28"-1,29 28-15,0 0 16,-28-28-16,28 29 16,-28-29-16,28 28 0,-28-28 15,28 28-15,-29-28 16,29 29-16,-28-29 16,28 28-16</inkml:trace>
  <inkml:trace contextRef="#ctx0" brushRef="#br0" timeOffset="202391.99">17719 9624 0,'29'0'47,"-1"0"-31,0 0-16,-28 28 0,29-28 15,-1 0 1,-28 29 15,28-29-31,-28 28 16,0 0-16,0 1 15,0-1 1,29-28-16,-29 28 16,0 1-16,0-1 15,-29-28 1,29 28-16,-28-28 31,28 28-31,-28-28 16,-1 0-16,1 0 15,0 0-15,-1 0 16,1 0-16,0 0 16,56 0 93,0 0-93,1 0-16,-1 0 0,0 0 15,1 0-15,-1 0 0,-28 29 0,28-29 0,1 0 0,-1 0 0,-28 28 16,28-28-16,1 0 0,-1 0 0,-28 28 0,28-28 16,0 0-16,-28 29 0,0-1 46,0 0-30,-28-28 0,28 29-16,-28-1 15,0-28 1,28 28-16,-29-28 16,1 0-16,0 28 15,-1-28 1,1 29-16,0-29 15,-1 0 1,29 28-16,-28-28 47,0 0-47</inkml:trace>
  <inkml:trace contextRef="#ctx0" brushRef="#br0" timeOffset="202944.99">18484 10275 0,'-29'0'47,"29"28"-15,0 1-17,-28-29-15,28 28 16,-28-28-1,28 28 1</inkml:trace>
  <inkml:trace contextRef="#ctx0" brushRef="#br0" timeOffset="204248">19361 9624 0,'29'0'31,"-1"0"-15,-28 28-16,0 1 16,28-29-16,-28 28 15,0 0-15,0 1 0,0-1 16,0 0-16,0 1 0,0-1 15,0 0-15,-28-28 0,28 28 0,0 1 16,0-1-16,0 0 0,0 1 16,0-1-16,0 0 15,0 1-15,-28-29 0,28 28 0,0 0 16,0 0-16,0 1 16,0-1-16,0 0 15,0 1 1,0-1 15</inkml:trace>
  <inkml:trace contextRef="#ctx0" brushRef="#br0" timeOffset="204588.01">19984 10360 0,'28'0'16,"-56"0"-1,28 28-15,0 1 0,0-1 16,-28-28-16,28 28 16,0 1-1,-29-29-15,29 28 0,-28-28 16,28 28-16,0 0 31,28-28-15</inkml:trace>
  <inkml:trace contextRef="#ctx0" brushRef="#br0" timeOffset="206205.99">20890 9652 0,'-29'0'16,"29"29"-16,-28-29 15,28 28-15,-28-28 0,28 28 16,-28-28-16,28 29 0,-29-29 16,29 28-16,0 0 0,-28 1 15,28-1-15,0 0 16,-28-28-16,28 28 0,0 1 0,0-1 16,0 0-16,0 1 0,28-29 15,-28 28-15,28-28 16,-28 28-16,29-28 15,-1 0 1,0 0-16,0 0 16,1 0-16,-29-28 0,28 28 0,0 0 15,1 0-15,-1 0 0,0 0 16,-28-28-16,29 28 0,-29-29 16,28 29-16,0 0 15,-28-28-15,29 28 0,-29-28 0,0-1 16,28 29-16,-28-28 15,28 28-15,-28-28 0,28 28 0,-28-28 16,0-1-16,29 29 16,-29-28-16,0 0 15,0-1 1,-29 1 0,29 0-16,0-1 15,-28 29-15,28-28 16,0 0-1,-28 28-15,28-29 16,-28 29-16,-1 0 16,29-28-16,-28 28 15,0 0 32,-1 0-31,1 0-16,0 0 15,-1 0 1,1 0 0,0 0-1,-1 0 1,1 28 125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43:49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10791 9451 0,'-29'0'157,"29"30"-157,-30-30 15,30 29 1,-29-29 0,29 30-16,-30-30 15,1 0 1,29 29-16,-30-29 15,30 30-15,-29-30 0,-1 29 16,1-29-16,0 29 16,-1-29-16,30 30 15,-29-30-15,-1 0 0,60 0 110,-1 0-110,1 0 15,28 0 1,-28 0-16,-1 0 16,1 0-16,-1 0 15,1 29-15,-1-29 16,1 30-1,-1-30-15,0 0 16,1 0 0,-30 29-1,29-29 1,-29 30-16,0-1 16,30-29-1,-30 30-15,0-1 16,29-29-16,-29 29 15,0 1 1,0-1 0,0 1 31,0-1-32,-29-29 1,29 30-1,-30-30-15,30 29 16,-29-29-16,-1 0 16,30 30-16,-29-30 0,0 29 15,-1-29 1,1 29-16,-1-29 16,1 0-1,-1 0 1,1 0-1,-1 0 1,1 0 0,0 0-16,-1-29 15,1 29-15,-1 0 16,1 0-16</inkml:trace>
  <inkml:trace contextRef="#ctx0" brushRef="#br0" timeOffset="1428.97">10614 9481 0,'30'0'47,"-1"0"-16,1 0 0,-1 0-15,1 0-16,-1 0 0,0 0 15,1 0 1,29 0-16,-30-30 16,1 30-16,29 0 15,-30 0-15,0 0 16,1 0-16,-1 0 31,-29-29 94</inkml:trace>
  <inkml:trace contextRef="#ctx0" brushRef="#br0" timeOffset="27167.97">11262 10570 0,'0'30'63,"0"-1"-48,0 1 1,0-1-16,-29-29 0,29 59 16,0 0-1,-30-59-15,30 29 0,0 30 16,0 0 0,-29 0-1,29-30 1,0 1-16,-30-30 47,60 0-16,-30-30-15,0 1-16,29-1 15,1 30-15,-30-29 0,0 0 0,58-30 16,-58 29-1,59 1-15,-59-1 16,30 30-16,29-59 16,-30 59-16,30-29 15,-30 29-15,30-29 16,-29 29 46,-1 0-46</inkml:trace>
  <inkml:trace contextRef="#ctx0" brushRef="#br0" timeOffset="28030.98">11969 10717 0,'-59'30'16,"118"-60"-16,-148 60 0,30-1 15,30-29-15,0 0 0,-1 30 16,1-30-16,-1 0 0,30 29 16,-29 1-16,29-1 15,0 1 1,0-1-16,0 0 0,0 1 16,0-1-1,29 1 1,1-30-1,-30 29 1,29-29-16,1 0 0,-1 0 16,-29-29-16,29 29 0,1 0 15,-1 0-15,1-59 16,-1 59-16,-29-30 16,59 1-16,-29 0 15,-30-1-15,29 30 0,0-59 16,-29 30-16,0-1 15,0 60 48,0-1-47,0 1-16,-29-1 15,29 1-15,0-1 0,0 30 16,0-30-1,0 30 1,0-29-16,29-1 16,-29 1-16,0-1 15,30-29 1,-1 0 31,1 0-32,-1 0 1</inkml:trace>
  <inkml:trace contextRef="#ctx0" brushRef="#br0" timeOffset="28483.97">12616 10570 0,'-29'0'16,"29"30"-16,-29-1 16,29 1-16,0-1 0,-30 30 15,30-30-15,0 1 0,-29 29 16,29-30-16,0 1 16,-30 28-16,30-28 15,0-1-15,0 1 16,-29-1-16,29 1 0,0-1 15,0 1-15,0-1 16,0 0-16,29-29 63</inkml:trace>
  <inkml:trace contextRef="#ctx0" brushRef="#br0" timeOffset="28874.97">12234 10776 0,'29'0'16,"-29"30"-16,88-30 16,-29 29-1,-29-29-15,-30 30 0,29-30 16,60 29-16,-60-29 15,-29 30-15,29-30 0,1 0 0,-1 29 16,60 0-16,-60-29 0,1 0 16,-1 30-1,0-30-15</inkml:trace>
  <inkml:trace contextRef="#ctx0" brushRef="#br0" timeOffset="29244.97">13029 11012 0,'0'29'16,"0"1"-16,-30-1 16,30 1-1,0-1-15,0 1 16,0-1-1,-29 0-15,29 1 16,0-60 78</inkml:trace>
  <inkml:trace contextRef="#ctx0" brushRef="#br0" timeOffset="29604.98">13058 10717 0,'0'30'15,"0"-1"-15,30-29 16,-1 30-1,-29-1 17</inkml:trace>
  <inkml:trace contextRef="#ctx0" brushRef="#br0" timeOffset="30420.97">13323 10953 0,'0'29'0,"0"1"16,0-1 0,-29 1-16,29-1 15,-30 1 1,30-1-16,-29 30 15,-1-59-15,30 59 16,0-30 0,0 1-1,-29-30 1,29-30 78,29 30-79,-29-29-15,30 29 16,-30-30-16,29 30 0,1-58 16,-1 58-16,-29-30 0,30 30 15,28-59 1,-28 59-16,-1 0 15,1 0-15,-1-29 0,1 29 16,-1 0-16,1 0 16,-1 0-16,0 29 15,1-29 1,-30 30 0,0-1-16,29-29 15,-29 30-15,0-1 0,0 0 16,30-29-16,-30 30 15,0-1 1,0 1-16,0-1 16,0 1-1,0-1 1,-30-29-16,30 30 78,30-30-78</inkml:trace>
  <inkml:trace contextRef="#ctx0" brushRef="#br0" timeOffset="31953.97">14413 11159 0,'0'-29'16,"0"58"-16,-30-58 31,30-1 16,-29 30-31,-1 0-16,1 0 15,-1 0 1,1 0-1,-1 0-15,1 0 0,0 0 16,-1 0-16,-29 30 16,30-30-16,-30 29 15,59 1-15,-30-30 16,1 58-16,0-58 16,29 30-16,0-1 0,0 1 15,-30-30 1,30 29-16,0 1 15,30-30-15,-1 0 63,0 0-63,1 0 16,-1 0-1,1 0-15,-30 29 0,29-29 0,1 0 0,-1 0 16,1-29-16,-1 29 15,30 0-15,-59-30 16,59 1-16,-30 29 16,1-30-1,-30 1-15,29 29 16,-29-30 0,0 1-1,0 58 95,0 1-95,30-30-15,-30 29 0,0 1 16,0-1-16,0 1 15,0-1-15,0 30 16,0-30 0,0 1-16,29 29 15,-29-30-15,0 1 16,0-1-16,0 1 0,0-1 16,0 0-16,0 1 15,0-1 1,0 1-16,0-1 15,0 1-15,-29-30 0,29 29 16,0 1 0,-30-30-16,30 29 0,-29 0 15,29 1 1,-30-30 15,1 29-15,-1-29-1,1 0 1,-1 0 0,1 0 15,0-29-31,-1 29 16,30-30-16,-59 1 15,0-30-15,30 59 16,-30-59-16,0 30 15,30 29-15,29-30 0,-30 30 16,30-29-16,-29 29 16</inkml:trace>
  <inkml:trace contextRef="#ctx0" brushRef="#br0" timeOffset="47845.97">14766 11483 0,'29'0'78,"1"0"-16,-1 0-46,1 0-1,-1 0 1,1 29 0,-1-29-1,0 0 1,-29 30-16,30-30 16,-1 0-1,1 0 1,-1 0-1,-29 29 1,30-29-16</inkml:trace>
  <inkml:trace contextRef="#ctx0" brushRef="#br0" timeOffset="48653.97">15855 11218 0,'0'29'46,"-29"1"-46,29-1 16,-30 1-16,30-1 0,0 1 16,0-1-16,-29 30 15,29-30-15,-30 1 0,30-1 0,0 30 16,-29 0-16,29-29 16,0-1-16,0 0 0,0 1 15,0-1-15,-29-29 16</inkml:trace>
  <inkml:trace contextRef="#ctx0" brushRef="#br0" timeOffset="79583.97">12057 9510 0,'0'-29'0,"29"29"31,1 0 47,-30 29-62,29-29-1,1 0-15,-30 30 16,59-30-16,-59 29 16,29 1-16,1-30 15,-1 0-15,-29 29 16,29-29-16,-29 29 0,0 1 16,0-1-1,0 1 16,0-1-15,-29-29 0,29 30-16,-29-30 15,-1 29 1,1-29-16,29 30 0,-59-30 16,59 29-16,-30-29 0,1 0 0,-30 29 15,30-29 1,-1 30-16,1-30 15,-1 0 1,1 0 15,58 0 94,1 0-109,-1 0-16,-29 29 0,30-29 16,-1 0-16,30 0 15,-30 0-15,1 0 16,-1 0-16,1 0 15,-1 30-15,1-30 16,-1 29-16,0-29 31,-29 30 1,30-30-17,-30 29-15,0 1 31,0-1-15,0 0 0,0 1-1,-30-30 1,30 29 0,-29-29-1,0 30 1,-1-1-1,1-29 1,-1 30-16,1-30 16,-1 0-16,1 29 15,-1-29 1</inkml:trace>
  <inkml:trace contextRef="#ctx0" brushRef="#br0" timeOffset="80969.97">10379 9275 0,'0'29'47,"29"1"-31,1-1-16,-1 30 16,1-59-16,-30 29 0,29-29 15,-29 30-15,29-1 0,30 30 16,-59-29-16,30-30 0,-30 29 0,29-29 0,-29 29 15,30-29-15,-1 30 0,-29-1 0,30-29 0,-1 0 0,-29 30 0,29-30 16,-29 29-16,30-29 0,-30 30 0,29-30 0,-29 29 0,30-29 0,-30 30 16,29-30-16,1 29 0,-30 0 15,29-29-15,1 30 16,-30-1-16,0 1 16,29-30-16,-29 29 15,29-29-15,-29 30 31,30-30-15,-30 29 0,0 1-16,29-30 15,-29 29 17,30-29 61,-30 29-77</inkml:trace>
  <inkml:trace contextRef="#ctx0" brushRef="#br0" timeOffset="-165733.78">12116 13279 0,'29'0'31,"-29"29"16,0 1-16,0-1-15,0 1-1,0-1 1,30 1-16,-30-1 15,0 1-15,0-1 16,0 0-16,0 1 16,0-1-16,0 1 15,0-1-15,29-29 0,-29 30 16,0-1 0,30 1-16,-30-1 15,29-29-15,-29 29 16,30-29-1</inkml:trace>
  <inkml:trace contextRef="#ctx0" brushRef="#br0" timeOffset="-165118.78">11998 12808 0,'0'29'47,"0"1"-16,30-30-31,-30 29 15,29-29 1,-29 30-16</inkml:trace>
  <inkml:trace contextRef="#ctx0" brushRef="#br0" timeOffset="-164204.78">12734 13662 0,'30'0'47,"-1"-30"-31,-29 60-16,0-60 0,0 60 0,30-60 15,-1 30-15,30 0 16,-30 0-16,1 0 15,29 0 1,-30 0-16,30 30 16,-30-30-16,1 0 0,58 0 15,-58 0-15,-1 0 16,1 0 0</inkml:trace>
  <inkml:trace contextRef="#ctx0" brushRef="#br0" timeOffset="-163768.75">13117 13279 0,'0'29'16,"0"1"-16,0-1 16,0 1-16,-29-30 0,29 29 15,0 1-15,0 29 16,0-30-16,0 0 0,0 1 0,-30 58 16,30-58-16,0-1 15,0 30-15,0 29 31,0-58-31,0-1 16,0 1 0</inkml:trace>
  <inkml:trace contextRef="#ctx0" brushRef="#br0" timeOffset="-163352.78">13529 13691 0,'30'0'16,"-1"0"-1,1 0 1,-30 30-16,29-30 0,59 0 15,-58 29-15,-1-29 0,60 0 16,-60 0-16,0 0 0,1 0 0,-1 0 0,30 0 16,-59 30-16,30-30 0,-1 0 0,1 0 0,-1 0 15,0 0-15,30 0 16,-29 0-16,-60 0 62</inkml:trace>
  <inkml:trace contextRef="#ctx0" brushRef="#br0" timeOffset="-162990.75">13971 13308 0,'0'30'0,"-30"29"16,1 29-1,29-58-15,0-1 0,-29 89 16,29-30-16,-30 0 15,30-58 1,0 29-16,-29-30 16,29 1-16,0-1 0,0 1 15,0-1 1</inkml:trace>
  <inkml:trace contextRef="#ctx0" brushRef="#br0" timeOffset="-162564.78">14619 13515 0,'29'0'32,"1"0"46,-30 29-78</inkml:trace>
  <inkml:trace contextRef="#ctx0" brushRef="#br0" timeOffset="-162082.78">14795 13868 0,'0'29'31,"-29"-29"-15,29 30-16,0-1 16,-30-29-1,30 30-15,-29-1 16,0 1-1,-30 28 1,29-28 0,1-1-1,-1 1-15,1-30 16,-1 0-16,30 29 31</inkml:trace>
  <inkml:trace contextRef="#ctx0" brushRef="#br0" timeOffset="-161168.72">12234 14869 0,'0'29'0,"-30"-29"16,30 30-16,0-1 15,-29-29-15,29 30 16,0-1-16,0 1 16,-30-1-1,30 1-15,0-1 16,0 0-16,0 1 0,0 29 16,0-30-16,30 30 15,-30-29-15,0-1 16,0 0-1,29-29-15</inkml:trace>
  <inkml:trace contextRef="#ctx0" brushRef="#br0" timeOffset="-160657.78">12175 14398 0,'0'29'32,"29"-29"-17,-29 30 1,30-30-1,-30 29 48</inkml:trace>
  <inkml:trace contextRef="#ctx0" brushRef="#br0" timeOffset="-159927.75">12970 15340 0,'29'0'32,"-29"-29"-17,30 29 1,29 0-16,29 0 15,-59 0-15,60 0 16,-60 0-16,1 0 0,-1 0 16,0 0-16,1 0 0,29 0 0,59 29 15,-89-29-15,0 0 16,1 0-16,-1 0 0,30 30 0,-29-30 16,29 0-16,-30 0 15,-58 0 48</inkml:trace>
  <inkml:trace contextRef="#ctx0" brushRef="#br0" timeOffset="-159474.72">13559 14928 0,'0'59'16,"0"-30"-16,0 1 0,0 29 16,0-30-16,29-29 0,-29 29 0,0 1 15,0 29 1,0-30-16,0 1 0,30-30 0,-30 29 0,0 30 15,0-30-15,29 30 16,-29-29-16,0-1 16,0 1-16,0-1 15,0 1 1</inkml:trace>
  <inkml:trace contextRef="#ctx0" brushRef="#br0" timeOffset="-158960.75">14177 15193 0,'29'0'62,"1"0"-46,-1 0-1,1 0-15,-1 0 16,1 0-16,-1 0 16,30 0-16,-30 0 15,30 29 1,-29-29-16,-1 0 0,1 0 0,-1 0 16,-29 30-1</inkml:trace>
  <inkml:trace contextRef="#ctx0" brushRef="#br0" timeOffset="-158480.78">14295 15517 0,'29'0'47,"1"0"-31,-1 0-1,1 0-15,-1 0 0,30 29 16,-30-29-16,30 0 15,-29 0-15,-1 0 0,1 30 16,-1-30 15</inkml:trace>
  <inkml:trace contextRef="#ctx0" brushRef="#br0" timeOffset="-157660.78">15355 14898 0,'0'30'16,"0"-1"-1,0 1-15,0-1 0,0 60 16,0-60-16,0 0 16,0 1-16,0-1 0,0 60 15,0-60-15,0 1 16,0-1-16,0 30 16,0-30-16,0 1 0,0-1 15,0 1-15,0-1 0,0 1 16</inkml:trace>
  <inkml:trace contextRef="#ctx0" brushRef="#br0" timeOffset="-157242.78">15914 15340 0,'30'0'109,"-30"30"-93</inkml:trace>
  <inkml:trace contextRef="#ctx0" brushRef="#br0" timeOffset="-156812.72">16091 15635 0,'0'29'47,"0"0"-31,-30 1-1,1-30-15,29 29 16,-30 1-16,1-30 16,0 29-1,-1 1-15,1-30 16,-1 0-16,30 29 0,-29-29 16,-30 0-1,29 0-15,1 0 0,-30 0 16,30 0-16,-1 0 0,-29 0 15,30 0-15,-1 0 16,-28 0-16,28 0 16</inkml:trace>
  <inkml:trace contextRef="#ctx0" brushRef="#br0" timeOffset="-155530.72">15826 13956 0,'0'30'15,"0"-1"1,0 1 0,0-1-1,0 0-15,0 1 0,0-1 16,0 30-16,0-29 15,0 29 1,29-30-16,-29 0 0,0 1 16,0-1-16,0 1 31</inkml:trace>
  <inkml:trace contextRef="#ctx0" brushRef="#br0" timeOffset="-155196.78">15855 13662 0,'0'29'32,"30"-29"14</inkml:trace>
  <inkml:trace contextRef="#ctx0" brushRef="#br0" timeOffset="-154652.78">16150 14251 0,'29'0'32,"1"0"-17,-1 0 1,0 0-16,1 0 16,-1 0-16,1 0 0,-1 0 15,30 0 1,-29 0-16,-1 0 47,-29 29-32,29-29 17</inkml:trace>
  <inkml:trace contextRef="#ctx0" brushRef="#br0" timeOffset="-154253.78">16120 14457 0,'30'0'16,"-1"0"0,1 0-16,-1 0 15,30 0 1,-30 0-16,-29 29 0,30-29 0,-1 0 0,30 0 15,-29 0-15,-1 0 0,0 30 16</inkml:trace>
  <inkml:trace contextRef="#ctx0" brushRef="#br0" timeOffset="-153803.78">16768 14251 0,'0'29'31,"29"-29"-15,-29 30-16,0-1 16,0 0-16,0 1 0,0 29 15,0-30-15,0 1 16,0-1-16,0 1 16,0-1-16,0 0 15,0 1 1,0-1-16,30-29 15,-30 30-15</inkml:trace>
  <inkml:trace contextRef="#ctx0" brushRef="#br0" timeOffset="-153470.75">16768 14015 0,'29'0'47,"1"0"-15,-30 30-17,29-30 16</inkml:trace>
  <inkml:trace contextRef="#ctx0" brushRef="#br0" timeOffset="-152973.58">17239 14575 0,'30'0'47,"-1"0"-31,0 0-1,30 0 1,-29 0-16,-1 0 0,60 0 16,-1 29-1,-29-29 1,-30 0-16,1 0 0,-1 0 16</inkml:trace>
  <inkml:trace contextRef="#ctx0" brushRef="#br0" timeOffset="-152603.75">17592 14427 0,'-29'0'0,"29"30"16,0-1-1,0 1-15,0-1 16,0 1-16,0-1 0,0 0 16,0 1-16,0-1 15,0 1 1,0-1-16,0 1 31,29-30-15</inkml:trace>
  <inkml:trace contextRef="#ctx0" brushRef="#br0" timeOffset="-151919.75">18181 14427 0,'-29'0'0,"29"30"15,0-1-15,-30-29 16,30 59-16,-29 0 16,29-30-16,0 30 15,0-29-15,0-1 16,0 1-1,0-1-15</inkml:trace>
  <inkml:trace contextRef="#ctx0" brushRef="#br0" timeOffset="-151521.75">18623 14457 0,'29'0'47</inkml:trace>
  <inkml:trace contextRef="#ctx0" brushRef="#br0" timeOffset="-151139.75">18564 14663 0,'30'29'16,"-30"1"15,29-30-15,-29 29-16,0 1 15,-29-1 1,29 1-1,0-1-15,-30-29 16,30 29-16,-29-29 16,-1 0-16,1 0 15,-30 0 1,29 0-16,1 0 0,0 0 0,-30 0 16,29 0-16,1 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55:55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11056 16194 0,'0'-29'109,"29"29"-93,-29-30-16,30 30 15,-1-29 1,-29-1-16,30 30 16,-30-29-16,29-1 15,1 1 1,-30-1 15,29 30 79,0 0-95,-29 30-15,30-30 0,-1 0 16,1 59-1,-1-59-15,-29 29 0,30 1 0,-1-1 16,-29 1-16,30-1 16,-30 0-16,29-29 0,-29 30 15,29-30 1</inkml:trace>
  <inkml:trace contextRef="#ctx0" brushRef="#br0" timeOffset="604.99">11233 16518 0,'0'0'0,"0"29"16,0 1 46,-30-30-62,30 29 16,-29-29-1,-1 30-15,1-30 32,29 29-17,-30-29-15,1 0 16</inkml:trace>
  <inkml:trace contextRef="#ctx0" brushRef="#br0" timeOffset="1599.99">12028 16312 0,'-30'0'0,"1"0"31,-1 0-15,1 29-1,-1-29 1,30 30-16,-29-30 0,29 29 16,-30 1-16,30-1 15,-29-29-15,29 29 0,0 1 16,-29 29 0,-1-59-16,30 29 0,0 1 15,0-1-15,0 1 16,0-1-16,0 0 15,0 1-15,0-1 16,30-29-16,-30 30 16,29-30-1,0 0 1,1 0 0,-1 0-1,1 0-15,-30-30 16,29 30-1,-29-29 1,-29 29 62,-1 0-62,1 0-16,-1 0 15,1 0 1,0 0 0,-1 0-16,1 0 0</inkml:trace>
  <inkml:trace contextRef="#ctx0" brushRef="#br0" timeOffset="2115.98">12351 16871 0,'30'0'0,"-30"30"16,-30-30-1,30 29 1,0 1-16,-29-30 16,29 29-1,-29-29 1,-1 29 0,1-29-1,29 30 1</inkml:trace>
  <inkml:trace contextRef="#ctx0" brushRef="#br0" timeOffset="3308.99">12823 16430 0,'29'0'62,"-29"29"-46,29-29-16,1 0 15,-1 0 1,1 0 0,-1-29-16,1 29 15,-1 0 1,1 0-16,-1 0 0,30 0 16,-59-30-16,29 30 0,1 0 0,-1 0 15,1 0 1,-60 0 93,30 30-93,-29-30-1,29 29 1,-30-29 0,30 29-1,-29-29-15,29 30 16,-30-1-16,1-29 16,29 59-16,-29-59 15,29 30-15,0-1 0,-30 1 16,1-30-16,29 29 15,0 0-15,-30-29 0,1 59 16,29-29 0,-30-1-1,30 1-15,-29-30 16,29 29-16</inkml:trace>
  <inkml:trace contextRef="#ctx0" brushRef="#br0" timeOffset="4561.99">12528 16047 0,'30'0'47,"-30"29"-32,29-29-15,0 0 32,1 30-32,-1-30 15,1 0-15,-30 29 0,29-29 16,1 0-16,-30 30 0,59-1 15,-30-29-15,-29 29 0,29-29 0,-29 30 0,30-30 0,-30 29 16,29-29-16,-29 30 0,30-30 0,-1 29 0,-29 1 16,30-30-16,-30 29 0,29 1 0,-29-1 0,30-29 15,-30 29-15,58 30 16,-58-29-16,30-1 0,-1 1 0,1 29 16,-1-59-16,-29 29 0,30-29 15,-30 29-15,59 30 16,-59-29-16,29-30 0,-29 29 0,29-29 0,-29 30 0,30-1 15,-1 1 1,-29-1-16,30-29 0,-30 29 0,29-29 0,1 30 16,-30-1-1,29-29 1,-29 30 62,-29-30-31</inkml:trace>
  <inkml:trace contextRef="#ctx0" brushRef="#br0" timeOffset="5245.99">13470 16223 0,'0'30'32,"-29"-30"-17,29 29 17,-30-29-17,1 30 1,0-30-16,-30 29 15,59 1-15,-30-30 0,1 0 16,-60 59 0,60-30-16,0-29 0,-1 29 0,1 1 0,-1-30 15,30 29-15,-118 30 16,89-29-16,29-1 0,-29-29 0,-1 0 0,30 30 0,-29-30 16,29 29-16,-59 0 15,59 1-15,-30-30 0,30 29 16,0 1-16,-29-30 15,29 29 1</inkml:trace>
  <inkml:trace contextRef="#ctx0" brushRef="#br0" timeOffset="11296.13">9849 10335 0,'0'29'78,"-30"-29"-62,30 30 0,0-1-1,-29-29 1,29 29-1,-30-29-15,30 30 16,-29-30-16,0 0 16,-1 29-1,1-29 1,-1 30 0,1-30-16,-1 0 15,1 0 1,29 29-1,-30-29-15,1 0 16</inkml:trace>
  <inkml:trace contextRef="#ctx0" brushRef="#br0" timeOffset="12754.99">10320 10364 0,'0'30'16,"-30"-30"0,1 0-16,0 0 0,29 29 15,-30-29-15,1 29 16,-1-29-1,30 30 1,-29-30 0,29 29-16,0 1 15,-30-1 1,30 1-16,-29-30 16,29 29-16,0 1 15,0-1 1,29-29-16,-29 29 15,30-29 1,-30 30 15,29-30-15,-29 29-16,30 1 16,-1-30-16,-29 29 15,30-29-15,-1 0 31,-29 30-15,29-30 0,1 0 15,-1 0-15,1-30-1,-1 30 1,-29-29-16,30 29 15,-30-30 1,29 1-16,1 29 0,-30-30 16,0 1-1,0 0-15,0-1 16,0 1 15,-30 29 0,30-30-31,0 1 16,-29 29 0,-1 0 15,1-30-15,-1 30-16,30-29 15,-29 29-15,-1 0 47,30-30-31,-29 30 15,0 0 0,-1 0 47,30-29-62,0 58 62</inkml:trace>
  <inkml:trace contextRef="#ctx0" brushRef="#br0" timeOffset="15150.99">10644 10423 0,'-30'0'31,"1"29"-15,-1-29-1,-28 30-15,58-1 16,-30-29-16,1 0 0,-60 59 15,60-29-15,-59-1 16,58-29-16,30 30 0,-29-30 0,-1 0 0,30 29 16,-59-29-16,30 0 0,-1 29 0,-28 1 15,28-30-15,1 0 16,-1 29 0,1-29-1,29 30-15,-30-30 31,30 29-15,-29-29 0</inkml:trace>
  <inkml:trace contextRef="#ctx0" brushRef="#br0" timeOffset="15858.99">10084 10217 0,'0'29'31,"59"1"-15,-29-1-16,29 30 15,-30-59-15,-29 30 0,29-30 0,-29 29 16,89 59-16,-30-29 15,-30 30 1,1-31 0,-1-58-1,-29 30 1,0-1 0,29-29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56" units="cm"/>
          <inkml:channel name="Y" type="integer" max="1294" units="cm"/>
          <inkml:channel name="T" type="integer" max="2.14748E9" units="dev"/>
        </inkml:traceFormat>
        <inkml:channelProperties>
          <inkml:channelProperty channel="X" name="resolution" value="88.38095" units="1/cm"/>
          <inkml:channelProperty channel="Y" name="resolution" value="92.42857" units="1/cm"/>
          <inkml:channelProperty channel="T" name="resolution" value="1" units="1/dev"/>
        </inkml:channelProperties>
      </inkml:inkSource>
      <inkml:timestamp xml:id="ts0" timeString="2020-09-30T07:59:07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11468 1296 0,'-29'0'78,"-1"0"-47,1 0 1,29 29-32,0 0 0,-30 1 15,30-1 1,0 1-16,-29-1 15,29 1 1,0-1-16,29-29 0,-29 30 16,0-1-1,30-29 1,-30 29 0,29-29-1,-29 30-15,30-30 78,-1 0-62,1 0 0,-30-30-1,29 30-15,-29-29 16,29 29-1,1 0-15,-30-29 16,0-1 0,29 30-1,-29-29-15,0-1 16,30 30 0,-30-29-16,0-1 15,0 1 1,0-1-16,0 1 15,0 0 1,0-1 15,-30 30-15,30-29-16,-29 29 31,29-30 0,-30 30-15,1 0-16,0 0 16,-1 0 31,1 0-32,29 30 16,-30-30-31</inkml:trace>
  <inkml:trace contextRef="#ctx0" brushRef="#br0" timeOffset="935">14589 1178 0,'30'0'31,"-30"29"-15,0 1 15,29-30-31,-29 29 16,0 1-16,0 28 15,0-28-15,0 29 16,0-30-16,0 30 16,-29-59-16,29 30 0,0 28 15,0-28-15,0-1 16,0 1 31</inkml:trace>
  <inkml:trace contextRef="#ctx0" brushRef="#br0" timeOffset="2615.98">14354 1767 0,'29'0'16,"-29"29"46,0 1-62,0-1 16,0 0-16,0 30 15,0-29-15,0-1 0,30-29 16,-30 30-16,0 28 16,0-28-16,0 29 15,0-30-15,0 30 0,0-29 16,0 28-16,0-28 15,0 29 1,0-30-16,0 1 0,0-1 16,0 1-16,0-1 0,0 0 15,0 1-15,0-1 16,0 1-16,0 29 16,0-30-16,0 1 15,0-1-15,0 0 16,0 30-1,0-29-15,0-1 16,0 1-16,0-1 0,0 30 16,0-30-1,0 1-15,0-1 0,0 1 16,0-1 0,0 1-16,0-1 0,0 1 0,0 28 15,0-28-15,0-1 16,0 1-16,0-1 15,0 1-15,0-1 0,0 1 16,-30 28 0,30-28-16,0-1 0,0 1 15,0-1-15,0 1 0,0-1 16,0 1 0,0-1-1,0 0 1,0 1-16,0-1 15,0 1 1,-29-30 0,58 0 93</inkml:trace>
  <inkml:trace contextRef="#ctx0" brushRef="#br0" timeOffset="4450">17592 1855 0,'-29'0'31,"29"29"-15,0 1 15,0-1-15,-29 1-1,29-1-15,0 30 16,-30-30-16,30 1 0,0 29 15,0-30-15,0 1 0,-29 29 16,29-30-16,0 30 16,0-30-16,-30 1 15,30-1-15,0 1 0,0-1 16,0 30-16,0-30 16,-29-29-16,29 30 0,0-1 0,0 30 15,0-29-15,0-1 0,0 30 16,0-30-16,0 30 15,0-29-15,-30-30 16,30 29-16,0 1 0,0 29 16,0-30-16,0 30 15,0-30-15,0 1 16,0 29-16,0-30 16,30-29-16,-30 59 15,0-30-15,0 1 16,0-1-16,29-29 0,-29 30 15,0-1 1,0 1 0,30-30-16,-30 29 0,0 1 15,29-30 1,-29 29 0</inkml:trace>
  <inkml:trace contextRef="#ctx0" brushRef="#br0" timeOffset="6400.99">17504 1325 0,'0'-29'125,"30"29"-125,-1 0 31,-29-30-16,29 30-15,1 0 32,-1 0-17,1 0 1,-1 0-16,1 0 16,-30 30 15,29-30-16,-29 29 17,0 0-1,0 1-15,0-1-1,-29-29 1,29 30-1,-30-30 1,30 29-16,-29-29 0,29 30 16,-59-30-1,59 29 1,-30-29 0,1 0-16,29 30 15,-29-30-15,-1 0 16,30 29-1,-29-29 1,29 29 31,29-29 31,1 0-62,-1 0-16,30 0 15,-30 0-15,30 0 16,-29 0-16,29 0 16,-30 0-1,0 0-15,1 0 0,-1 0 16,1 0-16,-1 0 15,-29 30 1,30-30 0,-60 0 124</inkml:trace>
  <inkml:trace contextRef="#ctx0" brushRef="#br0" timeOffset="8917">11380 1973 0,'0'29'94,"0"1"-94,0-1 16,-30 0-1,30 1-15,0-1 16,0 1-16,-29-1 15,29 1-15,0-1 16,0 1-16,-30-30 0,30 29 16,0 0-16,-29 30 15,29-29-15,0 29 16,0-30-16,-29 30 16,29-30-16,0 30 15,0-29-15,0 29 16,0-30-16,-30 30 15,30-30-15,0 1 16,0-1-16,0 1 0,0-1 16,0 1-16,0-1 0,0 30 15,0-30-15,0 1 16,0-1-16,0 1 16,0-1-1,0 1-15,0-1 16,0 1-1,0-1 1,0 0 0,0 1-1,30-30-15,-30 29 16,0 1-16,0-1 16,0 1-1,0-1 16,0 1-15,0-1 15,29-29 16,-29 29-16,0 1 48,0-1-64,29 1 1,-29-1-16,0 1 15,30-30 173</inkml:trace>
  <inkml:trace contextRef="#ctx0" brushRef="#br0" timeOffset="15834">11291 5624 0,'0'29'63,"0"1"-32,-29-1-31,29 0 15,0 1-15,0-1 16,0 1-16,-29 29 16,29-30-16,0 1 15,0-1-15,0 0 0,-30 30 16,30-29-16,0 29 16,0-30-16,0 1 15,0-1-15,0 0 16,0 30-16,0-29 15,0-1 1,0 1-16,0-1 0,0 1 16,0-1-16,0 0 0,0 1 15,0-1-15,0 1 16,0-1-16,0 1 16,0 29-1,0-30-15,0 30 16,0-30-16,0 30 15,0-29-15,0 29 16,0-30-16,0 0 16,0 1-16,0-1 0,0 1 15,0-1-15,0 1 16,0-1-16,0 1 0,0-1 16,0 0-16,0 1 15,0-1 1,0 1-16,30-30 0,-30 29 15,0 1-15,0-1 32,0 1 15,29-30-32,-29 29-15,0 0 31,0-58 63,59 29-94,-59-29 0,29 29 16,1 0-16,-1-30 0</inkml:trace>
  <inkml:trace contextRef="#ctx0" brushRef="#br0" timeOffset="17342.99">14678 5771 0,'0'29'47,"-30"1"-32,30-1-15,0 1 16,0-1-16,-29 30 16,29-30-16,-30 30 15,30-29-15,0 29 16,-29-30-16,29 1 0,0-1 16,0 30-16,0-30 15,-30 30-15,30-29 16,0-1-16,0 1 0,0 28 15,-29-58-15,29 30 0,0-1 0,0 1 0,0 58 16,0-58-16,0 58 16,0-59-16,0 30 15,0-29-15,0-1 16,0 30 0,0-30-16,0 1 15,0-1-15,0 1 16,0-1-16,0 1 0,0-1 15,29 1-15,-29-1 16,0 0-16,0 1 0,0-1 16,0 1-16,0-1 15,0 1 1,0-1-16,0 1 16,0-1-16,0 0 15,0 1 1,0-1-16,30-29 125,-1-29-110,1 29-15,-30-30 0</inkml:trace>
  <inkml:trace contextRef="#ctx0" brushRef="#br0" timeOffset="22177.99">17534 5624 0,'0'29'0,"0"1"63,0-1-32,0 0-16,0 1 1,0-1-16,29-29 16,-29 30-1,0-1-15,0 1 16,0-1 0,0 1-16,0-1 15,0 0-15,0 1 16,0-1-16,0 1 15,0-1 1,0 1 0,0-1-16,0 1 15,0-1-15,0 0 16,0 1-16,0-1 0,0 1 16,0-1-16,0 1 15,0-1 1,29 1-1,-29-1-15,0 0 16,0 1-16,30-1 16,-30 1-1,0-1 1,29 1-16,-29-1 16,0 1-1,0-1-15,0 0 0,30 1 16,-30-1-16,0 1 15,0-1 1,0 1 0,0-1-1,29-29 32,-29 30-16,0-1 1,0 0-17,0 1 1,0-1 0,0 1-16,0-1 15,0 1-15,0-1 16,30-29-1,-30 30-15,0-1 16,0 0 15,0 1 16,0-1 0,0 1 16,0-1-1,0 1-46,0-1-16,0 1 15,0-1 1,0 0 62,0-58 94,-30 29-172</inkml:trace>
  <inkml:trace contextRef="#ctx0" brushRef="#br0" timeOffset="24186">17563 5005 0,'29'0'125,"1"0"-109,-1 0-1,1 0 1,-1 0 0,1 0 15,-30 30-15,29-30-16,1 0 78,-30 29-63,0 1-15,0-1 16,-30-29-16,30 30 16,-29-1-1,-1-29-15,30 30 16,-29-30-1,29 29-15,-30-29 16,1 0-16,-1 0 16,1 29-1,0-29 1,-1 0 0,30 30-1,30-30 141,-1 0-140,0 0 0,1 0-1,-1 29-15,1-29 16,-1 0-16,1 0 16,-1 0-16,1 30 15,-1-30 1,-29 29-16,29-29 15,1 0-15,-1 0 32,-29 30-32,30-30 93,-60 0 1</inkml:trace>
  <inkml:trace contextRef="#ctx0" brushRef="#br0" timeOffset="25587">14707 4947 0,'0'29'0,"0"-58"0,0 58 46,0 0-14,0 1-17,0-1 1,0 1-16,-29-1 16,29 1-16,0-1 15,0 1 1,0-1-1,-30-29-15,30 29 0,0 1 16,0-1 0,0 1-1,0-1 1,0 1 31,0-1 78</inkml:trace>
  <inkml:trace contextRef="#ctx0" brushRef="#br0" timeOffset="27026">11409 4888 0,'-29'0'62,"-1"0"-46,30 29 0,-29-29-1,-1 0-15,1 30 16,29-1-16,-29-29 15,29 29-15,-30 1 16,30-1 0,0 1-1,0-1-15,-29 1 16,29-1 0,0 1-16,29-30 15,-29 58 1,0-28-16,30-1 15,-30 1-15,29-1 16,0-29 0,1 0-1,-30 30 1,29-30-16,1 0 16,-1 0-16,1-30 15,-1 30 1,1 0-16,-30-29 0,29 29 15,-29-30 1,29 30-16,-29-29 16,30-1-1,-30 1 1,0 0-16,0-1 16,0 1-1,0-1 1,0 1-16,0-1 15,0 1-15,0-1 0,-30 1 16,30 0-16,-29 29 0,0-59 16,29 29-16,-59 1 15,29 29 1,30-30-16,-29 30 0,29-29 16,-30 29-16,1 0 0,29-30 15,-30 30-15,30-29 16,-29 29-1,0 0 32,-1 0 0</inkml:trace>
  <inkml:trace contextRef="#ctx0" brushRef="#br0" timeOffset="34020">18800 1973 0,'-30'0'0,"1"-30"47,-1 30-31,1 0-16,-30-29 16,30 29-16,-1 0 0,30-30 0,-29 30 15,-30 0-15,29 0 0,-58-29 16,59 29-1,-1 0-15,-29-29 16,30-1-16,-1 30 0,-29 0 16,30 0-16,0 0 0,29-29 15,-89 29-15,-29-30 16,30 30 0,0 0-1,29 0 1,29 0-16,1 0 15,0 0-15,-1 0 0,1 0 0,-30 0 16,29 0 0,-29 0-16,30 0 15,-30 30 1,30-30-16,-30 0 16,29 0-16,1 0 0,-59 0 15,58 0-15,-29 0 16,30 0-16,-1 0 0,1 29 15,-1-29-15,1 0 16,0 0-16,-1 0 0,1 0 16,29 30-16,-59-30 15,29 29 1,1-29-16,-1 0 0,1 0 16,0 0-1,29 29 1,-30-29-16,1 0 0,-1 30 15,1-30 1,-1 0 0,1 0-16,29 29 15,-30-29-15,1 0 0,0 0 16,-1 0 0,1 0-1,-1 0 1,1 30-16,-30-30 15,29 0 1,-28 0-16,28 0 16,1 0-16,-1 0 0,1 0 15,-1 0-15,1 0 16,-1 0-16,1 0 16,0 29-1,-1-29-15,1 0 16,29 30-16,-30-30 0,30 29 15,-29 0 1,-1-29-16,30 30 0,-29-1 0,29 1 16,-30-1-16,30 1 0,-29-30 0,0 59 15,-1-1 1,30-28-16,-29 29 16,29-30-16,-30-29 0,30 30 15,0-1-15,-29 59 16,29-58-16,-30-1 0,30 1 15,0-1-15,-29 60 16,-1-60-16,30 0 0,0 1 0,-29 58 16,0-88-16,29 30 0,0-1 15,0 30 1,-30-59-16,30 29 0,0 30 16,0-29-16,0-1 0,0 60 15,30-89-15,-30 29 0,29 59 16,-29-58-16,29-30 0,1 88 15,29 0 1,0-29 0,-59-29-16,59-1 15,-59 1-15,29-30 0,-29 29 16,29-29-16,60 59 16,58 0-16,-118-30 15,60 1-15,87 29 16,-146-59-16,-1 0 0,1 29 0,-1-29 0,1 30 0,-1-30 15,1 0-15,-1 0 0,0 0 0,1 29 0,-1-29 0,1 0 0,-1 29 0,1-29 0,-1 0 0,1 0 16,28 30-16,-28-30 0,-1 0 0,1 0 0,-1 0 0,-29 29 0,59-29 0,-29 0 16,-1 0-16,30 0 0,-30 0 0,1 0 0,-1 0 0,-29 30 0,30-30 0,-1 0 15,1 0-15,-1 0 0,0 0 0,1 0 0,29 0 0,-30 0 0,1 0 16,-1 0-16,1 0 0,-1 0 0,59-30 16,-58 30-16,-30-29 0,88-1 15,-88 1-15,30 29 16,28-59-16,-58 30 0,30 29 15,29-89-15,-59 60 16,59-30-16,-59 30 0,29 29 16,-29-30-16,0 1 0,30-1 0,-1 1 0,0-30 15,-29 29-15,30 30 0,-30-29 16,0 0-16,29 29 0,-29-30 0,30 1 0,-30-1 0,29 1 16,1-89-16,-1 89 15,-29-1-15,0 1 0,30 29 0,-30-30 0,0 1 0,0-1 0,29 30 16,-29-29-16,0-1 0,29 30 0,-29-29 0,0 0 0,30 29 0,-30-30 0,0 1 15,0-1-15,29 1 0,-29-1 0,30 30 0,-30-29 16,0-1-16,0 1 0,29 29 0,-29-29 0,0-1 0,0 1 16,30-30-1,-30 29-15,0 1 0,29-30 16,-29 30-16,30-1 0,-30 1 16,0-1-16,0 1 15,0-1-15,29 30 16,-29-29-16,0-1 0,0 1 15,0 0 1,0-1 47,0 1-48,0-1 16,0 1-15,0-1-16,29 30 16,-29-29-16,0-1 15,0 1-15,30 29 0,-30-29 16,0-30-16,0 29 16,0 1-1,29-1-15,-29 1 16,0 0-1,30-1-15,-30 1 16,0-1-16,0 60 156,-30-30-156</inkml:trace>
  <inkml:trace contextRef="#ctx0" brushRef="#br0" timeOffset="41226">17592 4682 0,'-29'0'16,"29"-30"-16,-29 30 0,-1 0 16,1 0-1,-1 0 1,30-29-16,-29 29 0,-1 0 0,-29 0 15,30 0 1,-30 0 0,30 0-16,-1 0 0,1 0 0,-30 0 15,29 0-15,1 0 0,-59 29 16,58-29-16,1 0 0,-1 0 16,30 30-16,-29-30 0,-59 29 15,58-29-15,1 0 0,-1 0 0,30 29 0,-29-29 16,-1 0-16,-58 59 15,59-59-15,-1 0 0,-29 59 16,30-59-16,-1 0 0,30 30 0,-29-30 16,29 29-16,-59 1 0,30-30 15,29 29-15,-30-29 0,-29 59 16,59-30-16,-29 1 16,-1-30-16,1 29 0,-30 30 15,0 29 1,0-29-1,30 30 1,-1-60-16,1 59 16,29-58-16,0-1 0,-30 1 0,30-1 0,0 1 15,-29 58 1,29-59-16,-29 1 0,29 58 16,0-58-16,0-1 0,0 0 15,0 30-15,0-29 16,0-1-16,0 30 15,0-29-15,0-1 0,0 30 16,0-30-16,0 1 16,29-30-16,-29 59 0,0-30 15,0 1-15,29 28 16,-29-28 0,0-1-1,0 1-15,30-1 16,-30 1-16,0-1 0,29 30 15,-29-30-15,30 30 16,-30-29 0,0-1-16,0 1 0,0-1 15,29-29-15,-29 59 16,0-30-16,30 1 0,-30 58 16,29-88-16,-29 30 15,0-1-15,30-29 0,-30 30 0,0 28 16,29-28-16,-29-1 0,0 1 15,59 29 1,-59-30-16,29-29 0,-29 30 0,30-1 0,-30 0 16,29-29-16,-29 30 0,30-30 0,58 88 15,0 1 1,-58-89-16,-1 29 0,30 30 16,-29-59-16,-30 29 0,117 30 15,-28-29 1,-60-30-16,89 59 15,-59-59-15,29 58 16,-58-58-16,-1 0 0,0 0 0,119 59 16,-119-59-16,1 0 0,87 30 15,-58-30-15,-59 29 0,30-29 16,29 0-16,-30 0 0,0 0 0,1 0 0,58 0 16,-58 0-16,-1 0 15,30 0-15,-30 0 0,1 0 0,58 0 16,-58 0-16,-1 0 15,-29-29-15,59 29 0,-30 0 0,1 0 16,-1 0-16,30-30 0,-29 30 16,-1 0-16,1 0 0,28 0 0,-58-29 15,30 29-15,-1 0 0,1 0 0,-1-30 16,1 30-16,-1-29 0,30 0 16,-59-1-16,29 30 0,-29-29 0,30 29 15,-30-30-15,29 30 0,-29-29 0,30 29 0,-30-30 0,29-29 16,-29 30-16,30 29 0,-30-29 0,0-1 0,29 30 15,-29-29-15,29-1 0,-29 1 0,30 29 0,-30-30 0,0 1 16,29-1-16,-29 1 0,30 29 16,-30-29-16,0-1 0,0 1 0,0-1 0,29 30 0,-29-29 15,0-1-15,30 1 0,-30-1 0,0 1 0,0 0 0,0-1 16,29-29-16,-29 30 0,0-1 0,0 1 16,0-1-16,0 1 0,30 0 0,-30-30 0,0 29 0,0 1 15,0-1-15,0-117 16,0 118-16,29-1 0,-58-88 15,29 89-15,0 0 16,0-1-16,0-88 16,-30 89-16,30-1 0,0 1 15,0 0-15,-29 29 0,29-30 0,0 1 0,-30-30 16,30 29-16,0 1 16,-29 29-16,29-30 0,0 1 0,0 0 15,-30 29-15,30-30 0,0 1 0,-59-30 16,59 29-16,0 1 15,-58-30 1,58 30-16,0-1 0,-30 30 0,-29-88 16,0 29-1,30 30-15,0-1 16,-1-29-16,1 59 0,29-29 16,-30-1-16,1 30 0,-1-59 15,1 59-15,29-29 0,-30 29 16,30-29-16,-29 29 0,29-30 0,-29 30 0,-30-59 15,29 59 1,-29-29-16,30-1 16,-1 30-16,1 0 0,-30-29 15,30 29-15,29-30 0,-30 30 0,1 0 16,-30-29 0,29 29-16,1 0 0,29-29 0,-59 29 15,0-30 1,59 1-1,-29 29-15,-1 0 16,30-30 125,-29 30-141,-1-29 15,1-1 1,0 30-16,29-29 16,-30 29-16,30-30 15,-29 30 1,-1 0 93</inkml:trace>
  <inkml:trace contextRef="#ctx0" brushRef="#br0" timeOffset="76260">5020 2444 0,'29'0'125,"-29"-30"-93,30 30-17,-30-29-15,29 29 0,1-30 16,-30 1 0,29 29-16,1-59 15,-1 59-15,-29-29 16,30-1-16,-30 1 15,29-1 1,-29 1-16,29 29 0,-29-30 0,30 1 16,-30 0-16,29 29 0,-29-59 15,30 59-15,-30-30 16,0 1 0,0-1-16,0 1 31,0 0 0,0-1-15,0 1 15,-30 29-31,1 0 31,29-30 16,-30 30-31,1 0-1,0-29 1,-1 29 0,1 0 15,-1 0-16,1 0 17,-1 0-17,1 0 1,-1 0 15,1 0 16,0 29-16,-1-29-15,1 30 0,-1-30-1,30 29 16,-29-29-15,29 30 0,-30-30-16,30 29 15,0 0 17,0 1-17,-29-30 1,29 29-16,0 1 15,0-1 1,0 1 0,0-1-1,0 0-15,0 1 16,-30-30 0,30 29-1,0 1-15,0-1 16,30-29-16,-30 30 15,0-1 1,0 1 0,0-1-1,0 0 1,29-29 0,-29 30-1,30-30 16,-30 29 1,29-29 15,-29 30-32,0-1 1,30-29 15,-30 30 16,29-30-16</inkml:trace>
  <inkml:trace contextRef="#ctx0" brushRef="#br0" timeOffset="102137">20301 10158 0,'0'-29'78,"0"-1"-47,0 1-15,0-1-1,0 1 17,0-1-32,0 1 31,0-1-15,30 1-1,-30 0 1,0-1 15,29 30-15,-29-29-1,30 29-15,-1 0 16,-29-30 0,29 30-16,1 0 46,-1 0-30,-29 30 0,30-30-16,-1 0 0,1 0 15,-1 0-15,1 29 16,-1-29-16,0 0 0,1 0 16,-30 30-1,29-30 1,1 0 218,-30-30-218,0 1-16,29 29 15,-29-30-15,30 1 16,-30-1 0,0 1-1,0-1 1,29 30 0,-29-29-1,0 0-15,0 58 172,0 0-156,0 1-1,0-1 1,0 1 0,0-1-1,30-29 1,-30 30-16,29-30 31,-29 29 0,29-29-15,1 0-16,-1 0 0,1 0 16,-1 0-16,1 0 15,-1 0 1,1 0-16,-1 0 15,0 0 17,1 0-17,-1 0 1,1 0 0,-1 0 15,1 30-16,-1-30 1,1 0 0,-1 0-16,0 0 15,1 29 1,-1-29-16,-29 29 141,30-29-141,-30 30 31,0-1 0,29-29-15,-29 30-16,0-1 15,30-29 17,-30 30-32,0-1 31,0 1 16,0-1 171</inkml:trace>
  <inkml:trace contextRef="#ctx0" brushRef="#br0" timeOffset="107003">20566 8774 0,'30'0'93,"-1"0"-77,1 0 0,-1 0-1,0 0-15,1 0 16,-1 0 31,-29 30-32,30-30 1,-30 29-16,29-29 16,-29 30-1,0-1 1,0 0-1,0 1-15,-29-30 32,29 29-32,-30-29 0,30 30 0,-29-30 15,29 29 1,-30-29-16,1 0 16,29 30-1,-29-30-15,-1 0 31,1 0-15,-1 0 0,60 0 156,-1 0-157,1 0 1,-1 29-1,0-29-15,1 0 16,-1 0 0,1 0 62,-30 30-63,0-1 1,0 0 15,0 1-15,0-1 15,0 1-15,-30-30-1,30 29 1,-29-29 15,29 30-15,-30-30-16,1 0 16,0 0-1,-1 0 1,1 0-16,-1 0 15,30 29 126,30-29-125</inkml:trace>
  <inkml:trace contextRef="#ctx0" brushRef="#br0" timeOffset="107993">21302 9216 0,'0'-30'32,"-29"30"14,29-29-46,-30 29 16,1 0 0,0 0-16,29-29 15,-30 29 1,1 0 0,29 29-1,-30-29 1,30 29-16,0 1 31,-29-1-15,58-29-16,-29 30 15,30-30 1,-30 29 15,29-29-31,1 0 16,-30 30 31,0-1 46,-30-29-77,1 0 62</inkml:trace>
  <inkml:trace contextRef="#ctx0" brushRef="#br0" timeOffset="108675">21450 9186 0,'0'30'47,"0"-1"-31,0 1 0,0-1-1,-30 1-15,30-1 16,0 1-16,0-1 15,0 0-15,0 1 16,0-1-16,0 1 16,0-1-16,0 1 0,0-1 15,0 0-15,0 1 16,0-1 0,0-58 46,0-1-46,0 1-16,0 0 15,0-1 1,0 1 0,0-1-16</inkml:trace>
  <inkml:trace contextRef="#ctx0" brushRef="#br0" timeOffset="109424">21450 9186 0,'29'0'16,"-29"-29"-1,29 29 1,1 0 15,-1 0 63,-29 29-78,30-29 15,-30 30-16,0-1 17,-30-29-17,30 30 1,-29-30-16,29 29 16,-30-29-1,30 30 1,-29-30-16,29 29 15,-29-29 1,-1 0 15,30 30-15,-29-30 15</inkml:trace>
  <inkml:trace contextRef="#ctx0" brushRef="#br0" timeOffset="153525.99">14354 9864 0,'29'0'16,"1"0"15,-30-30-15,29 30-1,0 0-15,-29-29 16,30 29-16,-30-30 0,59 1 16,-30 29-1,1-30-15,-30 1 16,29 29-16,1 0 0,-1-59 15,-29 30-15,29-1 16,-29 1-16,0-1 16,0 1-16,30 29 0,-30-30 15,0 1-15,-30 29 16,30-29 0,-29 29-16,29-30 0,-29 30 0,29-29 15,-30 29 1,30-30-16,-59 30 15,30 0-15,-30-29 16,29 29-16,1 0 16,-30 0-16,30 0 15,-1 0-15,1 0 16,29 29-16,-30-29 16,30 30-16,0-1 15,0 1-15,0-1 16,0 0-1,30 1-15,-30-1 16,29-29-16,30 59 16,29 0-1,1 0 1,-1 0-16,-58-30 16,28-29-1,-58 30-15,0-1 63,0 1-48,0-1 1,-29-29-16,29 29 0,-29 1 16,-1-1-16,1 1 15,-1-1-15,1 1 16,-1-30-16,30 29 0,-29-29 0,-59 59 15,88-30-15,-30-29 0,-29 30 16,0-1 0,59 1-16,-29-1 15,-1-29-15,30 30 0,30-30 125,29 0-109</inkml:trace>
  <inkml:trace contextRef="#ctx0" brushRef="#br0" timeOffset="154304">14943 10187 0,'-30'30'16,"1"-30"-1,29 29-15,-30-29 16,1 30-16,-1-30 16,1 29-1,29 1-15,-30-1 16,30 1-16,0-1 16,0 0-1,30-29 1,-30 30-16,29-30 31,1 29-15,-1-29-16,1 0 15,-1 0-15,1 0 16,28 0 0,-28 0-16,-1 0 0,30 0 15,-59-29-15,30 29 0,-30-30 16,29 30-16,-29-29 15,0 0 1,0-1 0,-29 30-1,29-29-15,-30 29 16,1-30-16,-1 1 16,1 29-1,-1 0-15,-28-30 16,28 30-16,-29-29 15,30 29-15,-1 0 16,1 0-16,29 29 63</inkml:trace>
  <inkml:trace contextRef="#ctx0" brushRef="#br0" timeOffset="155345">15855 10276 0,'0'29'47,"30"-29"78</inkml:trace>
  <inkml:trace contextRef="#ctx0" brushRef="#br0" timeOffset="156522">16209 9599 0,'29'0'16,"0"0"15,-29-30-31,30 30 16,-1 0-16,30 0 15,-29 0 1,-30-29-16,59 29 0,-30 0 0,30 0 16,-30 0-16,1 0 15,29 0 1,-30 0-16,1 0 0,-1 0 0,-29 29 0,29-29 15,1 0-15,-1 30 16,1-30-16,-30 58 16,29-58-16,-29 30 15,0-1-15,30-29 0,-30 30 16,29 29 0,-29-30-16,0 1 15,0-1 1,0 0-16,-29-29 15,-1 30-15,1-30 16,29 29-16,-59-29 16,29 0-16,30 30 0,-58-30 15,58 29-15,-30-29 0,1 30 16,-1-30-16,1 29 16,-1-29-1,30 30 1,0-1-16,-29-29 15,29 29 1,29-29-16,-29 30 16,30-30-1,-1 0 1,-29 29-16,30-29 16,-30 30-16,29-30 15,1 29-15,-1-29 16,0 30-16,1-30 15,-1 29-15,1 1 16,-1-30-16,1 0 0,-1 29 16,1-29-16,-1 0 0,0 0 125,-29-29-110,30 29-15</inkml:trace>
  <inkml:trace contextRef="#ctx0" brushRef="#br0" timeOffset="157505.01">17799 9363 0,'0'0'0,"-30"0"15,30-29 1,-29 29 0,-1 0-16,1 0 15,-1 0 1,1 0-16,29 29 15,-30-29-15,1 0 16,29 30 0,0-1-16,-29 0 15,29 1 1,0-1-16,29 1 0,-29 29 16,0-30-1,29 0-15,-29 1 0,0-1 16,30-29-16,-30 30 0,0 29 15,0-30-15,29-29 0,-29 30 0,0-1 16,30 59-16,-30-58 16,0-1-16,29 30 15,1-29-15,-30-1 0,0 0 0,0 1 16,29 29-16,-29-30 16,0 1-16,30 29 15,-30-30-15,0 0 0,29 1 16,-29-1-16,0 1 15,0-1 17,-29-29-17,-1 0 63,1 0-46</inkml:trace>
  <inkml:trace contextRef="#ctx0" brushRef="#br0" timeOffset="158244.99">17445 10070 0,'0'-30'32,"30"30"-17,-1 0 1,1 0-16,-30-29 15,29 29-15,30 0 16,0-30 0,0 1-1,0 29 1,-1 0-16,1 0 16,-29 0-1,-1 0 1,1 0-1,-1 0 1</inkml:trace>
  <inkml:trace contextRef="#ctx0" brushRef="#br0" timeOffset="160302">15767 10394 0,'29'0'63,"-29"-30"-1,30 30-15,-1 0 0,1 0-47,-1 0 16</inkml:trace>
  <inkml:trace contextRef="#ctx0" brushRef="#br0" timeOffset="171610.99">15296 9393 0,'-30'0'79,"30"29"-64,0 0 16,-29-29-31,29 30 16,-30-30 0,30 29-16,0 1 47,-29-30-32,29 29 1,0 1-1,-29-30 1,29 29 0,0 0-1,0 1 48,29-30-16,-29 29-32,29-29-15,1 0 16,-1 30 0,-29-1-16,30-29 0,29 30 15,0-1 1,-1 1-1,1-1-15,-29 0 16,-1-29-16,-29 30 0,30-30 16,-1 0-16,-29 29 0,30-29 15,-30 30 1,29-30-16,0 0 31,-58 0 141</inkml:trace>
  <inkml:trace contextRef="#ctx0" brushRef="#br0" timeOffset="172728">15649 9510 0,'0'30'16,"0"-1"31,0 1-32,-29-30-15,29 29 16,0 0 0,0 1-16,0-1 15,0 1 1,-30-1 0,30 1-16,0-1 15,-29-29 1,29 30-16,0-1 15,0 0 1,0 1-16,0-1 31,-30-29-15,30 30-16,0-1 16,0 1-1,0-1 1,0 1-16,0-1 15,-29-29 1,29 29-16,0 1 16,0-1-1,0 1 1,0-1 0,-30-29-1,30 30 48,0-60 15,30 30-47</inkml:trace>
  <inkml:trace contextRef="#ctx0" brushRef="#br0" timeOffset="179680">12734 12307 0,'0'30'93,"0"-1"-93,0 1 16,0 29-16,0-30 16,0 30-16,0-30 15,0 30-15,0-29 16,0-1-16,-29 1 16,29-1-16,0 1 15,0-1 1</inkml:trace>
  <inkml:trace contextRef="#ctx0" brushRef="#br0" timeOffset="180226">13205 12867 0,'0'29'78,"0"1"-46</inkml:trace>
  <inkml:trace contextRef="#ctx0" brushRef="#br0" timeOffset="181824.99">13588 12455 0,'0'-30'63,"30"30"-48,-1 0 1,-29-29-1,29 29-15,1 0 16,-1 0 0,1 0-16,29 0 15,-30 0 1,1 29-16,-30 1 47,29-30-32,-29 29-15,29-29 16,-29 30 0,-29-30-1,29 29 1,-29 0 0,29 1-16,0-1 15,-30-29 1,30 30-1,-29-30-15,29 29 16,-30-29-16,30 30 16,-29-30-16,-1 0 15,1 29 1,-1-29-16,30 30 0,-29-30 16,29 29-1,-29-29 1,29 29 15,-30-29-15,30 30-1,30-30 95,-1 0-95,-29 29-15,29-29 16,1 0-16,-1 30 16,1-30-16,-1 0 0,30 29 15,-29-29-15,-1 30 16,0-30-1,1 0 1,-30 29 0,29-29 15</inkml:trace>
  <inkml:trace contextRef="#ctx0" brushRef="#br0" timeOffset="202740">11821 12661 0,'0'-30'0,"0"60"47,0-1 31,0 1-62,0-1 15,0 1-15,-29-30 15,29 29-31,29-29 94,-29 29-94,30-29 15,-1 0 1,1 0-1,-1 0-15,1 0 16,-1 0 0,1 0-1,-30 30 1,29-30-16,0 0 0,1 0 16,-30 29-16,29-29 0,1 0 15,-1 0 1,1 0-16,-30 30 15,0-60 251,29 30-250,-29-29-1,30 29 17,-30-30-17,0 1 48,0 0-16,0-1-32,29 30 1,-29-29-1,-29 29 235,29 29-234</inkml:trace>
  <inkml:trace contextRef="#ctx0" brushRef="#br0" timeOffset="-199188.73">12028 12572 0,'0'30'46,"-30"-1"-30,30 1 0,0-1-16,0 1 0,30-30 15,-30 29-15,0 1 16,0-1-16,29-29 0,-29 29 0,29 1 16,-29-1-1,30-29 1,-1 0 15,-29-29-15,30 29-16,-30-30 0,29 1 15,-29 0 1,0-1-16,0 1 16,-29 29-16,29-30 0,0 1 15,-30 29 1,1 0-16,29-30 15,-30 30-15,30 30 16,-29-1 0,0 1-16,29 29 15,0-30-15,-30 30 16,30-30-16,0 1 16,0 29-16,30-30 15,-30 1-15,29-1 16,-29 0-16,29-29 15,1 0 1,-30-29 0,0 0-16,0-30 15,0 29-15,0 1 16,-30 29-16,30-30 0,-29 30 16,29-29-1,-29 29 1,29 29 15,29-29 0,-29 30-15,29-30-16,30 0 16,-29 0-16,-1 0 0,1 0 15,-30 29-15</inkml:trace>
  <inkml:trace contextRef="#ctx0" brushRef="#br0" timeOffset="-197249.73">14413 12572 0,'0'30'94,"-30"-30"-79,1 0-15,29 29 16,-30-29-16,30 30 16,-29-30-16,29 29 15,-30-29 1,30 30-16,-29-1 31,29 1-15,-30-30-1,30 29-15,0 0 16,0 1 0,0-1-16,0 1 15,0-1 1,0 1-16,0-1 15,0 1-15,0-1 0,0 0 16,30 1-16,-30-1 16,29-29-16,-29 59 15,30-59-15,-1 30 16,1-1 0,-1-29-16,1 29 15,-1 1-15,0-30 16,-29 29-16,30-29 0,-1 0 15,1 0 1,-1 0 0,-29-29-1,30 29-15,-30-30 16,29 30-16,1-29 0,-1 0 16,0 29-1,-29-59-15,30 59 16,-30-30-16,29 1 15,-29-1-15,30 1 16,-30 0-16,0-1 16,29 1-16,-29-1 15,0 1-15,0-1 16,0 1 0,0-1-16,0 1 15,0 0-15,0-1 16,0 1-1,-29 29 1,29-30-16,0 1 16,-30 29-1,30-30 1,-29 30 0,-1 0-16,30-29 15,-29 29-15,0-30 16,-1 30-1,30-29 1,-29 29-16,-1 0 16,1-29-16,-1 29 15,1 0 1,-1 0-16,1 0 16,0 0-16,-1 0 15,1 0 1,-1 0-1,1 0-15,-1 0 16,30 29 109</inkml:trace>
  <inkml:trace contextRef="#ctx0" brushRef="#br0" timeOffset="-194185.75">13235 12926 0,'0'29'16,"-30"-29"-1,30 30 16,0-60 94,0 1-109,0-1-16,0 1 16,-29 29-1,29-30 1,-30 60 31,1-30-16,29 29-31,0 1 31</inkml:trace>
  <inkml:trace contextRef="#ctx0" brushRef="#br0" timeOffset="-191756.73">13647 13426 0,'29'0'93,"1"30"-77,-1-30-16,30 29 16,-29-29-16,-1 0 0,1 0 15,-1 30-15,89-1 16,-89-29-16,1 0 0,87 29 16,-87-29-16,-1 0 0,-29 30 0,30-30 0,-1 0 0,1 0 0,29 29 15,-30-29-15,0 0 16,-58 0 140</inkml:trace>
  <inkml:trace contextRef="#ctx0" brushRef="#br0" timeOffset="-186962.73">15472 9334 0,'0'29'63,"0"1"-48,30-30-15,-30 29 0,0 0 0,0 30 16,0-29-16,29-30 0,1 88 15,29 30 1,29-30 0,-88-58-16,29-1 0,30 59 15,-29 1 1,-1-30 0,1-30-16,-30-58 78,-30-1-63,30 1-15,-29-30 16,29 29-16,-30-29 16,1 59-16,29-29 0,0 0 15,-30 29-15,30-30 0,-29-29 16,29 30-16,-29 29 0,29-30 0,0 1 0,-30-30 15,1 59-15,29-29 16,-30-1-16,30 60 47,0-1-31,30 0-1,-30 1-15,0-1 16,29 1-16,1-30 15,-30 59 1,29-59-16,-29 29 16,29-29-1</inkml:trace>
  <inkml:trace contextRef="#ctx0" brushRef="#br0" timeOffset="-184945.73">15885 8539 0,'29'0'31,"-29"-30"-16,-29 30 32,29 30-31,0-1-16,-30-29 16,30 30-1,-29-30-15,-1 0 16,30 29-16,-29-29 15,29 29 1,-30-29-16,1 0 31,29 30-15,29-30 31,-29 29-16,30-29-31,29 30 16,-30-30-1,1 59 1,-1-59-16,1 29 16,-30 1-16,29-30 0,-29 29 15,29-29-15,-29 29 0,0 1 0,30-30 16,-30 29-16,0 1 15,29-30 1,-29 29-16,0 1 16,0-1 15,-29-29-15,29 30-1,-30-30 1,1 29-1,0-29 1,-1 0-16,1 0 16,29-29-16,-30 29 0,1 0 15,-1 0-15,1 0 0,-1-30 16,1 30-16,0 0 0,-1-29 16,1 29-16,-1 0 15,60 0 95</inkml:trace>
  <inkml:trace contextRef="#ctx0" brushRef="#br0" timeOffset="-184319.75">15944 8715 0,'29'0'78,"0"0"-63,1 0 1,-1 0 0,1 0-1,-30 30 1,29-30-16,1 0 16,-1 0 62,1 0-47</inkml:trace>
  <inkml:trace contextRef="#ctx0" brushRef="#br0" timeOffset="-181553.73">11704 13544 0,'0'29'110,"-30"1"-79,30-1-16,-29-29-15,29 30 16,0-1-16,29-29 125,1 0-109,-30 30-1,59-30 1,-59 29-16,88-29 16,-88 30-16,29-30 0,1 0 0,-1 29 0,60 0 15,-60-29-15,0 0 0,60 59 16,-60-59-16,1 0 15,-30-29 110,0-1-109,29 1-16,-29 0 16,0-1-16,0 1 15,0-30-15,0 29 16,30 1-16,-30-1 0,0 1 16,0 0-1,-30 29 110,30 29-125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5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82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1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06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43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77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24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52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8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07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92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76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34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58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0E8853B3-95C8-4BF8-BD47-E5356120F960}" type="slidenum">
              <a:rPr lang="zh-TW" altLang="en-US" b="0">
                <a:latin typeface="Arial" panose="020B0604020202020204" pitchFamily="34" charset="0"/>
              </a:rPr>
              <a:pPr/>
              <a:t>20</a:t>
            </a:fld>
            <a:endParaRPr lang="en-US" altLang="zh-TW" b="0" dirty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b="0" dirty="0"/>
          </a:p>
        </p:txBody>
      </p:sp>
    </p:spTree>
    <p:extLst>
      <p:ext uri="{BB962C8B-B14F-4D97-AF65-F5344CB8AC3E}">
        <p14:creationId xmlns:p14="http://schemas.microsoft.com/office/powerpoint/2010/main" val="647547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0E8853B3-95C8-4BF8-BD47-E5356120F960}" type="slidenum">
              <a:rPr lang="zh-TW" altLang="en-US" b="0">
                <a:latin typeface="Arial" panose="020B0604020202020204" pitchFamily="34" charset="0"/>
              </a:rPr>
              <a:pPr/>
              <a:t>21</a:t>
            </a:fld>
            <a:endParaRPr lang="en-US" altLang="zh-TW" b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502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CB658C-C1A7-450C-89D2-DFF02B4821E9}" type="datetime1">
              <a:rPr lang="zh-TW" altLang="en-US"/>
              <a:pPr/>
              <a:t>2024/1/29</a:t>
            </a:fld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02A09-46C3-4B27-B4E1-E80642C8317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09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r>
              <a:rPr lang="en-US" b="1"/>
              <a:t>Arrays</a:t>
            </a:r>
            <a:endParaRPr lang="en-US" altLang="zh-TW">
              <a:ea typeface="新細明體" pitchFamily="18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2800" dirty="0">
                <a:ea typeface="新細明體" pitchFamily="18" charset="-120"/>
              </a:rPr>
              <a:t>Introduction to Arrays (1-D arrays)</a:t>
            </a:r>
          </a:p>
          <a:p>
            <a:r>
              <a:rPr lang="en-US" altLang="zh-TW" sz="2800" dirty="0">
                <a:ea typeface="新細明體" pitchFamily="18" charset="-120"/>
              </a:rPr>
              <a:t>Defining and Declaring Arrays</a:t>
            </a:r>
          </a:p>
          <a:p>
            <a:r>
              <a:rPr lang="en-US" altLang="zh-TW" sz="2800" dirty="0">
                <a:ea typeface="新細明體" pitchFamily="18" charset="-120"/>
              </a:rPr>
              <a:t>Accessing Array Elements</a:t>
            </a:r>
          </a:p>
          <a:p>
            <a:r>
              <a:rPr lang="en-US" altLang="zh-TW" sz="2800" dirty="0">
                <a:ea typeface="新細明體"/>
              </a:rPr>
              <a:t>Examples</a:t>
            </a:r>
            <a:endParaRPr lang="en-US" altLang="zh-TW" sz="2800" dirty="0">
              <a:ea typeface="新細明體"/>
              <a:cs typeface="Calibri"/>
            </a:endParaRPr>
          </a:p>
          <a:p>
            <a:endParaRPr lang="en-US" altLang="zh-TW" sz="2800" dirty="0">
              <a:ea typeface="新細明體" pitchFamily="18" charset="-120"/>
              <a:cs typeface="Calibri"/>
            </a:endParaRPr>
          </a:p>
          <a:p>
            <a:r>
              <a:rPr lang="en-US" altLang="zh-TW" sz="2800" dirty="0">
                <a:ea typeface="新細明體" pitchFamily="18" charset="-120"/>
              </a:rPr>
              <a:t>2-D Arrays</a:t>
            </a:r>
          </a:p>
          <a:p>
            <a:r>
              <a:rPr lang="en-US" altLang="zh-TW" sz="2800" dirty="0">
                <a:ea typeface="新細明體" pitchFamily="18" charset="-120"/>
              </a:rPr>
              <a:t>Declaring and Initializing 2-D Arrays</a:t>
            </a:r>
          </a:p>
          <a:p>
            <a:r>
              <a:rPr lang="en-US" altLang="zh-TW" sz="2800" dirty="0">
                <a:ea typeface="新細明體" pitchFamily="18" charset="-120"/>
              </a:rPr>
              <a:t>Example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Representing matrices and finding the transpose of a matrix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 What is an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is a collection of things!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12" descr="mc_cabinet_5draw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514600"/>
            <a:ext cx="2200275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61975" y="1752600"/>
            <a:ext cx="2667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ea typeface="ＭＳ Ｐゴシック" charset="0"/>
                <a:cs typeface="Times New Roman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9pPr>
          </a:lstStyle>
          <a:p>
            <a:pPr algn="ctr"/>
            <a:r>
              <a:rPr lang="en-US" altLang="zh-TW" sz="2800" dirty="0">
                <a:latin typeface="Calibri"/>
                <a:ea typeface="新細明體" charset="0"/>
                <a:cs typeface="Calibri"/>
              </a:rPr>
              <a:t>Ordinary</a:t>
            </a:r>
          </a:p>
          <a:p>
            <a:pPr algn="ctr"/>
            <a:r>
              <a:rPr lang="en-US" altLang="zh-TW" sz="2800" dirty="0">
                <a:latin typeface="Calibri"/>
                <a:ea typeface="新細明體" charset="0"/>
                <a:cs typeface="Calibri"/>
              </a:rPr>
              <a:t>Variable</a:t>
            </a:r>
          </a:p>
          <a:p>
            <a:endParaRPr lang="en-US" altLang="zh-TW" dirty="0">
              <a:latin typeface="Calibri"/>
              <a:ea typeface="新細明體" charset="0"/>
              <a:cs typeface="Calibri"/>
            </a:endParaRPr>
          </a:p>
          <a:p>
            <a:r>
              <a:rPr lang="en-US" altLang="zh-TW" b="0" dirty="0">
                <a:latin typeface="Calibri"/>
                <a:ea typeface="新細明體" charset="0"/>
                <a:cs typeface="Calibri"/>
              </a:rPr>
              <a:t>Like a box for storing one value</a:t>
            </a: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6391275" y="1524000"/>
            <a:ext cx="2447925" cy="4572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ea typeface="ＭＳ Ｐゴシック" charset="0"/>
                <a:cs typeface="Times New Roman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Times New Roman" charset="0"/>
                <a:cs typeface="Times New Roman" charset="0"/>
              </a:defRPr>
            </a:lvl9pPr>
          </a:lstStyle>
          <a:p>
            <a:pPr algn="ctr"/>
            <a:r>
              <a:rPr lang="en-US" altLang="zh-TW" sz="2800" dirty="0">
                <a:latin typeface="Calibri"/>
                <a:ea typeface="新細明體" charset="0"/>
                <a:cs typeface="Calibri"/>
              </a:rPr>
              <a:t>Array</a:t>
            </a:r>
          </a:p>
          <a:p>
            <a:endParaRPr lang="en-US" altLang="zh-TW" dirty="0">
              <a:latin typeface="Calibri"/>
              <a:ea typeface="新細明體" charset="0"/>
              <a:cs typeface="Calibri"/>
            </a:endParaRPr>
          </a:p>
          <a:p>
            <a:r>
              <a:rPr lang="en-US" altLang="zh-TW" b="0" dirty="0">
                <a:latin typeface="Calibri"/>
                <a:ea typeface="新細明體" charset="0"/>
                <a:cs typeface="Calibri"/>
              </a:rPr>
              <a:t>Like a cabinet containing many drawers.</a:t>
            </a:r>
          </a:p>
          <a:p>
            <a:endParaRPr lang="en-US" altLang="zh-TW" b="0" dirty="0">
              <a:latin typeface="Calibri"/>
              <a:ea typeface="新細明體" charset="0"/>
              <a:cs typeface="Calibri"/>
            </a:endParaRPr>
          </a:p>
          <a:p>
            <a:r>
              <a:rPr lang="en-US" altLang="zh-TW" b="0" dirty="0">
                <a:latin typeface="Calibri"/>
                <a:ea typeface="新細明體" charset="0"/>
                <a:cs typeface="Calibri"/>
              </a:rPr>
              <a:t>Each drawer stores one value.</a:t>
            </a:r>
          </a:p>
          <a:p>
            <a:endParaRPr lang="en-US" altLang="zh-TW" b="0" dirty="0">
              <a:latin typeface="Calibri"/>
              <a:ea typeface="新細明體" charset="0"/>
              <a:cs typeface="Calibri"/>
            </a:endParaRPr>
          </a:p>
          <a:p>
            <a:r>
              <a:rPr lang="en-US" altLang="zh-TW" b="0" dirty="0">
                <a:latin typeface="Calibri"/>
                <a:ea typeface="新細明體" charset="0"/>
                <a:cs typeface="Calibri"/>
              </a:rPr>
              <a:t>We can refer to each drawer as the 1</a:t>
            </a:r>
            <a:r>
              <a:rPr lang="en-US" altLang="zh-TW" b="0" baseline="30000" dirty="0">
                <a:latin typeface="Calibri"/>
                <a:ea typeface="新細明體" charset="0"/>
                <a:cs typeface="Calibri"/>
              </a:rPr>
              <a:t>st</a:t>
            </a:r>
            <a:r>
              <a:rPr lang="en-US" altLang="zh-TW" b="0" dirty="0">
                <a:latin typeface="Calibri"/>
                <a:ea typeface="新細明體" charset="0"/>
                <a:cs typeface="Calibri"/>
              </a:rPr>
              <a:t> drawer, the 2</a:t>
            </a:r>
            <a:r>
              <a:rPr lang="en-US" altLang="zh-TW" b="0" baseline="30000" dirty="0">
                <a:latin typeface="Calibri"/>
                <a:ea typeface="新細明體" charset="0"/>
                <a:cs typeface="Calibri"/>
              </a:rPr>
              <a:t>nd</a:t>
            </a:r>
            <a:r>
              <a:rPr lang="en-US" altLang="zh-TW" b="0" dirty="0">
                <a:latin typeface="Calibri"/>
                <a:ea typeface="新細明體" charset="0"/>
                <a:cs typeface="Calibri"/>
              </a:rPr>
              <a:t> drawer, the 3</a:t>
            </a:r>
            <a:r>
              <a:rPr lang="en-US" altLang="zh-TW" b="0" baseline="30000" dirty="0">
                <a:latin typeface="Calibri"/>
                <a:ea typeface="新細明體" charset="0"/>
                <a:cs typeface="Calibri"/>
              </a:rPr>
              <a:t>rd</a:t>
            </a:r>
            <a:r>
              <a:rPr lang="en-US" altLang="zh-TW" b="0" dirty="0">
                <a:latin typeface="Calibri"/>
                <a:ea typeface="新細明體" charset="0"/>
                <a:cs typeface="Calibri"/>
              </a:rPr>
              <a:t> drawer, etc.</a:t>
            </a:r>
          </a:p>
        </p:txBody>
      </p:sp>
      <p:pic>
        <p:nvPicPr>
          <p:cNvPr id="9" name="Picture 8" descr="bo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3810000"/>
            <a:ext cx="2085975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844213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1.2. Characteristics of an Array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08100"/>
            <a:ext cx="6172199" cy="4822825"/>
          </a:xfrm>
        </p:spPr>
        <p:txBody>
          <a:bodyPr>
            <a:normAutofit/>
          </a:bodyPr>
          <a:lstStyle/>
          <a:p>
            <a:pPr eaLnBrk="1" hangingPunct="1">
              <a:tabLst>
                <a:tab pos="4119563" algn="l"/>
              </a:tabLst>
            </a:pPr>
            <a:r>
              <a:rPr lang="en-US" altLang="zh-TW" sz="2400" dirty="0">
                <a:ea typeface="新細明體" pitchFamily="18" charset="-120"/>
              </a:rPr>
              <a:t>Stores same type of data</a:t>
            </a:r>
          </a:p>
          <a:p>
            <a:pPr eaLnBrk="1" hangingPunct="1">
              <a:tabLst>
                <a:tab pos="4119563" algn="l"/>
              </a:tabLst>
            </a:pPr>
            <a:endParaRPr lang="en-US" altLang="zh-TW" sz="2400" i="1" dirty="0">
              <a:solidFill>
                <a:srgbClr val="0070C0"/>
              </a:solidFill>
              <a:ea typeface="新細明體" pitchFamily="18" charset="-120"/>
            </a:endParaRPr>
          </a:p>
          <a:p>
            <a:pPr eaLnBrk="1" hangingPunct="1">
              <a:tabLst>
                <a:tab pos="4119563" algn="l"/>
              </a:tabLst>
            </a:pPr>
            <a:r>
              <a:rPr lang="en-US" altLang="zh-TW" sz="2400" i="1" dirty="0">
                <a:solidFill>
                  <a:srgbClr val="0070C0"/>
                </a:solidFill>
                <a:ea typeface="新細明體" pitchFamily="18" charset="-120"/>
              </a:rPr>
              <a:t>Array size</a:t>
            </a:r>
            <a:r>
              <a:rPr lang="en-US" altLang="zh-TW" sz="2400" dirty="0">
                <a:ea typeface="新細明體" pitchFamily="18" charset="-120"/>
              </a:rPr>
              <a:t> (# of elements in the array) remains unchanged throughout program execution</a:t>
            </a:r>
          </a:p>
          <a:p>
            <a:pPr lvl="1" eaLnBrk="1" hangingPunct="1">
              <a:tabLst>
                <a:tab pos="4119563" algn="l"/>
              </a:tabLst>
            </a:pPr>
            <a:endParaRPr lang="en-US" altLang="zh-TW" sz="1600" dirty="0">
              <a:ea typeface="新細明體" pitchFamily="18" charset="-120"/>
            </a:endParaRPr>
          </a:p>
          <a:p>
            <a:pPr>
              <a:tabLst>
                <a:tab pos="4119563" algn="l"/>
              </a:tabLst>
            </a:pPr>
            <a:r>
              <a:rPr lang="en-US" altLang="zh-TW" sz="2400" dirty="0">
                <a:ea typeface="新細明體" pitchFamily="18" charset="-120"/>
              </a:rPr>
              <a:t>The position of an element is indicated by the </a:t>
            </a:r>
            <a:r>
              <a:rPr lang="en-US" altLang="zh-TW" sz="2400" i="1" dirty="0">
                <a:solidFill>
                  <a:srgbClr val="0070C0"/>
                </a:solidFill>
                <a:ea typeface="新細明體" pitchFamily="18" charset="-120"/>
              </a:rPr>
              <a:t>index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>
              <a:tabLst>
                <a:tab pos="4119563" algn="l"/>
              </a:tabLst>
            </a:pPr>
            <a:endParaRPr lang="en-US" altLang="zh-TW" sz="2400" dirty="0">
              <a:ea typeface="新細明體" pitchFamily="18" charset="-120"/>
            </a:endParaRPr>
          </a:p>
          <a:p>
            <a:pPr>
              <a:tabLst>
                <a:tab pos="4119563" algn="l"/>
              </a:tabLst>
            </a:pPr>
            <a:r>
              <a:rPr lang="en-US" altLang="zh-TW" sz="2400" dirty="0">
                <a:ea typeface="新細明體" pitchFamily="18" charset="-120"/>
              </a:rPr>
              <a:t>The indexes to an array of size </a:t>
            </a:r>
            <a:r>
              <a:rPr lang="en-US" altLang="zh-TW" sz="2400" dirty="0">
                <a:solidFill>
                  <a:srgbClr val="0070C0"/>
                </a:solidFill>
                <a:ea typeface="新細明體" pitchFamily="18" charset="-120"/>
              </a:rPr>
              <a:t>N</a:t>
            </a:r>
            <a:r>
              <a:rPr lang="en-US" altLang="zh-TW" sz="2400" dirty="0">
                <a:ea typeface="新細明體" pitchFamily="18" charset="-120"/>
              </a:rPr>
              <a:t> ranges from </a:t>
            </a:r>
            <a:r>
              <a:rPr lang="en-US" altLang="zh-TW" sz="2400" dirty="0">
                <a:solidFill>
                  <a:srgbClr val="0070C0"/>
                </a:solidFill>
                <a:ea typeface="新細明體" pitchFamily="18" charset="-120"/>
              </a:rPr>
              <a:t>0</a:t>
            </a:r>
            <a:r>
              <a:rPr lang="en-US" altLang="zh-TW" sz="2400" dirty="0">
                <a:ea typeface="新細明體" pitchFamily="18" charset="-120"/>
              </a:rPr>
              <a:t> to </a:t>
            </a:r>
            <a:r>
              <a:rPr lang="en-US" altLang="zh-TW" sz="2400" dirty="0">
                <a:solidFill>
                  <a:srgbClr val="0070C0"/>
                </a:solidFill>
                <a:ea typeface="新細明體" pitchFamily="18" charset="-120"/>
              </a:rPr>
              <a:t>N-1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lvl="1">
              <a:tabLst>
                <a:tab pos="4119563" algn="l"/>
              </a:tabLst>
            </a:pPr>
            <a:r>
              <a:rPr lang="en-US" altLang="zh-TW" sz="2000" dirty="0">
                <a:ea typeface="新細明體" pitchFamily="18" charset="-120"/>
              </a:rPr>
              <a:t>Important: The first index must be </a:t>
            </a:r>
            <a:r>
              <a:rPr lang="en-US" altLang="zh-TW" sz="20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7839075" y="2265045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7839075" y="2646045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7839075" y="3027045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153" name="Text Box 8"/>
          <p:cNvSpPr txBox="1">
            <a:spLocks noChangeArrowheads="1"/>
          </p:cNvSpPr>
          <p:nvPr/>
        </p:nvSpPr>
        <p:spPr bwMode="auto">
          <a:xfrm>
            <a:off x="6583185" y="2265045"/>
            <a:ext cx="11977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grade[0]</a:t>
            </a:r>
          </a:p>
        </p:txBody>
      </p:sp>
      <p:sp>
        <p:nvSpPr>
          <p:cNvPr id="6154" name="Text Box 9"/>
          <p:cNvSpPr txBox="1">
            <a:spLocks noChangeArrowheads="1"/>
          </p:cNvSpPr>
          <p:nvPr/>
        </p:nvSpPr>
        <p:spPr bwMode="auto">
          <a:xfrm>
            <a:off x="6583185" y="2660332"/>
            <a:ext cx="11977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grade[1]</a:t>
            </a:r>
          </a:p>
        </p:txBody>
      </p:sp>
      <p:sp>
        <p:nvSpPr>
          <p:cNvPr id="6155" name="Text Box 10"/>
          <p:cNvSpPr txBox="1">
            <a:spLocks noChangeArrowheads="1"/>
          </p:cNvSpPr>
          <p:nvPr/>
        </p:nvSpPr>
        <p:spPr bwMode="auto">
          <a:xfrm>
            <a:off x="6583185" y="2998470"/>
            <a:ext cx="11977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grade[2]</a:t>
            </a:r>
          </a:p>
        </p:txBody>
      </p:sp>
      <p:sp>
        <p:nvSpPr>
          <p:cNvPr id="6158" name="Rectangle 13"/>
          <p:cNvSpPr>
            <a:spLocks noChangeArrowheads="1"/>
          </p:cNvSpPr>
          <p:nvPr/>
        </p:nvSpPr>
        <p:spPr bwMode="auto">
          <a:xfrm>
            <a:off x="7839075" y="4160838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159" name="Rectangle 14"/>
          <p:cNvSpPr>
            <a:spLocks noChangeArrowheads="1"/>
          </p:cNvSpPr>
          <p:nvPr/>
        </p:nvSpPr>
        <p:spPr bwMode="auto">
          <a:xfrm>
            <a:off x="7839075" y="4541838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160" name="Rectangle 15"/>
          <p:cNvSpPr>
            <a:spLocks noChangeArrowheads="1"/>
          </p:cNvSpPr>
          <p:nvPr/>
        </p:nvSpPr>
        <p:spPr bwMode="auto">
          <a:xfrm>
            <a:off x="7839075" y="4922838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162" name="Text Box 17"/>
          <p:cNvSpPr txBox="1">
            <a:spLocks noChangeArrowheads="1"/>
          </p:cNvSpPr>
          <p:nvPr/>
        </p:nvSpPr>
        <p:spPr bwMode="auto">
          <a:xfrm>
            <a:off x="6583185" y="4175125"/>
            <a:ext cx="13244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grade[97]</a:t>
            </a:r>
          </a:p>
        </p:txBody>
      </p:sp>
      <p:sp>
        <p:nvSpPr>
          <p:cNvPr id="6163" name="Text Box 18"/>
          <p:cNvSpPr txBox="1">
            <a:spLocks noChangeArrowheads="1"/>
          </p:cNvSpPr>
          <p:nvPr/>
        </p:nvSpPr>
        <p:spPr bwMode="auto">
          <a:xfrm>
            <a:off x="6583185" y="4513263"/>
            <a:ext cx="13244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grade[98]</a:t>
            </a:r>
          </a:p>
        </p:txBody>
      </p:sp>
      <p:sp>
        <p:nvSpPr>
          <p:cNvPr id="6164" name="Text Box 19"/>
          <p:cNvSpPr txBox="1">
            <a:spLocks noChangeArrowheads="1"/>
          </p:cNvSpPr>
          <p:nvPr/>
        </p:nvSpPr>
        <p:spPr bwMode="auto">
          <a:xfrm>
            <a:off x="6583185" y="4908550"/>
            <a:ext cx="13244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grade[99]</a:t>
            </a:r>
          </a:p>
        </p:txBody>
      </p:sp>
      <p:sp>
        <p:nvSpPr>
          <p:cNvPr id="6165" name="Line 20"/>
          <p:cNvSpPr>
            <a:spLocks noChangeShapeType="1"/>
          </p:cNvSpPr>
          <p:nvPr/>
        </p:nvSpPr>
        <p:spPr bwMode="auto">
          <a:xfrm>
            <a:off x="7051374" y="1901825"/>
            <a:ext cx="0" cy="3635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6166" name="Text Box 21"/>
          <p:cNvSpPr txBox="1">
            <a:spLocks noChangeArrowheads="1"/>
          </p:cNvSpPr>
          <p:nvPr/>
        </p:nvSpPr>
        <p:spPr bwMode="auto">
          <a:xfrm>
            <a:off x="6450965" y="1528921"/>
            <a:ext cx="12688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b="0" dirty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Array name</a:t>
            </a:r>
          </a:p>
        </p:txBody>
      </p:sp>
      <p:sp>
        <p:nvSpPr>
          <p:cNvPr id="6167" name="Text Box 22"/>
          <p:cNvSpPr txBox="1">
            <a:spLocks noChangeArrowheads="1"/>
          </p:cNvSpPr>
          <p:nvPr/>
        </p:nvSpPr>
        <p:spPr bwMode="auto">
          <a:xfrm>
            <a:off x="8131175" y="3393758"/>
            <a:ext cx="269626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6168" name="Text Box 23"/>
          <p:cNvSpPr txBox="1">
            <a:spLocks noChangeArrowheads="1"/>
          </p:cNvSpPr>
          <p:nvPr/>
        </p:nvSpPr>
        <p:spPr bwMode="auto">
          <a:xfrm>
            <a:off x="6986588" y="3393758"/>
            <a:ext cx="269626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6169" name="Text Box 24"/>
          <p:cNvSpPr txBox="1">
            <a:spLocks noChangeArrowheads="1"/>
          </p:cNvSpPr>
          <p:nvPr/>
        </p:nvSpPr>
        <p:spPr bwMode="auto">
          <a:xfrm>
            <a:off x="6861175" y="5576888"/>
            <a:ext cx="12493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b="0" dirty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Array Index</a:t>
            </a:r>
          </a:p>
        </p:txBody>
      </p:sp>
      <p:sp>
        <p:nvSpPr>
          <p:cNvPr id="6170" name="Line 25"/>
          <p:cNvSpPr>
            <a:spLocks noChangeShapeType="1"/>
          </p:cNvSpPr>
          <p:nvPr/>
        </p:nvSpPr>
        <p:spPr bwMode="auto">
          <a:xfrm flipV="1">
            <a:off x="7562215" y="5289550"/>
            <a:ext cx="0" cy="273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171" name="Text Box 26"/>
          <p:cNvSpPr txBox="1">
            <a:spLocks noChangeArrowheads="1"/>
          </p:cNvSpPr>
          <p:nvPr/>
        </p:nvSpPr>
        <p:spPr bwMode="auto">
          <a:xfrm>
            <a:off x="7807325" y="5943600"/>
            <a:ext cx="1035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Storage</a:t>
            </a:r>
          </a:p>
        </p:txBody>
      </p:sp>
      <p:sp>
        <p:nvSpPr>
          <p:cNvPr id="6172" name="Line 27"/>
          <p:cNvSpPr>
            <a:spLocks noChangeShapeType="1"/>
          </p:cNvSpPr>
          <p:nvPr/>
        </p:nvSpPr>
        <p:spPr bwMode="auto">
          <a:xfrm flipV="1">
            <a:off x="8399463" y="5426075"/>
            <a:ext cx="0" cy="5318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868FB3AB-A89F-B048-9D46-6635AFD7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3093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845062" cy="838200"/>
          </a:xfrm>
        </p:spPr>
        <p:txBody>
          <a:bodyPr>
            <a:normAutofit/>
          </a:bodyPr>
          <a:lstStyle/>
          <a:p>
            <a:r>
              <a:rPr lang="en-US" dirty="0"/>
              <a:t>1.3. First look at an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36605" y="1360314"/>
            <a:ext cx="3632198" cy="297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+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input is 5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218296" y="1360314"/>
            <a:ext cx="3632198" cy="297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a, b, c;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 = a +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&amp;c);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input is 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c);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3335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8669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4003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3335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8669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4003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800100" y="49530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315659" y="4940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4782259" y="49276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6623759" y="4940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6090359" y="49276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</a:t>
            </a: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7893759" y="4940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7360359" y="49276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874" y="5647810"/>
            <a:ext cx="742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example illustrates the similarity between an array and ordinary variables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E9C6752-7080-E649-94DE-CC6DA569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43" y="1361725"/>
            <a:ext cx="461962" cy="297038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73A3B7C2-9A45-F54F-B1EE-78C54922D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3403" y="1364029"/>
            <a:ext cx="461962" cy="297038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0406917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 First Look at an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68224" y="1066800"/>
            <a:ext cx="3722775" cy="297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+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input is 5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3335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8669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4003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3335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8669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4003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800100" y="49530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567" y="977900"/>
            <a:ext cx="1447800" cy="5334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7"/>
          <p:cNvSpPr txBox="1">
            <a:spLocks noChangeArrowheads="1"/>
          </p:cNvSpPr>
          <p:nvPr/>
        </p:nvSpPr>
        <p:spPr>
          <a:xfrm>
            <a:off x="4267200" y="2552700"/>
            <a:ext cx="4611688" cy="3467099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This statement declares an array to store values of type </a:t>
            </a:r>
            <a:r>
              <a:rPr kumimoji="1"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kumimoji="1" lang="en-US" altLang="zh-TW" sz="2800" dirty="0">
              <a:ea typeface="新細明體" pitchFamily="18" charset="-120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The name of the array is </a:t>
            </a:r>
            <a:r>
              <a:rPr kumimoji="1"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marL="0" indent="0">
              <a:spcBef>
                <a:spcPct val="0"/>
              </a:spcBef>
              <a:buFontTx/>
              <a:buNone/>
            </a:pPr>
            <a:endParaRPr kumimoji="1" lang="en-US" altLang="zh-TW" sz="2800" dirty="0">
              <a:ea typeface="新細明體" pitchFamily="18" charset="-120"/>
              <a:cs typeface="Consolas" panose="020B0609020204030204" pitchFamily="49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The array </a:t>
            </a:r>
            <a:r>
              <a:rPr kumimoji="1" lang="en-US" altLang="zh-TW" sz="2800" i="1" dirty="0">
                <a:solidFill>
                  <a:srgbClr val="0070C0"/>
                </a:solidFill>
                <a:ea typeface="新細明體" pitchFamily="18" charset="-120"/>
                <a:cs typeface="Consolas" panose="020B0609020204030204" pitchFamily="49" charset="0"/>
              </a:rPr>
              <a:t>size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 is 3.</a:t>
            </a:r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 flipH="1" flipV="1">
            <a:off x="1866900" y="1286932"/>
            <a:ext cx="2400300" cy="153246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9" name="Rectangle 7"/>
          <p:cNvSpPr txBox="1">
            <a:spLocks noChangeArrowheads="1"/>
          </p:cNvSpPr>
          <p:nvPr/>
        </p:nvSpPr>
        <p:spPr>
          <a:xfrm>
            <a:off x="4267200" y="1066800"/>
            <a:ext cx="4611688" cy="1428748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Just like a variable, we need to declare an array before using it.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8215E535-9196-F742-B94B-B96C84DE9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3" y="1066800"/>
            <a:ext cx="461962" cy="297038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233905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uiExpand="1" build="p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 First Look at an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73516" y="1066800"/>
            <a:ext cx="3717484" cy="297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+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input is 5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3335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8669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4003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3335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8669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4003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800100" y="49530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27" y="1785054"/>
            <a:ext cx="698500" cy="36194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7"/>
          <p:cNvSpPr txBox="1">
            <a:spLocks noChangeArrowheads="1"/>
          </p:cNvSpPr>
          <p:nvPr/>
        </p:nvSpPr>
        <p:spPr>
          <a:xfrm>
            <a:off x="4267200" y="2400299"/>
            <a:ext cx="4611688" cy="9906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A[0]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 refers to the 1</a:t>
            </a:r>
            <a:r>
              <a:rPr kumimoji="1" lang="en-US" altLang="zh-TW" sz="2800" baseline="30000" dirty="0">
                <a:ea typeface="新細明體" pitchFamily="18" charset="-120"/>
                <a:cs typeface="Consolas" panose="020B0609020204030204" pitchFamily="49" charset="0"/>
              </a:rPr>
              <a:t>st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 element in array </a:t>
            </a:r>
            <a:r>
              <a:rPr kumimoji="1" lang="en-US" altLang="zh-TW" sz="28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. </a:t>
            </a:r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 flipH="1" flipV="1">
            <a:off x="1263740" y="2036759"/>
            <a:ext cx="2990760" cy="3635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4254500" y="1062035"/>
            <a:ext cx="4611688" cy="962025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A single array element is like an ordinary variable.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D2928145-A790-E548-B2A6-88F70B939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3" y="1068211"/>
            <a:ext cx="461962" cy="297038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5286627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 First Look at an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73250" y="1066800"/>
            <a:ext cx="3717749" cy="297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=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 +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Assume input is 5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A[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3335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8669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400300" y="49657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3335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8669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400300" y="45593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800100" y="4953000"/>
            <a:ext cx="533400" cy="3937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27" name="Rectangle 7"/>
          <p:cNvSpPr txBox="1">
            <a:spLocks noChangeArrowheads="1"/>
          </p:cNvSpPr>
          <p:nvPr/>
        </p:nvSpPr>
        <p:spPr>
          <a:xfrm>
            <a:off x="4267200" y="3390898"/>
            <a:ext cx="4598988" cy="1485901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In an </a:t>
            </a:r>
            <a:r>
              <a:rPr kumimoji="1" lang="en-US" altLang="zh-TW" sz="2800" u="sng" dirty="0">
                <a:ea typeface="新細明體" pitchFamily="18" charset="-120"/>
                <a:cs typeface="Consolas" panose="020B0609020204030204" pitchFamily="49" charset="0"/>
              </a:rPr>
              <a:t>expression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, the number in </a:t>
            </a:r>
            <a:r>
              <a:rPr kumimoji="1"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…</a:t>
            </a:r>
            <a:r>
              <a:rPr kumimoji="1"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 indicates the </a:t>
            </a:r>
            <a:r>
              <a:rPr kumimoji="1" lang="en-US" altLang="zh-TW" sz="2800" u="sng" dirty="0">
                <a:ea typeface="新細明體" pitchFamily="18" charset="-120"/>
                <a:cs typeface="Consolas" panose="020B0609020204030204" pitchFamily="49" charset="0"/>
              </a:rPr>
              <a:t>index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 of an array element.</a:t>
            </a:r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 flipH="1" flipV="1">
            <a:off x="2933700" y="2495546"/>
            <a:ext cx="1333500" cy="108585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4254500" y="1062035"/>
            <a:ext cx="4611688" cy="1643063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In an array </a:t>
            </a:r>
            <a:r>
              <a:rPr kumimoji="1" lang="en-US" altLang="zh-TW" sz="2800" u="sng" dirty="0">
                <a:ea typeface="新細明體" pitchFamily="18" charset="-120"/>
                <a:cs typeface="Consolas" panose="020B0609020204030204" pitchFamily="49" charset="0"/>
              </a:rPr>
              <a:t>declaration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, the number in </a:t>
            </a:r>
            <a:r>
              <a:rPr kumimoji="1"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[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…</a:t>
            </a:r>
            <a:r>
              <a:rPr kumimoji="1"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]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 indicates the </a:t>
            </a:r>
            <a:r>
              <a:rPr kumimoji="1" lang="en-US" altLang="zh-TW" sz="2800" u="sng" dirty="0">
                <a:ea typeface="新細明體" pitchFamily="18" charset="-120"/>
                <a:cs typeface="Consolas" panose="020B0609020204030204" pitchFamily="49" charset="0"/>
              </a:rPr>
              <a:t>size</a:t>
            </a:r>
            <a:r>
              <a:rPr kumimoji="1" lang="en-US" altLang="zh-TW" sz="2800" dirty="0">
                <a:ea typeface="新細明體" pitchFamily="18" charset="-120"/>
                <a:cs typeface="Consolas" panose="020B0609020204030204" pitchFamily="49" charset="0"/>
              </a:rPr>
              <a:t> of an array.</a:t>
            </a: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 flipH="1" flipV="1">
            <a:off x="1921050" y="1219200"/>
            <a:ext cx="2346150" cy="38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 flipH="1" flipV="1">
            <a:off x="3113623" y="3595507"/>
            <a:ext cx="1149868" cy="13829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60E68166-C6FC-9F43-BBE3-CF7F47703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9" y="1073324"/>
            <a:ext cx="461962" cy="297038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2299408" y="3409947"/>
            <a:ext cx="698500" cy="476253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00758" y="990600"/>
            <a:ext cx="1447800" cy="5334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76958" y="2076447"/>
            <a:ext cx="2362200" cy="476253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7317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1.4. Syntax: Declaring an Array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056187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		type </a:t>
            </a:r>
            <a:r>
              <a:rPr lang="en-US" altLang="zh-TW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arrayName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[ </a:t>
            </a:r>
            <a:r>
              <a:rPr lang="en-US" altLang="zh-TW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arraySize</a:t>
            </a:r>
            <a:r>
              <a:rPr lang="en-US" altLang="zh-TW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400" dirty="0">
              <a:solidFill>
                <a:srgbClr val="0000FF"/>
              </a:solidFill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type</a:t>
            </a:r>
            <a:r>
              <a:rPr lang="en-US" altLang="zh-TW" sz="2400" dirty="0">
                <a:ea typeface="新細明體" pitchFamily="18" charset="-120"/>
              </a:rPr>
              <a:t>: Data type of the array elements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arrayName</a:t>
            </a:r>
            <a:r>
              <a:rPr lang="en-US" altLang="zh-TW" sz="2400" dirty="0">
                <a:ea typeface="新細明體" pitchFamily="18" charset="-120"/>
              </a:rPr>
              <a:t>: A valid identifier</a:t>
            </a:r>
            <a:endParaRPr lang="en-US" altLang="zh-TW" sz="25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arraySize</a:t>
            </a:r>
            <a:r>
              <a:rPr lang="en-US" altLang="zh-TW" sz="2400" dirty="0">
                <a:ea typeface="新細明體" pitchFamily="18" charset="-120"/>
              </a:rPr>
              <a:t>: Number of elements in the array</a:t>
            </a:r>
          </a:p>
          <a:p>
            <a:pPr eaLnBrk="1" hangingPunct="1">
              <a:lnSpc>
                <a:spcPct val="90000"/>
              </a:lnSpc>
            </a:pPr>
            <a:endParaRPr lang="en-US" altLang="zh-TW" sz="14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e.g.,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grade[ 100 ];  </a:t>
            </a:r>
            <a:r>
              <a:rPr lang="en-US" altLang="zh-TW" sz="24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array of 100 integers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double d[ 3284 ];  </a:t>
            </a:r>
            <a:r>
              <a:rPr lang="en-US" altLang="zh-TW" sz="24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array of 3284 doubles</a:t>
            </a:r>
          </a:p>
          <a:p>
            <a:pPr lvl="3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8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Declaring multiple arrays of the same type in one declaration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	  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arrayA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[100], 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arrayB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[27];</a:t>
            </a:r>
            <a:r>
              <a:rPr lang="en-US" altLang="zh-TW" sz="2400" dirty="0">
                <a:ea typeface="新細明體" pitchFamily="18" charset="-120"/>
              </a:rPr>
              <a:t>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D1200C-943E-1144-835F-79957CB4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1443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483FCF-A420-4F53-8007-A3368F976619}" type="slidenum">
              <a:rPr lang="zh-TW" altLang="en-US"/>
              <a:pPr/>
              <a:t>10</a:t>
            </a:fld>
            <a:endParaRPr lang="en-US" altLang="zh-TW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466724" y="990600"/>
            <a:ext cx="8677276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list[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#'s: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&amp;list[0]);</a:t>
            </a:r>
          </a:p>
          <a:p>
            <a:pPr>
              <a:lnSpc>
                <a:spcPct val="110000"/>
              </a:lnSpc>
            </a:pPr>
            <a:r>
              <a:rPr lang="en-US" sz="2000" b="0" dirty="0" err="1">
                <a:latin typeface="Consolas"/>
                <a:ea typeface="新細明體"/>
                <a:cs typeface="Times New Roman"/>
              </a:rPr>
              <a:t>scanf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Times New Roman"/>
              </a:rPr>
              <a:t>"%d"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, &amp;list[1]);</a:t>
            </a:r>
            <a:endParaRPr lang="en-US" dirty="0">
              <a:latin typeface="Consolas"/>
              <a:ea typeface="新細明體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sz="2000" b="0" dirty="0" err="1">
                <a:latin typeface="Consolas"/>
                <a:ea typeface="新細明體"/>
                <a:cs typeface="Times New Roman"/>
              </a:rPr>
              <a:t>scanf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Times New Roman"/>
              </a:rPr>
              <a:t>"%d"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, &amp;list[2]);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2000" b="0" dirty="0" err="1">
                <a:latin typeface="Consolas"/>
                <a:ea typeface="新細明體"/>
                <a:cs typeface="Times New Roman"/>
              </a:rPr>
              <a:t>scanf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sz="2000" b="0" dirty="0">
                <a:solidFill>
                  <a:srgbClr val="3399FF"/>
                </a:solidFill>
                <a:latin typeface="Consolas"/>
                <a:ea typeface="新細明體"/>
                <a:cs typeface="Times New Roman"/>
              </a:rPr>
              <a:t>"%d"</a:t>
            </a:r>
            <a:r>
              <a:rPr lang="en-US" sz="2000" b="0" dirty="0">
                <a:latin typeface="Consolas"/>
                <a:ea typeface="新細明體"/>
                <a:cs typeface="Times New Roman"/>
              </a:rPr>
              <a:t>, &amp;list[3]);</a:t>
            </a:r>
            <a:endParaRPr lang="en-US" dirty="0">
              <a:latin typeface="Consolas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Print the input values in reverse order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"You have entered (in reverse): 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printf(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 %d %d %d\n"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, list[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]</a:t>
            </a:r>
            <a:r>
              <a:rPr lang="en-US" sz="2000" b="0" dirty="0">
                <a:latin typeface="Consolas"/>
                <a:ea typeface="新細明體"/>
                <a:cs typeface="Consolas" panose="020B0609020204030204" pitchFamily="49" charset="0"/>
              </a:rPr>
              <a:t>, list[2], list[1], list[0]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4762" y="9906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-20638" y="5029200"/>
            <a:ext cx="8427244" cy="762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kumimoji="0"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Enter 4 #'s: </a:t>
            </a:r>
            <a:r>
              <a:rPr kumimoji="0" lang="en-US" altLang="zh-TW" sz="2000" b="0" i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7 11 45 23</a:t>
            </a:r>
            <a:r>
              <a:rPr kumimoji="1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</a:t>
            </a:r>
            <a:endParaRPr kumimoji="0" lang="en-US" altLang="zh-TW" sz="2000" b="0" i="1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You have entered (in reverse</a:t>
            </a:r>
            <a:r>
              <a:rPr lang="en-US" altLang="zh-TW" sz="2000" b="0">
                <a:latin typeface="Consolas" panose="020B0609020204030204" pitchFamily="49" charset="0"/>
                <a:cs typeface="Consolas" panose="020B0609020204030204" pitchFamily="49" charset="0"/>
              </a:rPr>
              <a:t>): 23 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45 11 7</a:t>
            </a:r>
            <a:endParaRPr kumimoji="0" lang="en-US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0337" y="110067"/>
            <a:ext cx="8997461" cy="838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1.5. Example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337" y="5829678"/>
            <a:ext cx="638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Input values can be separated by any whitespace character.</a:t>
            </a:r>
          </a:p>
        </p:txBody>
      </p:sp>
    </p:spTree>
    <p:extLst>
      <p:ext uri="{BB962C8B-B14F-4D97-AF65-F5344CB8AC3E}">
        <p14:creationId xmlns:p14="http://schemas.microsoft.com/office/powerpoint/2010/main" val="115311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136523"/>
            <a:ext cx="89154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>
                <a:ea typeface="新細明體" pitchFamily="18" charset="-120"/>
              </a:rPr>
              <a:t>1.6. Array Bounds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534400" cy="5257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Indexes to an array of size N range from </a:t>
            </a:r>
            <a:r>
              <a:rPr lang="en-US" altLang="zh-TW" sz="28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800" dirty="0">
                <a:ea typeface="新細明體" pitchFamily="18" charset="-120"/>
              </a:rPr>
              <a:t> to </a:t>
            </a:r>
            <a:r>
              <a:rPr lang="en-US" altLang="zh-TW" sz="2800" b="1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N-1</a:t>
            </a:r>
            <a:r>
              <a:rPr lang="en-US" altLang="zh-TW" sz="2800" dirty="0">
                <a:ea typeface="新細明體" pitchFamily="18" charset="-120"/>
              </a:rPr>
              <a:t>.</a:t>
            </a:r>
          </a:p>
          <a:p>
            <a:pPr eaLnBrk="1" hangingPunct="1"/>
            <a:endParaRPr lang="en-US" altLang="zh-TW" sz="14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An array index that is out of this range can cause </a:t>
            </a:r>
            <a:r>
              <a:rPr lang="en-US" altLang="zh-TW" sz="2800" dirty="0"/>
              <a:t>a runtime error of </a:t>
            </a:r>
            <a:r>
              <a:rPr lang="en-US" altLang="zh-TW" sz="2800" dirty="0">
                <a:ea typeface="新細明體" pitchFamily="18" charset="-120"/>
              </a:rPr>
              <a:t>“</a:t>
            </a:r>
            <a:r>
              <a:rPr lang="en-US" altLang="zh-TW" sz="2800" i="1" dirty="0">
                <a:solidFill>
                  <a:srgbClr val="C00000"/>
                </a:solidFill>
                <a:ea typeface="新細明體" pitchFamily="18" charset="-120"/>
              </a:rPr>
              <a:t>array index out of bounds</a:t>
            </a:r>
            <a:r>
              <a:rPr lang="en-US" altLang="zh-TW" sz="2800" dirty="0">
                <a:ea typeface="新細明體" pitchFamily="18" charset="-120"/>
              </a:rPr>
              <a:t>”.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c[ 10 ];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c[ -1 ] = 5;		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// Index out of bounds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c[ 10 ] = 0;		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</a:rPr>
              <a:t>// Index out of bounds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sz="1800" b="1" dirty="0">
              <a:solidFill>
                <a:schemeClr val="hlink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TW" sz="1800" b="1" dirty="0">
              <a:solidFill>
                <a:schemeClr val="hlink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The consequence of the error is </a:t>
            </a:r>
            <a:r>
              <a:rPr lang="en-US" altLang="zh-TW" sz="2800" b="1" i="1" dirty="0">
                <a:ea typeface="新細明體" pitchFamily="18" charset="-120"/>
              </a:rPr>
              <a:t>unpredictable</a:t>
            </a:r>
            <a:r>
              <a:rPr lang="en-US" altLang="zh-TW" sz="2800" dirty="0">
                <a:ea typeface="新細明體" pitchFamily="18" charset="-120"/>
              </a:rPr>
              <a:t>.</a:t>
            </a:r>
            <a:endParaRPr lang="en-US" altLang="zh-TW" sz="2400" dirty="0">
              <a:ea typeface="新細明體" pitchFamily="18" charset="-120"/>
            </a:endParaRPr>
          </a:p>
          <a:p>
            <a:pPr lvl="1"/>
            <a:r>
              <a:rPr lang="en-US" altLang="zh-TW" sz="2400" dirty="0">
                <a:ea typeface="新細明體" pitchFamily="18" charset="-120"/>
              </a:rPr>
              <a:t>The program may crash.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Other variables may get modified unknowingly.</a:t>
            </a:r>
          </a:p>
          <a:p>
            <a:pPr marL="457200" lvl="1" indent="0">
              <a:buNone/>
            </a:pP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AB8B2E4-5F20-554E-B265-16AAF45A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2" name="Group 4">
            <a:extLst>
              <a:ext uri="{FF2B5EF4-FFF2-40B4-BE49-F238E27FC236}">
                <a16:creationId xmlns:a16="http://schemas.microsoft.com/office/drawing/2014/main" id="{77FF456A-D440-9DC5-59A8-B8572D778814}"/>
              </a:ext>
            </a:extLst>
          </p:cNvPr>
          <p:cNvGraphicFramePr>
            <a:graphicFrameLocks noGrp="1"/>
          </p:cNvGraphicFramePr>
          <p:nvPr/>
        </p:nvGraphicFramePr>
        <p:xfrm>
          <a:off x="1596325" y="4393827"/>
          <a:ext cx="4200047" cy="335280"/>
        </p:xfrm>
        <a:graphic>
          <a:graphicData uri="http://schemas.openxmlformats.org/drawingml/2006/table">
            <a:tbl>
              <a:tblPr/>
              <a:tblGrid>
                <a:gridCol w="61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242">
                  <a:extLst>
                    <a:ext uri="{9D8B030D-6E8A-4147-A177-3AD203B41FA5}">
                      <a16:colId xmlns:a16="http://schemas.microsoft.com/office/drawing/2014/main" val="1821896772"/>
                    </a:ext>
                  </a:extLst>
                </a:gridCol>
                <a:gridCol w="358242">
                  <a:extLst>
                    <a:ext uri="{9D8B030D-6E8A-4147-A177-3AD203B41FA5}">
                      <a16:colId xmlns:a16="http://schemas.microsoft.com/office/drawing/2014/main" val="2063346794"/>
                    </a:ext>
                  </a:extLst>
                </a:gridCol>
                <a:gridCol w="358242">
                  <a:extLst>
                    <a:ext uri="{9D8B030D-6E8A-4147-A177-3AD203B41FA5}">
                      <a16:colId xmlns:a16="http://schemas.microsoft.com/office/drawing/2014/main" val="2326412911"/>
                    </a:ext>
                  </a:extLst>
                </a:gridCol>
                <a:gridCol w="358242">
                  <a:extLst>
                    <a:ext uri="{9D8B030D-6E8A-4147-A177-3AD203B41FA5}">
                      <a16:colId xmlns:a16="http://schemas.microsoft.com/office/drawing/2014/main" val="86843622"/>
                    </a:ext>
                  </a:extLst>
                </a:gridCol>
                <a:gridCol w="358242">
                  <a:extLst>
                    <a:ext uri="{9D8B030D-6E8A-4147-A177-3AD203B41FA5}">
                      <a16:colId xmlns:a16="http://schemas.microsoft.com/office/drawing/2014/main" val="1348064820"/>
                    </a:ext>
                  </a:extLst>
                </a:gridCol>
                <a:gridCol w="358242">
                  <a:extLst>
                    <a:ext uri="{9D8B030D-6E8A-4147-A177-3AD203B41FA5}">
                      <a16:colId xmlns:a16="http://schemas.microsoft.com/office/drawing/2014/main" val="1460689518"/>
                    </a:ext>
                  </a:extLst>
                </a:gridCol>
                <a:gridCol w="358242">
                  <a:extLst>
                    <a:ext uri="{9D8B030D-6E8A-4147-A177-3AD203B41FA5}">
                      <a16:colId xmlns:a16="http://schemas.microsoft.com/office/drawing/2014/main" val="2160304179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93059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A4D0632A-614A-CAC3-ABCF-17450A07FA73}"/>
              </a:ext>
            </a:extLst>
          </p:cNvPr>
          <p:cNvSpPr txBox="1"/>
          <p:nvPr/>
        </p:nvSpPr>
        <p:spPr>
          <a:xfrm>
            <a:off x="5796367" y="4369651"/>
            <a:ext cx="317713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942A0-F2AA-51D0-669C-775E2F0E143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335724" y="4090419"/>
            <a:ext cx="122695" cy="271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1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E69F04F-D08F-AC89-46A5-957C689D094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706392" y="4090419"/>
            <a:ext cx="122695" cy="271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1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9B88539-D30E-4007-D067-3A7928480A3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035406" y="4090419"/>
            <a:ext cx="122695" cy="271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1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51F004A-D50E-A111-3DAE-2D094D264FCD}"/>
              </a:ext>
            </a:extLst>
          </p:cNvPr>
          <p:cNvSpPr txBox="1"/>
          <p:nvPr/>
        </p:nvSpPr>
        <p:spPr>
          <a:xfrm>
            <a:off x="1880462" y="4393827"/>
            <a:ext cx="317713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0648372-8A60-4996-DE17-7DEA72463D7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12695" y="4088119"/>
            <a:ext cx="122695" cy="271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1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FA77F5-64BD-D5A4-8F94-09355BE1B95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749461" y="4088119"/>
            <a:ext cx="122695" cy="271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1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7612045-72A4-D7E5-8414-DF840DA00C4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18998" y="4091171"/>
            <a:ext cx="122695" cy="271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1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04EC23D-51DA-2C73-62B1-B8597053043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83050" y="4088119"/>
            <a:ext cx="122695" cy="271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1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0EC2750-2622-2789-665D-F0DB633D27C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852910" y="4088119"/>
            <a:ext cx="122695" cy="271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1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8D053B0-EF74-2A5A-7840-BC95F239B8E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80316" y="4088119"/>
            <a:ext cx="122695" cy="271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1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5D4EEB09-7C32-C5A4-FF52-98F62263B71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41290" y="4088119"/>
            <a:ext cx="122695" cy="2716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zh-TW" sz="1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6118487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65100"/>
            <a:ext cx="8915400" cy="8255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>
                <a:ea typeface="新細明體" pitchFamily="18" charset="-120"/>
              </a:rPr>
              <a:t>1.7. Syntax: Initializing an Array at </a:t>
            </a:r>
            <a:r>
              <a:rPr lang="en-US" altLang="zh-TW" sz="3600" u="sng">
                <a:ea typeface="新細明體" pitchFamily="18" charset="-120"/>
              </a:rPr>
              <a:t>Declaration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76127"/>
            <a:ext cx="8839200" cy="536575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Specify a value for each element using an initializer</a:t>
            </a:r>
            <a:endParaRPr lang="en-US" altLang="zh-TW" sz="2400" i="1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int n[ 5 ] = { 1, 2, 3, 4, 5 };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1600" b="1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Not enough values in the initializer </a:t>
            </a:r>
            <a:r>
              <a:rPr lang="en-US" altLang="zh-TW" sz="2400" dirty="0">
                <a:ea typeface="新細明體" pitchFamily="18" charset="-120"/>
                <a:sym typeface="Wingdings" panose="05000000000000000000" pitchFamily="2" charset="2"/>
              </a:rPr>
              <a:t></a:t>
            </a:r>
            <a:r>
              <a:rPr lang="en-US" altLang="zh-TW" sz="2400" dirty="0">
                <a:ea typeface="新細明體" pitchFamily="18" charset="-120"/>
              </a:rPr>
              <a:t> Rightmost elements are set to 0</a:t>
            </a:r>
            <a:endParaRPr lang="en-US" altLang="zh-TW" sz="1800" dirty="0">
              <a:ea typeface="新細明體" pitchFamily="18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</a:t>
            </a: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</a:t>
            </a: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</a:rPr>
              <a:t>nt a[ 5 ]; </a:t>
            </a:r>
            <a:r>
              <a:rPr lang="en-US" altLang="zh-TW" sz="1900" dirty="0">
                <a:solidFill>
                  <a:srgbClr val="00B050"/>
                </a:solidFill>
                <a:latin typeface="Consolas" panose="020B0609020204030204" pitchFamily="49" charset="0"/>
              </a:rPr>
              <a:t>// Unknown values in all elements</a:t>
            </a:r>
            <a:endParaRPr lang="en-US" altLang="zh-TW" sz="190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int n[ 5 ] = { 1 };  </a:t>
            </a:r>
            <a:r>
              <a:rPr lang="en-US" altLang="zh-TW" sz="19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n[1],…, n[4] are set to 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int m[ 5 ] = { 0 };  </a:t>
            </a:r>
            <a:r>
              <a:rPr lang="en-US" altLang="zh-TW" sz="19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All elements are set to 0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1600" dirty="0">
              <a:solidFill>
                <a:schemeClr val="hlink"/>
              </a:solidFill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Too many values in the initializer </a:t>
            </a:r>
            <a:r>
              <a:rPr lang="en-US" altLang="zh-TW" sz="2400" dirty="0">
                <a:ea typeface="新細明體" pitchFamily="18" charset="-120"/>
                <a:sym typeface="Wingdings" panose="05000000000000000000" pitchFamily="2" charset="2"/>
              </a:rPr>
              <a:t></a:t>
            </a:r>
            <a:r>
              <a:rPr lang="en-US" altLang="zh-TW" sz="2400" dirty="0">
                <a:ea typeface="新細明體" pitchFamily="18" charset="-120"/>
              </a:rPr>
              <a:t> Syntax error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2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</a:t>
            </a: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n[ 5 ] = { 1, 2, 3, 4, 5, </a:t>
            </a:r>
            <a:r>
              <a:rPr lang="en-US" altLang="zh-TW" sz="190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}; 	</a:t>
            </a:r>
            <a:r>
              <a:rPr lang="en-US" altLang="zh-TW" sz="1900" b="1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</a:rPr>
              <a:t>// Error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b="1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/>
              <a:t>Assign an array to an element</a:t>
            </a:r>
            <a:r>
              <a:rPr lang="en-US" altLang="zh-TW" sz="2400" dirty="0">
                <a:sym typeface="Wingdings" panose="05000000000000000000" pitchFamily="2" charset="2"/>
              </a:rPr>
              <a:t></a:t>
            </a:r>
            <a:r>
              <a:rPr lang="en-US" altLang="zh-TW" sz="2400" dirty="0"/>
              <a:t> Syntax error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</a:rPr>
              <a:t>n[ 5 ] = </a:t>
            </a:r>
            <a:r>
              <a:rPr lang="en-US" altLang="zh-TW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{ 1, 2, 3, 4, 5}; </a:t>
            </a:r>
            <a:r>
              <a:rPr lang="en-US" altLang="zh-TW" sz="1600" b="1" dirty="0">
                <a:solidFill>
                  <a:srgbClr val="FF3300"/>
                </a:solidFill>
                <a:latin typeface="Consolas" panose="020B0609020204030204" pitchFamily="49" charset="0"/>
              </a:rPr>
              <a:t>// Error. Not a declaration nor element assignment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b="1" dirty="0">
              <a:solidFill>
                <a:srgbClr val="FF33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 pitchFamily="18" charset="-120"/>
              </a:rPr>
              <a:t>Array size omitted</a:t>
            </a:r>
            <a:r>
              <a:rPr lang="en-US" altLang="zh-TW" sz="2400" dirty="0">
                <a:sym typeface="Wingdings" panose="05000000000000000000" pitchFamily="2" charset="2"/>
              </a:rPr>
              <a:t> </a:t>
            </a:r>
            <a:r>
              <a:rPr lang="en-US" altLang="zh-TW" sz="2400" dirty="0">
                <a:ea typeface="新細明體" pitchFamily="18" charset="-120"/>
              </a:rPr>
              <a:t> Size is determined by the initializer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</a:t>
            </a: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n[] = { 1, 2, 3, 4, 5 };	</a:t>
            </a:r>
            <a:r>
              <a:rPr lang="en-US" altLang="zh-TW" sz="190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Size of n is 5</a:t>
            </a:r>
          </a:p>
          <a:p>
            <a:pPr>
              <a:lnSpc>
                <a:spcPct val="16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19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	int p[];      </a:t>
            </a:r>
            <a:r>
              <a:rPr lang="en-US" altLang="zh-TW" sz="1900" b="1" dirty="0">
                <a:solidFill>
                  <a:srgbClr val="FF33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Error. Need a size or an initializer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759FD89-F8F2-6D40-9A64-4173FB0E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8BA184BF-D244-4576-9035-ED8E7C6BE824}"/>
                  </a:ext>
                </a:extLst>
              </p14:cNvPr>
              <p14:cNvContentPartPr/>
              <p14:nvPr/>
            </p14:nvContentPartPr>
            <p14:xfrm>
              <a:off x="2343600" y="2445480"/>
              <a:ext cx="5309640" cy="136584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8BA184BF-D244-4576-9035-ED8E7C6BE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4240" y="2436120"/>
                <a:ext cx="5328360" cy="138456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" name="Group 4">
            <a:extLst>
              <a:ext uri="{FF2B5EF4-FFF2-40B4-BE49-F238E27FC236}">
                <a16:creationId xmlns:a16="http://schemas.microsoft.com/office/drawing/2014/main" id="{0206D21A-1873-7117-0F01-4693CD70F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548081"/>
              </p:ext>
            </p:extLst>
          </p:nvPr>
        </p:nvGraphicFramePr>
        <p:xfrm>
          <a:off x="7236305" y="2809962"/>
          <a:ext cx="1651435" cy="335280"/>
        </p:xfrm>
        <a:graphic>
          <a:graphicData uri="http://schemas.openxmlformats.org/drawingml/2006/table">
            <a:tbl>
              <a:tblPr/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182189677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6334679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n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52EA1584-ED03-F1E1-3984-1A9C1EA77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561595"/>
              </p:ext>
            </p:extLst>
          </p:nvPr>
        </p:nvGraphicFramePr>
        <p:xfrm>
          <a:off x="7236305" y="3239493"/>
          <a:ext cx="1651435" cy="335280"/>
        </p:xfrm>
        <a:graphic>
          <a:graphicData uri="http://schemas.openxmlformats.org/drawingml/2006/table">
            <a:tbl>
              <a:tblPr/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182189677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6334679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m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4">
            <a:extLst>
              <a:ext uri="{FF2B5EF4-FFF2-40B4-BE49-F238E27FC236}">
                <a16:creationId xmlns:a16="http://schemas.microsoft.com/office/drawing/2014/main" id="{8050E2C5-44D9-A79A-5A5D-572961080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54713"/>
              </p:ext>
            </p:extLst>
          </p:nvPr>
        </p:nvGraphicFramePr>
        <p:xfrm>
          <a:off x="7236305" y="2380431"/>
          <a:ext cx="1651435" cy="335280"/>
        </p:xfrm>
        <a:graphic>
          <a:graphicData uri="http://schemas.openxmlformats.org/drawingml/2006/table">
            <a:tbl>
              <a:tblPr/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182189677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6334679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930592"/>
                  </a:ext>
                </a:extLst>
              </a:tr>
            </a:tbl>
          </a:graphicData>
        </a:graphic>
      </p:graphicFrame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1969B25E-6447-B4E7-3DC4-E47AFFDD5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859222"/>
              </p:ext>
            </p:extLst>
          </p:nvPr>
        </p:nvGraphicFramePr>
        <p:xfrm>
          <a:off x="7236305" y="1537089"/>
          <a:ext cx="1651435" cy="335280"/>
        </p:xfrm>
        <a:graphic>
          <a:graphicData uri="http://schemas.openxmlformats.org/drawingml/2006/table">
            <a:tbl>
              <a:tblPr/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1821896772"/>
                    </a:ext>
                  </a:extLst>
                </a:gridCol>
                <a:gridCol w="245601">
                  <a:extLst>
                    <a:ext uri="{9D8B030D-6E8A-4147-A177-3AD203B41FA5}">
                      <a16:colId xmlns:a16="http://schemas.microsoft.com/office/drawing/2014/main" val="206334679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n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6137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6DD6-39D6-47E8-BFF0-71384699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8" y="44448"/>
            <a:ext cx="8229600" cy="838200"/>
          </a:xfrm>
        </p:spPr>
        <p:txBody>
          <a:bodyPr/>
          <a:lstStyle/>
          <a:p>
            <a:r>
              <a:rPr lang="en-US" dirty="0">
                <a:cs typeface="Calibri"/>
              </a:rPr>
              <a:t>2. More Array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75AE1-A8C8-4198-9DF5-A9D98CC7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Array as a lookup table</a:t>
            </a:r>
          </a:p>
          <a:p>
            <a:r>
              <a:rPr lang="en-US" dirty="0">
                <a:cs typeface="Calibri"/>
              </a:rPr>
              <a:t>Array for counting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E1DD-F40D-4842-86A4-8E565F1FE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9615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65100"/>
            <a:ext cx="8686800" cy="766763"/>
          </a:xfrm>
        </p:spPr>
        <p:txBody>
          <a:bodyPr/>
          <a:lstStyle/>
          <a:p>
            <a:r>
              <a:rPr lang="en-US" altLang="zh-TW" dirty="0">
                <a:ea typeface="新細明體"/>
              </a:rPr>
              <a:t>2.1. Array as a Lookup Table</a:t>
            </a: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461963" y="1066800"/>
            <a:ext cx="82296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sz="2400" dirty="0">
                <a:latin typeface="+mn-lt"/>
                <a:ea typeface="新細明體" pitchFamily="18" charset="-120"/>
              </a:rPr>
              <a:t>General Idea</a:t>
            </a:r>
            <a:r>
              <a:rPr kumimoji="1" lang="en-US" altLang="zh-TW" sz="2400" b="0" dirty="0">
                <a:latin typeface="+mn-lt"/>
                <a:ea typeface="新細明體" pitchFamily="18" charset="-120"/>
              </a:rPr>
              <a:t>: Map a value to an array index.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kumimoji="1" lang="en-US" altLang="zh-TW" sz="2400" b="0" dirty="0">
                <a:latin typeface="+mn-lt"/>
                <a:ea typeface="新細明體" pitchFamily="18" charset="-120"/>
              </a:rPr>
              <a:t>Given </a:t>
            </a:r>
            <a:r>
              <a:rPr kumimoji="1" lang="en-US" altLang="zh-TW" sz="2400" b="0" i="1" dirty="0">
                <a:latin typeface="+mn-lt"/>
                <a:ea typeface="新細明體" pitchFamily="18" charset="-120"/>
              </a:rPr>
              <a:t>x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kumimoji="1" lang="en-US" altLang="zh-TW" sz="2400" b="0" dirty="0">
                <a:latin typeface="+mn-lt"/>
                <a:ea typeface="新細明體" pitchFamily="18" charset="-120"/>
              </a:rPr>
              <a:t>Calculate the </a:t>
            </a:r>
            <a:r>
              <a:rPr kumimoji="1" lang="en-US" altLang="zh-TW" sz="2400" b="0" i="1" dirty="0">
                <a:latin typeface="+mn-lt"/>
                <a:ea typeface="新細明體" pitchFamily="18" charset="-120"/>
              </a:rPr>
              <a:t>index</a:t>
            </a:r>
            <a:r>
              <a:rPr kumimoji="1" lang="en-US" altLang="zh-TW" sz="2400" b="0" dirty="0">
                <a:latin typeface="+mn-lt"/>
                <a:ea typeface="新細明體" pitchFamily="18" charset="-120"/>
              </a:rPr>
              <a:t> to the array element based on the value of </a:t>
            </a:r>
            <a:r>
              <a:rPr kumimoji="1" lang="en-US" altLang="zh-TW" sz="2400" b="0" i="1" dirty="0">
                <a:latin typeface="+mn-lt"/>
                <a:ea typeface="新細明體" pitchFamily="18" charset="-120"/>
              </a:rPr>
              <a:t>x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kumimoji="1" lang="en-US" altLang="zh-TW" sz="2400" b="0" dirty="0">
                <a:latin typeface="+mn-lt"/>
                <a:ea typeface="新細明體" pitchFamily="18" charset="-120"/>
              </a:rPr>
              <a:t>Access array[</a:t>
            </a:r>
            <a:r>
              <a:rPr kumimoji="1" lang="en-US" altLang="zh-TW" sz="2400" b="0" i="1" dirty="0">
                <a:latin typeface="+mn-lt"/>
                <a:ea typeface="新細明體" pitchFamily="18" charset="-120"/>
              </a:rPr>
              <a:t>index</a:t>
            </a:r>
            <a:r>
              <a:rPr kumimoji="1" lang="en-US" altLang="zh-TW" sz="2400" b="0" dirty="0">
                <a:latin typeface="+mn-lt"/>
                <a:ea typeface="新細明體" pitchFamily="18" charset="-120"/>
              </a:rPr>
              <a:t>]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947226" y="3564882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947226" y="3945882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6947226" y="4326882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590635" y="3564882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/>
            <a:r>
              <a:rPr kumimoji="1" lang="en-US" altLang="zh-TW" sz="20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590635" y="3960169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/>
            <a:r>
              <a:rPr kumimoji="1" lang="en-US" altLang="zh-TW" sz="20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590635" y="4298307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/>
            <a:r>
              <a:rPr kumimoji="1" lang="en-US" altLang="zh-TW" sz="20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7282189" y="4766865"/>
            <a:ext cx="269626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6618089" y="4790864"/>
            <a:ext cx="266419" cy="782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algn="r"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  <a:p>
            <a:pPr algn="r" eaLnBrk="1" hangingPunct="1">
              <a:lnSpc>
                <a:spcPct val="60000"/>
              </a:lnSpc>
            </a:pPr>
            <a:r>
              <a:rPr kumimoji="1" lang="en-US" altLang="zh-TW" sz="240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6947226" y="5602410"/>
            <a:ext cx="914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6389060" y="5614078"/>
            <a:ext cx="55816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/>
            <a:r>
              <a:rPr kumimoji="1" lang="en-US" altLang="zh-TW" sz="20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N-1</a:t>
            </a: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1208699" y="4246217"/>
            <a:ext cx="3177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/>
            <a:r>
              <a:rPr kumimoji="1" lang="en-US" altLang="zh-TW" sz="2400" b="0" i="1" dirty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endParaRPr kumimoji="1" lang="en-US" altLang="zh-TW" b="0" i="1" dirty="0">
              <a:latin typeface="Calibri" panose="020F0502020204030204" pitchFamily="34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3361063" y="4286549"/>
            <a:ext cx="15665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r" eaLnBrk="1" hangingPunct="1"/>
            <a:r>
              <a:rPr kumimoji="1" lang="en-US" altLang="zh-TW" sz="2400" b="0" dirty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index = f(</a:t>
            </a:r>
            <a:r>
              <a:rPr kumimoji="1" lang="en-US" altLang="zh-TW" sz="2400" b="0" i="1" dirty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kumimoji="1" lang="en-US" altLang="zh-TW" sz="2400" b="0" dirty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1532263" y="4517383"/>
            <a:ext cx="18288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3" idx="3"/>
          </p:cNvCxnSpPr>
          <p:nvPr/>
        </p:nvCxnSpPr>
        <p:spPr>
          <a:xfrm flipV="1">
            <a:off x="4927646" y="4121431"/>
            <a:ext cx="1557617" cy="395951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208699" y="3943680"/>
            <a:ext cx="317716" cy="3025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3985496" y="4024345"/>
            <a:ext cx="317716" cy="3025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918944" y="3721808"/>
            <a:ext cx="317716" cy="3025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499" y="3106491"/>
            <a:ext cx="817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Consolas" panose="020B0609020204030204" pitchFamily="49" charset="0"/>
                <a:ea typeface="新細明體" pitchFamily="18" charset="-120"/>
              </a:rPr>
              <a:t>array</a:t>
            </a:r>
            <a:endParaRPr lang="en-US" b="1" dirty="0"/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279B86DF-348C-C843-B3E6-5E43311D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9255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65100"/>
            <a:ext cx="8762999" cy="766763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2.1. Array as a Lookup Table </a:t>
            </a: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228600" y="1066800"/>
            <a:ext cx="8762999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kumimoji="1" lang="en-US" altLang="zh-TW" sz="2400" b="0" dirty="0">
                <a:latin typeface="+mn-lt"/>
                <a:ea typeface="新細明體" pitchFamily="18" charset="-120"/>
              </a:rPr>
              <a:t>Advantage: No need for several </a:t>
            </a:r>
            <a:r>
              <a:rPr kumimoji="1" lang="en-US" altLang="zh-TW" sz="24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if-else</a:t>
            </a:r>
            <a:r>
              <a:rPr kumimoji="1" lang="en-US" altLang="zh-TW" sz="2400" b="0" dirty="0">
                <a:latin typeface="+mn-lt"/>
                <a:ea typeface="新細明體" pitchFamily="18" charset="-120"/>
              </a:rPr>
              <a:t> statements</a:t>
            </a:r>
          </a:p>
        </p:txBody>
      </p:sp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461962" y="1600200"/>
            <a:ext cx="8529637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</a:t>
            </a:r>
            <a:r>
              <a:rPr lang="en-US" altLang="zh-TW" sz="2000" b="0" dirty="0" err="1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monthToDays</a:t>
            </a:r>
            <a:r>
              <a:rPr lang="en-US" altLang="zh-TW" sz="2000" b="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[month-1] =&gt; # of days in "month"</a:t>
            </a:r>
          </a:p>
          <a:p>
            <a:pPr eaLnBrk="1" hangingPunct="1"/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monthToDays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[12] = { 31, 28, 31, 30, 31, 30,</a:t>
            </a:r>
          </a:p>
          <a:p>
            <a:pPr eaLnBrk="1" hangingPunct="1"/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 31, 31, 30, 31, 30, 31 };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month;       </a:t>
            </a:r>
            <a:r>
              <a:rPr lang="en-US" altLang="zh-TW" sz="2000" b="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To store user input</a:t>
            </a:r>
          </a:p>
          <a:p>
            <a:r>
              <a:rPr lang="en-US" altLang="zh-TW" sz="2000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days;        </a:t>
            </a:r>
            <a:r>
              <a:rPr lang="en-US" altLang="zh-TW" sz="2000" b="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To store # of days in the given month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, &amp;month);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9900"/>
                </a:solidFill>
                <a:latin typeface="Consolas"/>
                <a:ea typeface="新細明體"/>
                <a:cs typeface="Consolas" panose="020B0609020204030204" pitchFamily="49" charset="0"/>
              </a:rPr>
              <a:t>// assume we forget the existence of leap year for now</a:t>
            </a:r>
          </a:p>
          <a:p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days = </a:t>
            </a:r>
            <a:r>
              <a:rPr lang="en-US" altLang="zh-TW" sz="2000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monthToDays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[month - 1]; </a:t>
            </a:r>
            <a:endParaRPr lang="en-US" sz="2000" b="0" dirty="0">
              <a:solidFill>
                <a:schemeClr val="accent3">
                  <a:lumMod val="75000"/>
                </a:schemeClr>
              </a:solidFill>
              <a:latin typeface="Consolas"/>
              <a:ea typeface="新細明體"/>
              <a:cs typeface="Arial"/>
            </a:endParaRPr>
          </a:p>
          <a:p>
            <a:r>
              <a:rPr lang="en-US" altLang="zh-TW" sz="2000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"The input month has %d days!\n"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, days);</a:t>
            </a:r>
          </a:p>
          <a:p>
            <a:pPr eaLnBrk="1" hangingPunct="1"/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" y="5486400"/>
            <a:ext cx="876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The condition for checking if a year is a leap year is a bit long and is omitted in this example.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FACEBCD-F45A-D543-8F51-5A3A1709A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00200"/>
            <a:ext cx="461962" cy="3886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5F5F5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1A9E041-5A13-564D-AC38-9BD1CC24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5440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65100"/>
            <a:ext cx="8762999" cy="766763"/>
          </a:xfrm>
        </p:spPr>
        <p:txBody>
          <a:bodyPr>
            <a:normAutofit/>
          </a:bodyPr>
          <a:lstStyle/>
          <a:p>
            <a:r>
              <a:rPr lang="en-US" altLang="zh-TW">
                <a:ea typeface="新細明體"/>
              </a:rPr>
              <a:t>2.2. Array for Counting 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D65ABC-EE2C-7D45-89DC-8B30E5DFB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1940"/>
            <a:ext cx="461962" cy="5030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</a:t>
            </a:r>
          </a:p>
          <a:p>
            <a:pPr eaLnBrk="1" hangingPunct="1"/>
            <a:endParaRPr kumimoji="0" lang="en-US" altLang="zh-TW" b="0">
              <a:solidFill>
                <a:srgbClr val="5F5F5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BFB465E-868C-DF47-9F92-48DC485C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228600" y="1066800"/>
            <a:ext cx="8762999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marL="292100" indent="-2921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0" indent="0"/>
            <a:r>
              <a:rPr lang="en-US" altLang="zh-TW" sz="2400" b="0">
                <a:latin typeface="+mn-lt"/>
                <a:ea typeface="新細明體"/>
                <a:cs typeface="Times New Roman"/>
              </a:rPr>
              <a:t>Let's count the number of star ratings of a movie!</a:t>
            </a:r>
            <a:endParaRPr lang="en-US" altLang="zh-TW" sz="2400" b="0">
              <a:latin typeface="+mn-lt"/>
              <a:ea typeface="新細明體" pitchFamily="18" charset="-120"/>
            </a:endParaRPr>
          </a:p>
        </p:txBody>
      </p:sp>
      <p:sp>
        <p:nvSpPr>
          <p:cNvPr id="11269" name="Rectangle 26"/>
          <p:cNvSpPr>
            <a:spLocks noChangeArrowheads="1"/>
          </p:cNvSpPr>
          <p:nvPr/>
        </p:nvSpPr>
        <p:spPr bwMode="auto">
          <a:xfrm>
            <a:off x="457200" y="1561941"/>
            <a:ext cx="8686800" cy="5030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starCount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[5] = { 0 }; </a:t>
            </a:r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</a:rPr>
              <a:t>// All star counts are set to 0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endParaRPr lang="en-US" altLang="zh-TW" b="0" dirty="0">
              <a:solidFill>
                <a:srgbClr val="000000"/>
              </a:solidFill>
              <a:latin typeface="Consolas"/>
              <a:ea typeface="新細明體"/>
            </a:endParaRPr>
          </a:p>
          <a:p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 rating;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To store user input, assuming valid</a:t>
            </a:r>
          </a:p>
          <a:p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"Enter 4 viewers' ratings (1 to 5 stars): "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endParaRPr lang="en-US" altLang="zh-TW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read 4 numbers from the viewers, one-by-one, and tally</a:t>
            </a:r>
          </a:p>
          <a:p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, &amp;rating);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Get rating as 1 – 5 from 1</a:t>
            </a:r>
            <a:r>
              <a:rPr lang="en-US" altLang="zh-TW" b="0" baseline="3000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st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viewer</a:t>
            </a:r>
            <a:endParaRPr lang="en-US" dirty="0"/>
          </a:p>
          <a:p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starCount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[</a:t>
            </a:r>
            <a:r>
              <a:rPr lang="en-US" altLang="zh-TW" b="0" dirty="0">
                <a:solidFill>
                  <a:srgbClr val="FF0000"/>
                </a:solidFill>
                <a:latin typeface="Consolas"/>
                <a:ea typeface="新細明體"/>
                <a:cs typeface="Times New Roman"/>
              </a:rPr>
              <a:t>rating-1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]++;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Map rating to 0 – 4, update </a:t>
            </a:r>
            <a:r>
              <a:rPr lang="en-US" altLang="zh-TW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starCount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[ ]</a:t>
            </a:r>
            <a:endParaRPr lang="en-US" altLang="zh-TW" b="0" dirty="0">
              <a:solidFill>
                <a:srgbClr val="000000"/>
              </a:solidFill>
              <a:latin typeface="Consolas"/>
              <a:ea typeface="新細明體"/>
            </a:endParaRPr>
          </a:p>
          <a:p>
            <a:r>
              <a:rPr lang="en-US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scanf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, &amp;rating);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Get rating from 2</a:t>
            </a:r>
            <a:r>
              <a:rPr lang="en-US" altLang="zh-TW" b="0" baseline="3000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nd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viewer</a:t>
            </a:r>
            <a:endParaRPr lang="en-US" b="0" dirty="0">
              <a:latin typeface="Consolas"/>
              <a:ea typeface="新細明體"/>
              <a:cs typeface="Times New Roman"/>
            </a:endParaRPr>
          </a:p>
          <a:p>
            <a:r>
              <a:rPr lang="en-US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starCount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[</a:t>
            </a:r>
            <a:r>
              <a:rPr lang="en-US" b="0" dirty="0">
                <a:solidFill>
                  <a:srgbClr val="FF0000"/>
                </a:solidFill>
                <a:latin typeface="Consolas"/>
                <a:ea typeface="新細明體"/>
                <a:cs typeface="Times New Roman"/>
              </a:rPr>
              <a:t>rating-1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]++;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// Similar mapping &amp; counting</a:t>
            </a:r>
            <a:endParaRPr lang="en-US" dirty="0"/>
          </a:p>
          <a:p>
            <a:r>
              <a:rPr lang="en-US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scanf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, &amp;rating);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... </a:t>
            </a:r>
            <a:endParaRPr lang="en-US" dirty="0">
              <a:solidFill>
                <a:srgbClr val="000000"/>
              </a:solidFill>
              <a:latin typeface="Consolas"/>
              <a:ea typeface="新細明體"/>
              <a:cs typeface="Times New Roman"/>
            </a:endParaRPr>
          </a:p>
          <a:p>
            <a:r>
              <a:rPr lang="en-US" b="0" dirty="0" err="1">
                <a:latin typeface="Consolas"/>
                <a:ea typeface="新細明體"/>
                <a:cs typeface="Times New Roman"/>
              </a:rPr>
              <a:t>starCount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[</a:t>
            </a:r>
            <a:r>
              <a:rPr lang="en-US" b="0" dirty="0">
                <a:solidFill>
                  <a:srgbClr val="FF0000"/>
                </a:solidFill>
                <a:latin typeface="Consolas"/>
                <a:ea typeface="新細明體"/>
                <a:cs typeface="Times New Roman"/>
              </a:rPr>
              <a:t>rating-1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]++;</a:t>
            </a:r>
            <a:endParaRPr lang="en-US" dirty="0">
              <a:cs typeface="Times New Roman"/>
            </a:endParaRPr>
          </a:p>
          <a:p>
            <a:r>
              <a:rPr lang="en-US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scanf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, &amp;rating);</a:t>
            </a:r>
            <a:endParaRPr lang="en-US" b="0" dirty="0">
              <a:latin typeface="Consolas"/>
              <a:ea typeface="新細明體"/>
            </a:endParaRPr>
          </a:p>
          <a:p>
            <a:r>
              <a:rPr lang="en-US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starCount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[</a:t>
            </a:r>
            <a:r>
              <a:rPr lang="en-US" b="0" dirty="0">
                <a:solidFill>
                  <a:srgbClr val="FF0000"/>
                </a:solidFill>
                <a:latin typeface="Consolas"/>
                <a:ea typeface="新細明體"/>
                <a:cs typeface="Times New Roman"/>
              </a:rPr>
              <a:t>rating-1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]++;</a:t>
            </a:r>
            <a:endParaRPr lang="en-US" dirty="0"/>
          </a:p>
          <a:p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Times New Roman"/>
            </a:endParaRPr>
          </a:p>
          <a:p>
            <a:r>
              <a:rPr lang="en-US" altLang="zh-TW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printf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"No. of viewers giving 1 to 5 stars: %d %d %d %d %d\n"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  </a:t>
            </a:r>
            <a:r>
              <a:rPr lang="en-US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starCount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[0],</a:t>
            </a:r>
            <a:r>
              <a:rPr lang="en-US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starCount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[1],</a:t>
            </a:r>
            <a:r>
              <a:rPr lang="en-US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starCount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[2],</a:t>
            </a:r>
            <a:r>
              <a:rPr lang="en-US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starCount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[3],</a:t>
            </a:r>
            <a:r>
              <a:rPr lang="en-US" b="0" dirty="0" err="1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starCount</a:t>
            </a:r>
            <a:r>
              <a:rPr lang="en-US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[4]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);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39C168D-C4B6-4F20-9710-5DE947D0E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8460" y="4175506"/>
            <a:ext cx="591771" cy="2769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200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F484942-AFAE-44BD-857D-7D6496221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8460" y="4465066"/>
            <a:ext cx="591771" cy="2769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200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4E586BC-FD0F-4995-A702-E9781023F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8460" y="4754626"/>
            <a:ext cx="591771" cy="2769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200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22CBE6FA-4E62-467F-BAEF-8B90C4844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450" y="4117672"/>
            <a:ext cx="2760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r>
              <a:rPr kumimoji="1" lang="en-US" altLang="zh-TW" sz="1400" b="0" dirty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22051143-EA71-4A76-A490-3646B7927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450" y="4421519"/>
            <a:ext cx="2760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r>
              <a:rPr kumimoji="1" lang="en-US" altLang="zh-TW" sz="14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EAD183F6-8688-4E01-89ED-1CD20DCA4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450" y="4668217"/>
            <a:ext cx="2760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r>
              <a:rPr kumimoji="1" lang="en-US" altLang="zh-TW" sz="14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2B503C4F-5A27-496B-8FB7-5CA4B7A02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8460" y="5307208"/>
            <a:ext cx="591771" cy="2769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200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A4FD2417-F253-4EBE-A750-F426BA3C5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4037" y="5266810"/>
            <a:ext cx="2760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r>
              <a:rPr kumimoji="1" lang="en-US" altLang="zh-TW" sz="14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AAC01226-D561-41CB-ABC1-6F399AFF6F99}"/>
              </a:ext>
            </a:extLst>
          </p:cNvPr>
          <p:cNvSpPr/>
          <p:nvPr/>
        </p:nvSpPr>
        <p:spPr>
          <a:xfrm>
            <a:off x="7721283" y="3887761"/>
            <a:ext cx="949299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1200" dirty="0" err="1">
                <a:latin typeface="Consolas" panose="020B0609020204030204" pitchFamily="49" charset="0"/>
                <a:ea typeface="新細明體" pitchFamily="18" charset="-120"/>
              </a:rPr>
              <a:t>starCount</a:t>
            </a:r>
            <a:endParaRPr lang="en-US" sz="1200" b="1" dirty="0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5336F1A2-879A-4F67-89B7-4E89C3D0A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5878" y="5025204"/>
            <a:ext cx="591771" cy="27699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sz="1200">
              <a:latin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61865ED1-8A6F-43EA-8A83-70D72D93C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5868" y="4938795"/>
            <a:ext cx="27603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/>
            <a:r>
              <a:rPr kumimoji="1" lang="en-US" altLang="zh-TW" sz="14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9" name="Text Box 8">
            <a:extLst>
              <a:ext uri="{FF2B5EF4-FFF2-40B4-BE49-F238E27FC236}">
                <a16:creationId xmlns:a16="http://schemas.microsoft.com/office/drawing/2014/main" id="{92693996-7F2C-4B7E-B545-4640CFB24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6148" y="4181348"/>
            <a:ext cx="2744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kumimoji="1" lang="en-US" altLang="zh-TW" sz="14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*</a:t>
            </a:r>
          </a:p>
        </p:txBody>
      </p:sp>
      <p:sp>
        <p:nvSpPr>
          <p:cNvPr id="20" name="Text Box 9">
            <a:extLst>
              <a:ext uri="{FF2B5EF4-FFF2-40B4-BE49-F238E27FC236}">
                <a16:creationId xmlns:a16="http://schemas.microsoft.com/office/drawing/2014/main" id="{A008B11A-BB85-4126-A36E-72609ED86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4544" y="4485195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kumimoji="1" lang="en-US" altLang="zh-TW" sz="14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**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9905E84C-6BF2-40F0-89C0-1F8E264D0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4544" y="4731893"/>
            <a:ext cx="4539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kumimoji="1" lang="en-US" altLang="zh-TW" sz="14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***</a:t>
            </a: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8BEE63E3-E0E9-4287-A13F-51C2BEE93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0131" y="5330486"/>
            <a:ext cx="6335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kumimoji="1" lang="en-US" altLang="zh-TW" sz="14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*****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:a16="http://schemas.microsoft.com/office/drawing/2014/main" id="{F5501232-F18A-415A-BBE1-BF92F5BA3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962" y="5002471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kumimoji="1" lang="en-US" altLang="zh-TW" sz="1400" b="0">
                <a:latin typeface="Calibri" panose="020F0502020204030204" pitchFamily="34" charset="0"/>
                <a:ea typeface="新細明體" pitchFamily="18" charset="-120"/>
                <a:cs typeface="Consolas" panose="020B0609020204030204" pitchFamily="49" charset="0"/>
              </a:rPr>
              <a:t>****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2C821A2F-7BE0-4F1D-AAFE-216169729B61}"/>
                  </a:ext>
                </a:extLst>
              </p14:cNvPr>
              <p14:cNvContentPartPr/>
              <p14:nvPr/>
            </p14:nvContentPartPr>
            <p14:xfrm>
              <a:off x="3736440" y="3339000"/>
              <a:ext cx="2978640" cy="237456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2C821A2F-7BE0-4F1D-AAFE-216169729B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7080" y="3329640"/>
                <a:ext cx="2997360" cy="239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98063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2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2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26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/>
              </a:rPr>
              <a:t>3.1. 2-D Array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It’s like a table consisting of rows and columns</a:t>
            </a: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Usually rectangular in shape</a:t>
            </a: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Stores values of the same type</a:t>
            </a: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It takes two indexes to identify each element</a:t>
            </a: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</p:txBody>
      </p:sp>
      <p:graphicFrame>
        <p:nvGraphicFramePr>
          <p:cNvPr id="512004" name="Group 4"/>
          <p:cNvGraphicFramePr>
            <a:graphicFrameLocks noGrp="1"/>
          </p:cNvGraphicFramePr>
          <p:nvPr/>
        </p:nvGraphicFramePr>
        <p:xfrm>
          <a:off x="1371600" y="4044950"/>
          <a:ext cx="6096000" cy="14986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TW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7664060-754A-064E-A231-81E27E46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2342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3.2. Declaring a 2-D Array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875" y="1143000"/>
            <a:ext cx="8839200" cy="3276600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tabLst>
                <a:tab pos="5595938" algn="l"/>
              </a:tabLst>
            </a:pPr>
            <a:r>
              <a:rPr lang="en-US" altLang="zh-TW" sz="2400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	type </a:t>
            </a:r>
            <a:r>
              <a:rPr lang="en-US" altLang="zh-TW" sz="2400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arrayName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[ </a:t>
            </a:r>
            <a:r>
              <a:rPr lang="en-US" altLang="zh-TW" sz="2400" i="1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rowSize</a:t>
            </a:r>
            <a:r>
              <a:rPr lang="en-US" altLang="zh-TW" sz="2400" i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][ 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colSize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 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5595938" algn="l"/>
              </a:tabLst>
            </a:pPr>
            <a:endParaRPr lang="en-US" altLang="zh-TW" sz="1200" dirty="0">
              <a:solidFill>
                <a:srgbClr val="0000FF"/>
              </a:solidFill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i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type</a:t>
            </a:r>
            <a:r>
              <a:rPr lang="en-US" altLang="zh-TW" sz="2400" dirty="0">
                <a:ea typeface="新細明體" pitchFamily="18" charset="-120"/>
              </a:rPr>
              <a:t>: Data type of the array elements</a:t>
            </a:r>
          </a:p>
          <a:p>
            <a:pPr eaLnBrk="1" hangingPunct="1"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arrayName</a:t>
            </a:r>
            <a:r>
              <a:rPr lang="en-US" altLang="zh-TW" sz="2400" dirty="0">
                <a:ea typeface="新細明體" pitchFamily="18" charset="-120"/>
              </a:rPr>
              <a:t>: A valid identifier</a:t>
            </a:r>
          </a:p>
          <a:p>
            <a:pPr eaLnBrk="1" hangingPunct="1"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rowSize</a:t>
            </a:r>
            <a:r>
              <a:rPr lang="en-US" altLang="zh-TW" sz="2400" dirty="0">
                <a:ea typeface="新細明體" pitchFamily="18" charset="-120"/>
              </a:rPr>
              <a:t>: Number of rows (size of the 1</a:t>
            </a:r>
            <a:r>
              <a:rPr lang="en-US" altLang="zh-TW" sz="2400" baseline="30000" dirty="0">
                <a:ea typeface="新細明體" pitchFamily="18" charset="-120"/>
              </a:rPr>
              <a:t>st</a:t>
            </a:r>
            <a:r>
              <a:rPr lang="en-US" altLang="zh-TW" sz="2400" dirty="0">
                <a:ea typeface="新細明體" pitchFamily="18" charset="-120"/>
              </a:rPr>
              <a:t> dimension)</a:t>
            </a:r>
          </a:p>
          <a:p>
            <a:pPr eaLnBrk="1" hangingPunct="1"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i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colSize</a:t>
            </a:r>
            <a:r>
              <a:rPr lang="en-US" altLang="zh-TW" sz="2400" dirty="0">
                <a:ea typeface="新細明體" pitchFamily="18" charset="-120"/>
              </a:rPr>
              <a:t>: Number of columns (size of the 2</a:t>
            </a:r>
            <a:r>
              <a:rPr lang="en-US" altLang="zh-TW" sz="2400" baseline="30000" dirty="0">
                <a:ea typeface="新細明體" pitchFamily="18" charset="-120"/>
              </a:rPr>
              <a:t>nd</a:t>
            </a:r>
            <a:r>
              <a:rPr lang="en-US" altLang="zh-TW" sz="2400" dirty="0">
                <a:ea typeface="新細明體" pitchFamily="18" charset="-120"/>
              </a:rPr>
              <a:t> dimension)</a:t>
            </a:r>
          </a:p>
          <a:p>
            <a:pPr eaLnBrk="1" hangingPunct="1">
              <a:lnSpc>
                <a:spcPct val="90000"/>
              </a:lnSpc>
              <a:tabLst>
                <a:tab pos="5595938" algn="l"/>
              </a:tabLst>
            </a:pPr>
            <a:endParaRPr lang="en-US" altLang="zh-TW" sz="1400" dirty="0"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tabLst>
                <a:tab pos="5595938" algn="l"/>
              </a:tabLst>
            </a:pPr>
            <a:r>
              <a:rPr lang="en-US" altLang="zh-TW" sz="2400" dirty="0">
                <a:ea typeface="新細明體" pitchFamily="18" charset="-120"/>
              </a:rPr>
              <a:t>e.g.,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tabLst>
                <a:tab pos="5595938" algn="l"/>
              </a:tabLst>
            </a:pP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int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a[3][4];  // 3 rows, 4 columns</a:t>
            </a:r>
            <a:endParaRPr lang="en-US" altLang="zh-TW" sz="1600" dirty="0">
              <a:ea typeface="新細明體" pitchFamily="18" charset="-120"/>
            </a:endParaRPr>
          </a:p>
        </p:txBody>
      </p:sp>
      <p:graphicFrame>
        <p:nvGraphicFramePr>
          <p:cNvPr id="511026" name="Group 50"/>
          <p:cNvGraphicFramePr>
            <a:graphicFrameLocks noGrp="1"/>
          </p:cNvGraphicFramePr>
          <p:nvPr/>
        </p:nvGraphicFramePr>
        <p:xfrm>
          <a:off x="609600" y="4495800"/>
          <a:ext cx="6096000" cy="1465316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9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itchFamily="18" charset="-120"/>
                      </a:endParaRPr>
                    </a:p>
                  </a:txBody>
                  <a:tcPr marT="45710" marB="4571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0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1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2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Column 3</a:t>
                      </a:r>
                    </a:p>
                  </a:txBody>
                  <a:tcPr marT="45710" marB="4571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5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0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5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1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Row 2</a:t>
                      </a:r>
                    </a:p>
                  </a:txBody>
                  <a:tcPr marT="45710" marB="4571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a[2][0]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a[2][1]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a[2][2]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a[2][3]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755" name="Line 52"/>
          <p:cNvSpPr>
            <a:spLocks noChangeShapeType="1"/>
          </p:cNvSpPr>
          <p:nvPr/>
        </p:nvSpPr>
        <p:spPr bwMode="auto">
          <a:xfrm flipH="1">
            <a:off x="6553200" y="5105400"/>
            <a:ext cx="60960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0756" name="Text Box 54"/>
          <p:cNvSpPr txBox="1">
            <a:spLocks noChangeArrowheads="1"/>
          </p:cNvSpPr>
          <p:nvPr/>
        </p:nvSpPr>
        <p:spPr bwMode="auto">
          <a:xfrm>
            <a:off x="7162800" y="4608513"/>
            <a:ext cx="1946275" cy="125888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b="0" baseline="30000" dirty="0">
                <a:latin typeface="Calibri" panose="020F0502020204030204" pitchFamily="34" charset="0"/>
                <a:ea typeface="新細明體" pitchFamily="18" charset="-120"/>
              </a:rPr>
              <a:t>st</a:t>
            </a:r>
            <a:r>
              <a:rPr lang="en-US" altLang="zh-TW" b="0" dirty="0">
                <a:latin typeface="Calibri" panose="020F0502020204030204" pitchFamily="34" charset="0"/>
                <a:ea typeface="新細明體" pitchFamily="18" charset="-120"/>
              </a:rPr>
              <a:t> index to row</a:t>
            </a:r>
          </a:p>
          <a:p>
            <a:endParaRPr lang="en-US" altLang="zh-TW" b="0" dirty="0">
              <a:latin typeface="Calibri" panose="020F0502020204030204" pitchFamily="34" charset="0"/>
              <a:ea typeface="新細明體" pitchFamily="18" charset="-120"/>
            </a:endParaRPr>
          </a:p>
          <a:p>
            <a:r>
              <a:rPr lang="en-US" altLang="zh-TW" b="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b="0" baseline="30000" dirty="0">
                <a:latin typeface="Calibri" panose="020F0502020204030204" pitchFamily="34" charset="0"/>
                <a:ea typeface="新細明體" pitchFamily="18" charset="-120"/>
              </a:rPr>
              <a:t>nd</a:t>
            </a:r>
            <a:r>
              <a:rPr lang="en-US" altLang="zh-TW" b="0" dirty="0">
                <a:latin typeface="Calibri" panose="020F0502020204030204" pitchFamily="34" charset="0"/>
                <a:ea typeface="新細明體" pitchFamily="18" charset="-120"/>
              </a:rPr>
              <a:t> index to column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3E6AF3D-1B80-3A4A-B21D-DA1A7DEA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3315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8450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>
                <a:ea typeface="新細明體"/>
              </a:rPr>
              <a:t>3.3. 2-D Array – Declaration and Initialization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1"/>
            <a:ext cx="88392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Declaration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int   x[3][4];		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3 rows, 4 columns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short y[2][10];		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2 rows, 10 columns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Declaration with initialization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As an array of arrays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a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[2]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[3]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1, 2, 3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4, 5, 6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Not enough initializers, the rest got zeros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b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[2]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[3]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, 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4, 5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200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</a:rPr>
              <a:t>// Values assigned by order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int c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[2]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[3]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= 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{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1, 2, 3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</a:rPr>
              <a:t>,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 4 ,5</a:t>
            </a:r>
            <a:r>
              <a:rPr lang="en-US" altLang="zh-TW" sz="20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}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;</a:t>
            </a:r>
            <a:endParaRPr lang="en-US" altLang="zh-TW" sz="320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graphicFrame>
        <p:nvGraphicFramePr>
          <p:cNvPr id="488452" name="Group 4"/>
          <p:cNvGraphicFramePr>
            <a:graphicFrameLocks noGrp="1"/>
          </p:cNvGraphicFramePr>
          <p:nvPr/>
        </p:nvGraphicFramePr>
        <p:xfrm>
          <a:off x="6757988" y="3367088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a[1]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8472" name="Group 24"/>
          <p:cNvGraphicFramePr>
            <a:graphicFrameLocks noGrp="1"/>
          </p:cNvGraphicFramePr>
          <p:nvPr/>
        </p:nvGraphicFramePr>
        <p:xfrm>
          <a:off x="6757988" y="4343400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b[1]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8492" name="Group 44"/>
          <p:cNvGraphicFramePr>
            <a:graphicFrameLocks noGrp="1"/>
          </p:cNvGraphicFramePr>
          <p:nvPr/>
        </p:nvGraphicFramePr>
        <p:xfrm>
          <a:off x="6757988" y="5410200"/>
          <a:ext cx="2081212" cy="762000"/>
        </p:xfrm>
        <a:graphic>
          <a:graphicData uri="http://schemas.openxmlformats.org/drawingml/2006/table">
            <a:tbl>
              <a:tblPr/>
              <a:tblGrid>
                <a:gridCol w="83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c[0]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</a:rPr>
                        <a:t>c[1]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73D883B-3BEE-954B-B420-76CB7D41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 hidden="1">
                <a:extLst>
                  <a:ext uri="{FF2B5EF4-FFF2-40B4-BE49-F238E27FC236}">
                    <a16:creationId xmlns:a16="http://schemas.microsoft.com/office/drawing/2014/main" id="{8420741B-49FC-4FE7-88B1-D4A4C4DA4C0C}"/>
                  </a:ext>
                </a:extLst>
              </p14:cNvPr>
              <p14:cNvContentPartPr/>
              <p14:nvPr/>
            </p14:nvContentPartPr>
            <p14:xfrm>
              <a:off x="3407760" y="3678120"/>
              <a:ext cx="1484280" cy="2480760"/>
            </p14:xfrm>
          </p:contentPart>
        </mc:Choice>
        <mc:Fallback xmlns="">
          <p:pic>
            <p:nvPicPr>
              <p:cNvPr id="2" name="Ink 1" hidden="1">
                <a:extLst>
                  <a:ext uri="{FF2B5EF4-FFF2-40B4-BE49-F238E27FC236}">
                    <a16:creationId xmlns:a16="http://schemas.microsoft.com/office/drawing/2014/main" id="{8420741B-49FC-4FE7-88B1-D4A4C4DA4C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8400" y="3668760"/>
                <a:ext cx="1503000" cy="249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0875336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Line 2"/>
          <p:cNvSpPr>
            <a:spLocks noChangeShapeType="1"/>
          </p:cNvSpPr>
          <p:nvPr/>
        </p:nvSpPr>
        <p:spPr bwMode="auto">
          <a:xfrm flipH="1">
            <a:off x="2514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>
            <a:off x="2590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2514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H="1">
            <a:off x="2514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533400" y="0"/>
            <a:ext cx="86106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A and B represent two 3x3 matrixes</a:t>
            </a:r>
          </a:p>
          <a:p>
            <a:pPr eaLnBrk="1" hangingPunct="1"/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 A[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][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] = { { 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 }, { 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-1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 }, { 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, 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 } };</a:t>
            </a:r>
          </a:p>
          <a:p>
            <a:pPr eaLnBrk="1" hangingPunct="1"/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Times New Roman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 B[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][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3</a:t>
            </a:r>
            <a:r>
              <a:rPr lang="en-US" altLang="zh-TW" b="0" dirty="0">
                <a:solidFill>
                  <a:srgbClr val="000000"/>
                </a:solidFill>
                <a:latin typeface="Consolas"/>
                <a:ea typeface="新細明體"/>
                <a:cs typeface="Times New Roman"/>
              </a:rPr>
              <a:t>];	</a:t>
            </a:r>
            <a:r>
              <a:rPr lang="en-US" altLang="zh-TW" b="0" dirty="0">
                <a:solidFill>
                  <a:schemeClr val="hlink"/>
                </a:solidFill>
                <a:latin typeface="Consolas"/>
                <a:ea typeface="新細明體"/>
                <a:cs typeface="Times New Roman"/>
              </a:rPr>
              <a:t>// To store the transpose of matrix A</a:t>
            </a:r>
          </a:p>
          <a:p>
            <a:pPr eaLnBrk="1" hangingPunct="1"/>
            <a:endParaRPr lang="en-US" altLang="zh-TW" b="0" dirty="0">
              <a:latin typeface="Consolas"/>
              <a:ea typeface="新細明體"/>
              <a:cs typeface="Times New Roman"/>
            </a:endParaRPr>
          </a:p>
          <a:p>
            <a:pPr eaLnBrk="1" hangingPunct="1"/>
            <a:endParaRPr lang="en-US" altLang="zh-TW" b="0" dirty="0"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009900"/>
                </a:solidFill>
                <a:latin typeface="Consolas" panose="020B0609020204030204" pitchFamily="49" charset="0"/>
                <a:ea typeface="新細明體" pitchFamily="18" charset="-120"/>
              </a:rPr>
              <a:t>// Store transpose of A in B</a:t>
            </a:r>
          </a:p>
          <a:p>
            <a:pPr eaLnBrk="1" hangingPunct="1"/>
            <a:r>
              <a:rPr lang="en-US" altLang="zh-TW" b="0" dirty="0">
                <a:latin typeface="Consolas"/>
                <a:ea typeface="新細明體"/>
                <a:cs typeface="Times New Roman"/>
              </a:rPr>
              <a:t>B[0][0] = A[0][0];</a:t>
            </a:r>
          </a:p>
          <a:p>
            <a:r>
              <a:rPr lang="en-US" b="0" dirty="0">
                <a:latin typeface="Consolas"/>
                <a:ea typeface="新細明體"/>
                <a:cs typeface="Times New Roman"/>
              </a:rPr>
              <a:t>B[0][1] = A[1][0];</a:t>
            </a:r>
            <a:endParaRPr lang="en-US" dirty="0">
              <a:latin typeface="Consolas"/>
              <a:ea typeface="新細明體"/>
              <a:cs typeface="Times New Roman"/>
            </a:endParaRPr>
          </a:p>
          <a:p>
            <a:r>
              <a:rPr lang="en-US" b="0" dirty="0">
                <a:latin typeface="Consolas"/>
                <a:ea typeface="新細明體"/>
                <a:cs typeface="Times New Roman"/>
              </a:rPr>
              <a:t>B[0][2] = A[2][0];</a:t>
            </a:r>
            <a:endParaRPr lang="en-US" dirty="0">
              <a:latin typeface="Consolas"/>
              <a:ea typeface="新細明體"/>
              <a:cs typeface="Times New Roman"/>
            </a:endParaRPr>
          </a:p>
          <a:p>
            <a:endParaRPr lang="en-US" b="0" dirty="0">
              <a:latin typeface="Consolas"/>
              <a:ea typeface="新細明體"/>
              <a:cs typeface="Times New Roman"/>
            </a:endParaRPr>
          </a:p>
          <a:p>
            <a:r>
              <a:rPr lang="en-US" b="0" dirty="0">
                <a:latin typeface="Consolas"/>
                <a:ea typeface="新細明體"/>
                <a:cs typeface="Times New Roman"/>
              </a:rPr>
              <a:t>B[1][0] = A[0][1];</a:t>
            </a:r>
          </a:p>
          <a:p>
            <a:r>
              <a:rPr lang="en-US" b="0" dirty="0">
                <a:latin typeface="Consolas"/>
                <a:ea typeface="新細明體"/>
                <a:cs typeface="Times New Roman"/>
              </a:rPr>
              <a:t>B[1][1] = A[1][1];</a:t>
            </a:r>
          </a:p>
          <a:p>
            <a:r>
              <a:rPr lang="en-US" b="0" dirty="0">
                <a:latin typeface="Consolas"/>
                <a:ea typeface="新細明體"/>
                <a:cs typeface="Times New Roman"/>
              </a:rPr>
              <a:t>B[1][2] = A[2][1];</a:t>
            </a:r>
            <a:endParaRPr lang="en-US" dirty="0">
              <a:latin typeface="Consolas"/>
              <a:ea typeface="新細明體"/>
              <a:cs typeface="Times New Roman"/>
            </a:endParaRPr>
          </a:p>
          <a:p>
            <a:endParaRPr lang="en-US" b="0" dirty="0">
              <a:latin typeface="Consolas" panose="020B0609020204030204" pitchFamily="49" charset="0"/>
              <a:ea typeface="新細明體" pitchFamily="18" charset="-120"/>
            </a:endParaRPr>
          </a:p>
          <a:p>
            <a:r>
              <a:rPr lang="en-US" b="0" dirty="0">
                <a:latin typeface="Consolas"/>
                <a:ea typeface="新細明體"/>
                <a:cs typeface="Times New Roman"/>
              </a:rPr>
              <a:t>B[2][0] = A[0][2];</a:t>
            </a:r>
          </a:p>
          <a:p>
            <a:r>
              <a:rPr lang="en-US" b="0" dirty="0">
                <a:latin typeface="Consolas"/>
                <a:ea typeface="新細明體"/>
                <a:cs typeface="Times New Roman"/>
              </a:rPr>
              <a:t>B[2][1] = A[1][2];</a:t>
            </a:r>
            <a:endParaRPr lang="en-US" b="0" dirty="0">
              <a:latin typeface="Arial"/>
              <a:ea typeface="新細明體" pitchFamily="18" charset="-120"/>
              <a:cs typeface="Arial"/>
            </a:endParaRPr>
          </a:p>
          <a:p>
            <a:r>
              <a:rPr lang="en-US" b="0" dirty="0">
                <a:latin typeface="Consolas"/>
                <a:ea typeface="新細明體"/>
                <a:cs typeface="Times New Roman"/>
              </a:rPr>
              <a:t>B[2][2] = A[2][2];</a:t>
            </a:r>
          </a:p>
          <a:p>
            <a:endParaRPr lang="en-US" b="0" dirty="0">
              <a:latin typeface="Consolas"/>
              <a:ea typeface="新細明體" pitchFamily="18" charset="-120"/>
            </a:endParaRPr>
          </a:p>
          <a:p>
            <a:r>
              <a:rPr lang="en-US" b="0" dirty="0">
                <a:solidFill>
                  <a:srgbClr val="009900"/>
                </a:solidFill>
                <a:latin typeface="Consolas"/>
                <a:ea typeface="新細明體"/>
                <a:cs typeface="Times New Roman"/>
              </a:rPr>
              <a:t>// See the next page</a:t>
            </a:r>
            <a:endParaRPr lang="en-US" b="0" dirty="0">
              <a:ea typeface="新細明體" pitchFamily="18" charset="-120"/>
              <a:cs typeface="Arial"/>
            </a:endParaRP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0" y="0"/>
            <a:ext cx="5334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18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19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20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0" y="5791200"/>
            <a:ext cx="91440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dirty="0">
                <a:latin typeface="Calibri" panose="020F0502020204030204" pitchFamily="34" charset="0"/>
                <a:ea typeface="新細明體" pitchFamily="18" charset="-120"/>
              </a:rPr>
              <a:t>Example 3.3.</a:t>
            </a: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 Using 2-D arrays to represent matrixes</a:t>
            </a:r>
          </a:p>
        </p:txBody>
      </p:sp>
      <p:sp>
        <p:nvSpPr>
          <p:cNvPr id="12" name="Text Box 54">
            <a:extLst>
              <a:ext uri="{FF2B5EF4-FFF2-40B4-BE49-F238E27FC236}">
                <a16:creationId xmlns:a16="http://schemas.microsoft.com/office/drawing/2014/main" id="{190257EE-0ED6-B646-8049-78B7BCB5D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636" y="1007270"/>
            <a:ext cx="1946275" cy="125888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alibri" panose="020F0502020204030204" pitchFamily="34" charset="0"/>
                <a:ea typeface="新細明體" pitchFamily="18" charset="-120"/>
              </a:rPr>
              <a:t>Transpose of a matrix refers to the change of rows into columns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1D50921-2CCD-1D4D-8CBB-0BA283C0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" name="Picture 2" descr="Transpose of a Matrix in Python | Python Program to Print Transpose of a  matrix">
            <a:extLst>
              <a:ext uri="{FF2B5EF4-FFF2-40B4-BE49-F238E27FC236}">
                <a16:creationId xmlns:a16="http://schemas.microsoft.com/office/drawing/2014/main" id="{CED3F0DA-C196-B467-B130-0183A3327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984" y="2541968"/>
            <a:ext cx="3486654" cy="264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35746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Line 2"/>
          <p:cNvSpPr>
            <a:spLocks noChangeShapeType="1"/>
          </p:cNvSpPr>
          <p:nvPr/>
        </p:nvSpPr>
        <p:spPr bwMode="auto">
          <a:xfrm flipH="1">
            <a:off x="2514600" y="3505200"/>
            <a:ext cx="2209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>
            <a:off x="2590800" y="41910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 flipH="1">
            <a:off x="2514600" y="3505200"/>
            <a:ext cx="2133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H="1">
            <a:off x="2514600" y="3505200"/>
            <a:ext cx="20574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2775" name="Rectangle 6"/>
          <p:cNvSpPr>
            <a:spLocks noChangeArrowheads="1"/>
          </p:cNvSpPr>
          <p:nvPr/>
        </p:nvSpPr>
        <p:spPr bwMode="auto">
          <a:xfrm>
            <a:off x="533400" y="0"/>
            <a:ext cx="86106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r>
              <a:rPr lang="en-US" altLang="zh-TW" b="0" dirty="0">
                <a:solidFill>
                  <a:srgbClr val="009900"/>
                </a:solidFill>
                <a:latin typeface="Consolas"/>
                <a:ea typeface="新細明體"/>
                <a:cs typeface="Times New Roman"/>
              </a:rPr>
              <a:t>// Print matrix A and B</a:t>
            </a:r>
            <a:endParaRPr lang="en-US" altLang="zh-TW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r>
              <a:rPr lang="en-US" altLang="zh-TW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altLang="zh-TW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"</a:t>
            </a:r>
            <a:r>
              <a:rPr lang="en-US" altLang="zh-TW" b="0" dirty="0">
                <a:solidFill>
                  <a:srgbClr val="0099FF"/>
                </a:solidFill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%4d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%4d%4d\n"</a:t>
            </a:r>
            <a:r>
              <a:rPr lang="en-US" altLang="zh-TW" b="0" dirty="0">
                <a:latin typeface="Consolas"/>
                <a:ea typeface="新細明體"/>
                <a:cs typeface="Times New Roman"/>
              </a:rPr>
              <a:t>, A[0][1], 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A[0][2], A[0][3]</a:t>
            </a:r>
            <a:r>
              <a:rPr lang="en-US" altLang="zh-TW" b="0" dirty="0">
                <a:latin typeface="Consolas"/>
                <a:ea typeface="新細明體"/>
                <a:cs typeface="Times New Roman"/>
              </a:rPr>
              <a:t>);</a:t>
            </a:r>
          </a:p>
          <a:p>
            <a:r>
              <a:rPr lang="en-US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"%4d%4d%4d\n"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, A[1][1], A[1][2], A[1][3]);</a:t>
            </a:r>
            <a:endParaRPr lang="en-US" dirty="0"/>
          </a:p>
          <a:p>
            <a:r>
              <a:rPr lang="en-US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"%4d%4d%4d\n"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, A[2][1], A[2][2], A[2][3]);</a:t>
            </a:r>
            <a:endParaRPr lang="en-US" dirty="0"/>
          </a:p>
          <a:p>
            <a:r>
              <a:rPr lang="en-US" altLang="zh-TW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altLang="zh-TW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altLang="zh-TW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"\n"</a:t>
            </a:r>
            <a:r>
              <a:rPr lang="en-US" altLang="zh-TW" b="0" dirty="0">
                <a:latin typeface="Consolas"/>
                <a:ea typeface="新細明體"/>
                <a:cs typeface="Times New Roman"/>
              </a:rPr>
              <a:t>);</a:t>
            </a:r>
          </a:p>
          <a:p>
            <a:pPr eaLnBrk="1" hangingPunct="1"/>
            <a:endParaRPr lang="en-US" altLang="zh-TW" b="0" dirty="0">
              <a:latin typeface="Consolas" panose="020B0609020204030204" pitchFamily="49" charset="0"/>
              <a:ea typeface="新細明體" pitchFamily="18" charset="-120"/>
            </a:endParaRPr>
          </a:p>
          <a:p>
            <a:r>
              <a:rPr lang="en-US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"%4d%4d%4d\n"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, B[0][1], B[0][2], B[0][3]);</a:t>
            </a:r>
            <a:endParaRPr lang="en-US" b="0" dirty="0">
              <a:latin typeface="Arial"/>
              <a:ea typeface="新細明體"/>
              <a:cs typeface="Arial"/>
            </a:endParaRPr>
          </a:p>
          <a:p>
            <a:r>
              <a:rPr lang="en-US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"%4d%4d%4d\n"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, B[1][1], B[1][2], B[1][3]);</a:t>
            </a:r>
            <a:endParaRPr lang="en-US" b="0" dirty="0">
              <a:latin typeface="Arial"/>
              <a:ea typeface="新細明體"/>
              <a:cs typeface="Arial"/>
            </a:endParaRPr>
          </a:p>
          <a:p>
            <a:r>
              <a:rPr lang="en-US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"%4d%4d%4d\n"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, B[2][1], B[2][2], B[2][3]);</a:t>
            </a:r>
            <a:endParaRPr lang="en-US" b="0" dirty="0">
              <a:latin typeface="Arial"/>
              <a:ea typeface="新細明體"/>
              <a:cs typeface="Arial"/>
            </a:endParaRPr>
          </a:p>
          <a:p>
            <a:r>
              <a:rPr lang="en-US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b="0" dirty="0">
                <a:solidFill>
                  <a:srgbClr val="0099FF"/>
                </a:solidFill>
                <a:latin typeface="Consolas"/>
                <a:ea typeface="新細明體"/>
                <a:cs typeface="Times New Roman"/>
              </a:rPr>
              <a:t>"\n"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);</a:t>
            </a:r>
            <a:endParaRPr lang="en-US" dirty="0"/>
          </a:p>
          <a:p>
            <a:pPr eaLnBrk="1" hangingPunct="1"/>
            <a:endParaRPr lang="en-US" altLang="zh-TW" b="0" dirty="0">
              <a:solidFill>
                <a:srgbClr val="0099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0" y="0"/>
            <a:ext cx="533400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21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22</a:t>
            </a:r>
            <a:endParaRPr lang="en-US" altLang="zh-TW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23</a:t>
            </a:r>
            <a:endParaRPr lang="en-US" altLang="zh-TW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24</a:t>
            </a:r>
            <a:endParaRPr lang="en-US" altLang="zh-TW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25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26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27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28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29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30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31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32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33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34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35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36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37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38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39</a:t>
            </a:r>
          </a:p>
          <a:p>
            <a:pPr eaLnBrk="1" hangingPunct="1"/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40</a:t>
            </a:r>
          </a:p>
        </p:txBody>
      </p:sp>
      <p:sp>
        <p:nvSpPr>
          <p:cNvPr id="32777" name="Rectangle 8"/>
          <p:cNvSpPr>
            <a:spLocks noChangeArrowheads="1"/>
          </p:cNvSpPr>
          <p:nvPr/>
        </p:nvSpPr>
        <p:spPr bwMode="auto">
          <a:xfrm>
            <a:off x="6675438" y="3657600"/>
            <a:ext cx="2286000" cy="2019300"/>
          </a:xfrm>
          <a:prstGeom prst="rect">
            <a:avLst/>
          </a:pr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1   2   3    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0  -1   2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0   0   1</a:t>
            </a:r>
          </a:p>
          <a:p>
            <a:pPr eaLnBrk="1" hangingPunct="1"/>
            <a:endParaRPr lang="en-US" altLang="en-US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/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1   0   0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2  -1   0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</a:rPr>
              <a:t>   3   2   1</a:t>
            </a:r>
          </a:p>
          <a:p>
            <a:pPr eaLnBrk="1" hangingPunct="1"/>
            <a:endParaRPr lang="en-US" altLang="en-US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32778" name="Text Box 9"/>
          <p:cNvSpPr txBox="1">
            <a:spLocks noChangeArrowheads="1"/>
          </p:cNvSpPr>
          <p:nvPr/>
        </p:nvSpPr>
        <p:spPr bwMode="auto">
          <a:xfrm>
            <a:off x="799621" y="3389596"/>
            <a:ext cx="3277312" cy="228759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>
              <a:defRPr b="0">
                <a:latin typeface="Calibri" panose="020F0502020204030204" pitchFamily="34" charset="0"/>
                <a:ea typeface="新細明體" pitchFamily="18" charset="-120"/>
                <a:cs typeface="Times New Roman" pitchFamily="18" charset="0"/>
              </a:defRPr>
            </a:lvl1pPr>
            <a:lvl2pPr marL="742950" indent="-285750">
              <a:defRPr b="1"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/>
              <a:t>What is </a:t>
            </a:r>
            <a:r>
              <a:rPr lang="en-US" altLang="zh-TW" b="1">
                <a:solidFill>
                  <a:srgbClr val="0099FF"/>
                </a:solidFill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%4d</a:t>
            </a:r>
            <a:r>
              <a:rPr lang="en-US" altLang="zh-TW"/>
              <a:t>? It means you will use a minimum of 4 character spaces to print out the integer; this is useful when you want your output to be tidy.</a:t>
            </a:r>
          </a:p>
          <a:p>
            <a:endParaRPr lang="en-US" altLang="zh-TW"/>
          </a:p>
          <a:p>
            <a:r>
              <a:rPr lang="en-US" altLang="zh-TW"/>
              <a:t>Try change it to </a:t>
            </a:r>
            <a:r>
              <a:rPr lang="en-US" altLang="zh-TW" b="1">
                <a:latin typeface="Consolas" panose="020B0609020204030204" pitchFamily="49" charset="0"/>
                <a:cs typeface="Consolas" panose="020B0609020204030204" pitchFamily="49" charset="0"/>
              </a:rPr>
              <a:t>%10d</a:t>
            </a:r>
            <a:r>
              <a:rPr lang="en-US" altLang="zh-TW"/>
              <a:t> and see what would happen.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0" y="5791200"/>
            <a:ext cx="9144000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>
                <a:latin typeface="Calibri"/>
                <a:ea typeface="新細明體"/>
                <a:cs typeface="Times New Roman"/>
              </a:rPr>
              <a:t>Example 3.3.</a:t>
            </a:r>
            <a:r>
              <a:rPr lang="en-US" altLang="zh-TW" sz="2000" b="0">
                <a:latin typeface="Calibri"/>
                <a:ea typeface="新細明體"/>
                <a:cs typeface="Times New Roman"/>
              </a:rPr>
              <a:t> Using 2-D arrays to represent matrixes (cont.)</a:t>
            </a:r>
            <a:endParaRPr lang="en-US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346BB96E-3F7F-CC4A-8FED-A4D01B984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C018DA-3A44-4E5A-8BB5-B43DDCDC3A66}"/>
              </a:ext>
            </a:extLst>
          </p:cNvPr>
          <p:cNvSpPr/>
          <p:nvPr/>
        </p:nvSpPr>
        <p:spPr>
          <a:xfrm rot="19691695">
            <a:off x="6953102" y="3902790"/>
            <a:ext cx="1446667" cy="3773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58A73D-A89E-4888-AD97-30D9288F8E84}"/>
              </a:ext>
            </a:extLst>
          </p:cNvPr>
          <p:cNvSpPr/>
          <p:nvPr/>
        </p:nvSpPr>
        <p:spPr>
          <a:xfrm rot="19691695">
            <a:off x="6965993" y="5020076"/>
            <a:ext cx="1446667" cy="3773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B9AF9B9-84F5-4040-848E-6DA96653E74C}"/>
              </a:ext>
            </a:extLst>
          </p:cNvPr>
          <p:cNvCxnSpPr/>
          <p:nvPr/>
        </p:nvCxnSpPr>
        <p:spPr>
          <a:xfrm flipV="1">
            <a:off x="7410214" y="3078645"/>
            <a:ext cx="1357086" cy="7749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8402E78-15CA-4035-BE8A-71E9B8F9ADBC}"/>
              </a:ext>
            </a:extLst>
          </p:cNvPr>
          <p:cNvCxnSpPr>
            <a:cxnSpLocks/>
          </p:cNvCxnSpPr>
          <p:nvPr/>
        </p:nvCxnSpPr>
        <p:spPr>
          <a:xfrm flipH="1">
            <a:off x="6792600" y="5450663"/>
            <a:ext cx="1204686" cy="73025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 hidden="1">
                <a:extLst>
                  <a:ext uri="{FF2B5EF4-FFF2-40B4-BE49-F238E27FC236}">
                    <a16:creationId xmlns:a16="http://schemas.microsoft.com/office/drawing/2014/main" id="{15EC2BD2-6D58-4383-8A6E-F42D24063EFC}"/>
                  </a:ext>
                </a:extLst>
              </p14:cNvPr>
              <p14:cNvContentPartPr/>
              <p14:nvPr/>
            </p14:nvContentPartPr>
            <p14:xfrm>
              <a:off x="1722240" y="424080"/>
              <a:ext cx="6074280" cy="4579200"/>
            </p14:xfrm>
          </p:contentPart>
        </mc:Choice>
        <mc:Fallback xmlns="">
          <p:pic>
            <p:nvPicPr>
              <p:cNvPr id="6" name="Ink 5" hidden="1">
                <a:extLst>
                  <a:ext uri="{FF2B5EF4-FFF2-40B4-BE49-F238E27FC236}">
                    <a16:creationId xmlns:a16="http://schemas.microsoft.com/office/drawing/2014/main" id="{15EC2BD2-6D58-4383-8A6E-F42D24063E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2880" y="414720"/>
                <a:ext cx="6093000" cy="45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78675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3.4. Applications of 2-D Arrays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34400" cy="5029200"/>
          </a:xfrm>
        </p:spPr>
        <p:txBody>
          <a:bodyPr/>
          <a:lstStyle/>
          <a:p>
            <a:pPr eaLnBrk="1" hangingPunct="1"/>
            <a:r>
              <a:rPr lang="en-US" altLang="zh-TW" sz="2900" dirty="0">
                <a:ea typeface="新細明體" pitchFamily="18" charset="-120"/>
              </a:rPr>
              <a:t>Digital images (2-D array of pixels)</a:t>
            </a:r>
          </a:p>
          <a:p>
            <a:pPr eaLnBrk="1" hangingPunct="1"/>
            <a:r>
              <a:rPr lang="en-US" altLang="zh-TW" sz="2900" dirty="0">
                <a:ea typeface="新細明體" pitchFamily="18" charset="-120"/>
              </a:rPr>
              <a:t>Matrix in mathematics</a:t>
            </a:r>
          </a:p>
          <a:p>
            <a:pPr eaLnBrk="1" hangingPunct="1"/>
            <a:r>
              <a:rPr lang="en-US" altLang="zh-TW" sz="2900" dirty="0">
                <a:ea typeface="新細明體" pitchFamily="18" charset="-120"/>
              </a:rPr>
              <a:t>Assignment scores of students</a:t>
            </a:r>
          </a:p>
          <a:p>
            <a:pPr lvl="1" eaLnBrk="1" hangingPunct="1"/>
            <a:r>
              <a:rPr lang="en-US" altLang="zh-TW" sz="2600" dirty="0">
                <a:ea typeface="新細明體" pitchFamily="18" charset="-120"/>
              </a:rPr>
              <a:t>Each row represents a student</a:t>
            </a:r>
          </a:p>
          <a:p>
            <a:pPr lvl="1" eaLnBrk="1" hangingPunct="1"/>
            <a:r>
              <a:rPr lang="en-US" altLang="zh-TW" sz="2600" dirty="0">
                <a:ea typeface="新細明體" pitchFamily="18" charset="-120"/>
              </a:rPr>
              <a:t>Each column represents the student's scores from different components</a:t>
            </a:r>
          </a:p>
          <a:p>
            <a:pPr eaLnBrk="1" hangingPunct="1"/>
            <a:r>
              <a:rPr lang="en-US" altLang="zh-TW" sz="2900" dirty="0">
                <a:ea typeface="新細明體" pitchFamily="18" charset="-120"/>
              </a:rPr>
              <a:t>Games (Chess, Minesweeper, etc.)</a:t>
            </a:r>
          </a:p>
          <a:p>
            <a:pPr eaLnBrk="1" hangingPunct="1"/>
            <a:r>
              <a:rPr lang="en-US" altLang="zh-TW" sz="2900" dirty="0">
                <a:ea typeface="新細明體" pitchFamily="18" charset="-120"/>
              </a:rPr>
              <a:t>Spreadsheet</a:t>
            </a:r>
          </a:p>
          <a:p>
            <a:pPr eaLnBrk="1" hangingPunct="1"/>
            <a:r>
              <a:rPr lang="en-US" altLang="zh-TW" sz="2900" dirty="0">
                <a:ea typeface="新細明體" pitchFamily="18" charset="-120"/>
              </a:rPr>
              <a:t>etc.</a:t>
            </a:r>
            <a:endParaRPr lang="en-US" altLang="zh-TW" sz="2500" dirty="0"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CECD831-5795-1A4F-8C49-220DC0B0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8457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Understanding the characteristics of 1-D and 2-D arrays</a:t>
            </a:r>
          </a:p>
          <a:p>
            <a:pPr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 pitchFamily="18" charset="-120"/>
              </a:rPr>
              <a:t>Knowing how to declare and initialize 1-D and  2-D arrays</a:t>
            </a:r>
          </a:p>
          <a:p>
            <a:pPr>
              <a:lnSpc>
                <a:spcPct val="9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TW" sz="2800" dirty="0">
              <a:ea typeface="新細明體" pitchFamily="18" charset="-120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7719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6 C Arrays</a:t>
            </a:r>
          </a:p>
          <a:p>
            <a:pPr lvl="1"/>
            <a:r>
              <a:rPr lang="en-US" dirty="0"/>
              <a:t>Sections 6.1 – 6.4: Basics and examples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Sections 6.11: Multidimensional Arrays (2D Arrays)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22621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2657</Words>
  <Application>Microsoft Office PowerPoint</Application>
  <PresentationFormat>如螢幕大小 (4:3)</PresentationFormat>
  <Paragraphs>603</Paragraphs>
  <Slides>24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Arial</vt:lpstr>
      <vt:lpstr>Calibri</vt:lpstr>
      <vt:lpstr>Wingdings</vt:lpstr>
      <vt:lpstr>Consolas</vt:lpstr>
      <vt:lpstr>Office Theme</vt:lpstr>
      <vt:lpstr>Arrays</vt:lpstr>
      <vt:lpstr>Outline</vt:lpstr>
      <vt:lpstr>1.1. What is an array?</vt:lpstr>
      <vt:lpstr>1.2. Characteristics of an Array</vt:lpstr>
      <vt:lpstr>1.3. First look at an Array</vt:lpstr>
      <vt:lpstr>1.3. First Look at an Array</vt:lpstr>
      <vt:lpstr>1.3. First Look at an Array</vt:lpstr>
      <vt:lpstr>1.3. First Look at an Array</vt:lpstr>
      <vt:lpstr>1.4. Syntax: Declaring an Array</vt:lpstr>
      <vt:lpstr>PowerPoint 簡報</vt:lpstr>
      <vt:lpstr>1.6. Array Bounds</vt:lpstr>
      <vt:lpstr>1.7. Syntax: Initializing an Array at Declaration</vt:lpstr>
      <vt:lpstr>2. More Array Examples</vt:lpstr>
      <vt:lpstr>2.1. Array as a Lookup Table</vt:lpstr>
      <vt:lpstr>2.1. Array as a Lookup Table </vt:lpstr>
      <vt:lpstr>2.2. Array for Counting </vt:lpstr>
      <vt:lpstr>3.1. 2-D Array</vt:lpstr>
      <vt:lpstr>3.2. Declaring a 2-D Array</vt:lpstr>
      <vt:lpstr>3.3. 2-D Array – Declaration and Initialization</vt:lpstr>
      <vt:lpstr>PowerPoint 簡報</vt:lpstr>
      <vt:lpstr>PowerPoint 簡報</vt:lpstr>
      <vt:lpstr>3.4. Applications of 2-D Arrays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dc:subject/>
  <dc:creator/>
  <cp:keywords/>
  <dc:description/>
  <cp:lastModifiedBy>Yim Pan Chui, Dr. (CSD)</cp:lastModifiedBy>
  <cp:revision>2</cp:revision>
  <dcterms:created xsi:type="dcterms:W3CDTF">2011-07-19T12:51:33Z</dcterms:created>
  <dcterms:modified xsi:type="dcterms:W3CDTF">2024-01-29T05:48:38Z</dcterms:modified>
  <cp:category/>
</cp:coreProperties>
</file>
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6.xml" ContentType="application/inkml+xml"/>
  <Override PartName="/ppt/notesSlides/notesSlide11.xml" ContentType="application/vnd.openxmlformats-officedocument.presentationml.notesSlide+xml"/>
  <Override PartName="/ppt/ink/ink7.xml" ContentType="application/inkml+xml"/>
  <Override PartName="/ppt/notesSlides/notesSlide12.xml" ContentType="application/vnd.openxmlformats-officedocument.presentationml.notesSlide+xml"/>
  <Override PartName="/ppt/ink/ink8.xml" ContentType="application/inkml+xml"/>
  <Override PartName="/ppt/notesSlides/notesSlide13.xml" ContentType="application/vnd.openxmlformats-officedocument.presentationml.notesSlide+xml"/>
  <Override PartName="/ppt/ink/ink9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0.xml" ContentType="application/inkml+xml"/>
  <Override PartName="/ppt/notesSlides/notesSlide19.xml" ContentType="application/vnd.openxmlformats-officedocument.presentationml.notesSlide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359" r:id="rId2"/>
    <p:sldId id="367" r:id="rId3"/>
    <p:sldId id="368" r:id="rId4"/>
    <p:sldId id="335" r:id="rId5"/>
    <p:sldId id="347" r:id="rId6"/>
    <p:sldId id="336" r:id="rId7"/>
    <p:sldId id="360" r:id="rId8"/>
    <p:sldId id="348" r:id="rId9"/>
    <p:sldId id="349" r:id="rId10"/>
    <p:sldId id="340" r:id="rId11"/>
    <p:sldId id="361" r:id="rId12"/>
    <p:sldId id="343" r:id="rId13"/>
    <p:sldId id="318" r:id="rId14"/>
    <p:sldId id="319" r:id="rId15"/>
    <p:sldId id="350" r:id="rId16"/>
    <p:sldId id="351" r:id="rId17"/>
    <p:sldId id="341" r:id="rId18"/>
    <p:sldId id="352" r:id="rId19"/>
    <p:sldId id="353" r:id="rId20"/>
    <p:sldId id="354" r:id="rId21"/>
    <p:sldId id="355" r:id="rId22"/>
    <p:sldId id="321" r:id="rId23"/>
    <p:sldId id="358" r:id="rId24"/>
    <p:sldId id="356" r:id="rId25"/>
    <p:sldId id="342" r:id="rId26"/>
    <p:sldId id="324" r:id="rId27"/>
    <p:sldId id="292" r:id="rId28"/>
    <p:sldId id="332" r:id="rId29"/>
    <p:sldId id="365" r:id="rId30"/>
    <p:sldId id="362" r:id="rId3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14906-C221-42C3-8930-417F7110F320}" v="67" dt="2025-09-25T05:03:51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44C6092D-955A-4911-857C-75B28698518D}"/>
    <pc:docChg chg="custSel modSld">
      <pc:chgData name="Yuli Jiang (CSD)" userId="7c291cd4-aa97-4867-8d2d-ebf5c1c3b419" providerId="ADAL" clId="{44C6092D-955A-4911-857C-75B28698518D}" dt="2024-01-30T15:01:37.325" v="197" actId="1076"/>
      <pc:docMkLst>
        <pc:docMk/>
      </pc:docMkLst>
      <pc:sldChg chg="addSp modSp mod">
        <pc:chgData name="Yuli Jiang (CSD)" userId="7c291cd4-aa97-4867-8d2d-ebf5c1c3b419" providerId="ADAL" clId="{44C6092D-955A-4911-857C-75B28698518D}" dt="2024-01-30T15:01:37.325" v="197" actId="1076"/>
        <pc:sldMkLst>
          <pc:docMk/>
          <pc:sldMk cId="1755307977" sldId="359"/>
        </pc:sldMkLst>
      </pc:sldChg>
    </pc:docChg>
  </pc:docChgLst>
  <pc:docChgLst>
    <pc:chgData name="Yuli Jiang (CSD)" userId="7c291cd4-aa97-4867-8d2d-ebf5c1c3b419" providerId="ADAL" clId="{8FBD0129-C0BB-4F8A-B9D2-D31C5DC212F7}"/>
    <pc:docChg chg="custSel addSld delSld modSld">
      <pc:chgData name="Yuli Jiang (CSD)" userId="7c291cd4-aa97-4867-8d2d-ebf5c1c3b419" providerId="ADAL" clId="{8FBD0129-C0BB-4F8A-B9D2-D31C5DC212F7}" dt="2025-09-25T05:04:52.339" v="255" actId="403"/>
      <pc:docMkLst>
        <pc:docMk/>
      </pc:docMkLst>
      <pc:sldChg chg="modTransition">
        <pc:chgData name="Yuli Jiang (CSD)" userId="7c291cd4-aa97-4867-8d2d-ebf5c1c3b419" providerId="ADAL" clId="{8FBD0129-C0BB-4F8A-B9D2-D31C5DC212F7}" dt="2025-09-25T04:57:10.760" v="247"/>
        <pc:sldMkLst>
          <pc:docMk/>
          <pc:sldMk cId="3136977192" sldId="292"/>
        </pc:sldMkLst>
      </pc:sldChg>
      <pc:sldChg chg="addSp modSp mod modTransition">
        <pc:chgData name="Yuli Jiang (CSD)" userId="7c291cd4-aa97-4867-8d2d-ebf5c1c3b419" providerId="ADAL" clId="{8FBD0129-C0BB-4F8A-B9D2-D31C5DC212F7}" dt="2025-09-25T05:02:03.968" v="250" actId="20577"/>
        <pc:sldMkLst>
          <pc:docMk/>
          <pc:sldMk cId="1284623426" sldId="318"/>
        </pc:sldMkLst>
        <pc:spChg chg="add mod">
          <ac:chgData name="Yuli Jiang (CSD)" userId="7c291cd4-aa97-4867-8d2d-ebf5c1c3b419" providerId="ADAL" clId="{8FBD0129-C0BB-4F8A-B9D2-D31C5DC212F7}" dt="2025-09-25T05:02:03.968" v="250" actId="20577"/>
          <ac:spMkLst>
            <pc:docMk/>
            <pc:sldMk cId="1284623426" sldId="318"/>
            <ac:spMk id="2" creationId="{230A18D9-6CAA-9634-AE7E-C04867F59A23}"/>
          </ac:spMkLst>
        </pc:spChg>
      </pc:sldChg>
      <pc:sldChg chg="modTransition">
        <pc:chgData name="Yuli Jiang (CSD)" userId="7c291cd4-aa97-4867-8d2d-ebf5c1c3b419" providerId="ADAL" clId="{8FBD0129-C0BB-4F8A-B9D2-D31C5DC212F7}" dt="2025-09-25T04:56:04.015" v="229"/>
        <pc:sldMkLst>
          <pc:docMk/>
          <pc:sldMk cId="683733156" sldId="319"/>
        </pc:sldMkLst>
      </pc:sldChg>
      <pc:sldChg chg="modTransition">
        <pc:chgData name="Yuli Jiang (CSD)" userId="7c291cd4-aa97-4867-8d2d-ebf5c1c3b419" providerId="ADAL" clId="{8FBD0129-C0BB-4F8A-B9D2-D31C5DC212F7}" dt="2025-09-25T04:56:49.585" v="241"/>
        <pc:sldMkLst>
          <pc:docMk/>
          <pc:sldMk cId="1842357468" sldId="321"/>
        </pc:sldMkLst>
      </pc:sldChg>
      <pc:sldChg chg="modTransition">
        <pc:chgData name="Yuli Jiang (CSD)" userId="7c291cd4-aa97-4867-8d2d-ebf5c1c3b419" providerId="ADAL" clId="{8FBD0129-C0BB-4F8A-B9D2-D31C5DC212F7}" dt="2025-09-25T04:57:10.760" v="247"/>
        <pc:sldMkLst>
          <pc:docMk/>
          <pc:sldMk cId="2723884570" sldId="324"/>
        </pc:sldMkLst>
      </pc:sldChg>
      <pc:sldChg chg="modTransition">
        <pc:chgData name="Yuli Jiang (CSD)" userId="7c291cd4-aa97-4867-8d2d-ebf5c1c3b419" providerId="ADAL" clId="{8FBD0129-C0BB-4F8A-B9D2-D31C5DC212F7}" dt="2025-09-25T04:57:10.760" v="247"/>
        <pc:sldMkLst>
          <pc:docMk/>
          <pc:sldMk cId="864722621" sldId="332"/>
        </pc:sldMkLst>
      </pc:sldChg>
      <pc:sldChg chg="modSp mod modTransition">
        <pc:chgData name="Yuli Jiang (CSD)" userId="7c291cd4-aa97-4867-8d2d-ebf5c1c3b419" providerId="ADAL" clId="{8FBD0129-C0BB-4F8A-B9D2-D31C5DC212F7}" dt="2025-09-25T04:56:04.015" v="229"/>
        <pc:sldMkLst>
          <pc:docMk/>
          <pc:sldMk cId="3989254405" sldId="335"/>
        </pc:sldMkLst>
        <pc:spChg chg="mod">
          <ac:chgData name="Yuli Jiang (CSD)" userId="7c291cd4-aa97-4867-8d2d-ebf5c1c3b419" providerId="ADAL" clId="{8FBD0129-C0BB-4F8A-B9D2-D31C5DC212F7}" dt="2025-09-25T04:49:35.352" v="186" actId="13926"/>
          <ac:spMkLst>
            <pc:docMk/>
            <pc:sldMk cId="3989254405" sldId="335"/>
            <ac:spMk id="11269" creationId="{00000000-0000-0000-0000-000000000000}"/>
          </ac:spMkLst>
        </pc:spChg>
      </pc:sldChg>
      <pc:sldChg chg="mod modTransition modShow">
        <pc:chgData name="Yuli Jiang (CSD)" userId="7c291cd4-aa97-4867-8d2d-ebf5c1c3b419" providerId="ADAL" clId="{8FBD0129-C0BB-4F8A-B9D2-D31C5DC212F7}" dt="2025-09-25T04:56:04.015" v="229"/>
        <pc:sldMkLst>
          <pc:docMk/>
          <pc:sldMk cId="3004692559" sldId="336"/>
        </pc:sldMkLst>
      </pc:sldChg>
      <pc:sldChg chg="modTransition">
        <pc:chgData name="Yuli Jiang (CSD)" userId="7c291cd4-aa97-4867-8d2d-ebf5c1c3b419" providerId="ADAL" clId="{8FBD0129-C0BB-4F8A-B9D2-D31C5DC212F7}" dt="2025-09-25T04:56:14.515" v="231"/>
        <pc:sldMkLst>
          <pc:docMk/>
          <pc:sldMk cId="3579806341" sldId="340"/>
        </pc:sldMkLst>
      </pc:sldChg>
      <pc:sldChg chg="modTransition">
        <pc:chgData name="Yuli Jiang (CSD)" userId="7c291cd4-aa97-4867-8d2d-ebf5c1c3b419" providerId="ADAL" clId="{8FBD0129-C0BB-4F8A-B9D2-D31C5DC212F7}" dt="2025-09-25T04:56:31.949" v="234"/>
        <pc:sldMkLst>
          <pc:docMk/>
          <pc:sldMk cId="2500875336" sldId="341"/>
        </pc:sldMkLst>
      </pc:sldChg>
      <pc:sldChg chg="modTransition">
        <pc:chgData name="Yuli Jiang (CSD)" userId="7c291cd4-aa97-4867-8d2d-ebf5c1c3b419" providerId="ADAL" clId="{8FBD0129-C0BB-4F8A-B9D2-D31C5DC212F7}" dt="2025-09-25T04:57:05.504" v="246"/>
        <pc:sldMkLst>
          <pc:docMk/>
          <pc:sldMk cId="4077867567" sldId="342"/>
        </pc:sldMkLst>
      </pc:sldChg>
      <pc:sldChg chg="addSp modSp mod modTransition">
        <pc:chgData name="Yuli Jiang (CSD)" userId="7c291cd4-aa97-4867-8d2d-ebf5c1c3b419" providerId="ADAL" clId="{8FBD0129-C0BB-4F8A-B9D2-D31C5DC212F7}" dt="2025-09-25T05:04:52.339" v="255" actId="403"/>
        <pc:sldMkLst>
          <pc:docMk/>
          <pc:sldMk cId="2877967333" sldId="343"/>
        </pc:sldMkLst>
        <pc:spChg chg="mod">
          <ac:chgData name="Yuli Jiang (CSD)" userId="7c291cd4-aa97-4867-8d2d-ebf5c1c3b419" providerId="ADAL" clId="{8FBD0129-C0BB-4F8A-B9D2-D31C5DC212F7}" dt="2025-09-25T05:04:52.339" v="255" actId="403"/>
          <ac:spMkLst>
            <pc:docMk/>
            <pc:sldMk cId="2877967333" sldId="343"/>
            <ac:spMk id="3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09-25T05:02:07.391" v="251" actId="20577"/>
          <ac:spMkLst>
            <pc:docMk/>
            <pc:sldMk cId="2877967333" sldId="343"/>
            <ac:spMk id="5" creationId="{71798472-E48A-D98C-4B6D-2CB96AE039DB}"/>
          </ac:spMkLst>
        </pc:spChg>
        <pc:spChg chg="add mod">
          <ac:chgData name="Yuli Jiang (CSD)" userId="7c291cd4-aa97-4867-8d2d-ebf5c1c3b419" providerId="ADAL" clId="{8FBD0129-C0BB-4F8A-B9D2-D31C5DC212F7}" dt="2025-09-25T05:02:10.605" v="252" actId="20577"/>
          <ac:spMkLst>
            <pc:docMk/>
            <pc:sldMk cId="2877967333" sldId="343"/>
            <ac:spMk id="7" creationId="{8F46279C-8ED2-935C-FA12-8C67EC52ECDC}"/>
          </ac:spMkLst>
        </pc:spChg>
      </pc:sldChg>
      <pc:sldChg chg="modTransition">
        <pc:chgData name="Yuli Jiang (CSD)" userId="7c291cd4-aa97-4867-8d2d-ebf5c1c3b419" providerId="ADAL" clId="{8FBD0129-C0BB-4F8A-B9D2-D31C5DC212F7}" dt="2025-09-25T04:56:04.015" v="229"/>
        <pc:sldMkLst>
          <pc:docMk/>
          <pc:sldMk cId="75828654" sldId="347"/>
        </pc:sldMkLst>
      </pc:sldChg>
      <pc:sldChg chg="modSp mod modTransition">
        <pc:chgData name="Yuli Jiang (CSD)" userId="7c291cd4-aa97-4867-8d2d-ebf5c1c3b419" providerId="ADAL" clId="{8FBD0129-C0BB-4F8A-B9D2-D31C5DC212F7}" dt="2025-09-25T04:56:04.015" v="229"/>
        <pc:sldMkLst>
          <pc:docMk/>
          <pc:sldMk cId="3520558452" sldId="348"/>
        </pc:sldMkLst>
        <pc:spChg chg="mod">
          <ac:chgData name="Yuli Jiang (CSD)" userId="7c291cd4-aa97-4867-8d2d-ebf5c1c3b419" providerId="ADAL" clId="{8FBD0129-C0BB-4F8A-B9D2-D31C5DC212F7}" dt="2025-09-25T04:52:08.602" v="205" actId="20577"/>
          <ac:spMkLst>
            <pc:docMk/>
            <pc:sldMk cId="3520558452" sldId="348"/>
            <ac:spMk id="29" creationId="{185F29C6-367F-7E56-5A33-C795138FE645}"/>
          </ac:spMkLst>
        </pc:spChg>
        <pc:spChg chg="mod">
          <ac:chgData name="Yuli Jiang (CSD)" userId="7c291cd4-aa97-4867-8d2d-ebf5c1c3b419" providerId="ADAL" clId="{8FBD0129-C0BB-4F8A-B9D2-D31C5DC212F7}" dt="2025-09-25T04:51:52.705" v="196" actId="113"/>
          <ac:spMkLst>
            <pc:docMk/>
            <pc:sldMk cId="3520558452" sldId="348"/>
            <ac:spMk id="11268" creationId="{00000000-0000-0000-0000-000000000000}"/>
          </ac:spMkLst>
        </pc:spChg>
      </pc:sldChg>
      <pc:sldChg chg="modSp modTransition">
        <pc:chgData name="Yuli Jiang (CSD)" userId="7c291cd4-aa97-4867-8d2d-ebf5c1c3b419" providerId="ADAL" clId="{8FBD0129-C0BB-4F8A-B9D2-D31C5DC212F7}" dt="2025-09-25T04:56:04.015" v="229"/>
        <pc:sldMkLst>
          <pc:docMk/>
          <pc:sldMk cId="1853270689" sldId="349"/>
        </pc:sldMkLst>
        <pc:spChg chg="mod">
          <ac:chgData name="Yuli Jiang (CSD)" userId="7c291cd4-aa97-4867-8d2d-ebf5c1c3b419" providerId="ADAL" clId="{8FBD0129-C0BB-4F8A-B9D2-D31C5DC212F7}" dt="2025-09-25T04:53:49.063" v="206" actId="403"/>
          <ac:spMkLst>
            <pc:docMk/>
            <pc:sldMk cId="1853270689" sldId="349"/>
            <ac:spMk id="11269" creationId="{00000000-0000-0000-0000-000000000000}"/>
          </ac:spMkLst>
        </pc:spChg>
      </pc:sldChg>
      <pc:sldChg chg="modTransition">
        <pc:chgData name="Yuli Jiang (CSD)" userId="7c291cd4-aa97-4867-8d2d-ebf5c1c3b419" providerId="ADAL" clId="{8FBD0129-C0BB-4F8A-B9D2-D31C5DC212F7}" dt="2025-09-25T04:56:25.178" v="233"/>
        <pc:sldMkLst>
          <pc:docMk/>
          <pc:sldMk cId="2153766181" sldId="351"/>
        </pc:sldMkLst>
      </pc:sldChg>
      <pc:sldChg chg="modTransition">
        <pc:chgData name="Yuli Jiang (CSD)" userId="7c291cd4-aa97-4867-8d2d-ebf5c1c3b419" providerId="ADAL" clId="{8FBD0129-C0BB-4F8A-B9D2-D31C5DC212F7}" dt="2025-09-25T04:56:34.943" v="236"/>
        <pc:sldMkLst>
          <pc:docMk/>
          <pc:sldMk cId="995780863" sldId="352"/>
        </pc:sldMkLst>
      </pc:sldChg>
      <pc:sldChg chg="modTransition">
        <pc:chgData name="Yuli Jiang (CSD)" userId="7c291cd4-aa97-4867-8d2d-ebf5c1c3b419" providerId="ADAL" clId="{8FBD0129-C0BB-4F8A-B9D2-D31C5DC212F7}" dt="2025-09-25T04:56:40.617" v="238"/>
        <pc:sldMkLst>
          <pc:docMk/>
          <pc:sldMk cId="1887972388" sldId="353"/>
        </pc:sldMkLst>
      </pc:sldChg>
      <pc:sldChg chg="addSp modSp mod modTransition">
        <pc:chgData name="Yuli Jiang (CSD)" userId="7c291cd4-aa97-4867-8d2d-ebf5c1c3b419" providerId="ADAL" clId="{8FBD0129-C0BB-4F8A-B9D2-D31C5DC212F7}" dt="2025-09-25T05:03:54.741" v="254" actId="1076"/>
        <pc:sldMkLst>
          <pc:docMk/>
          <pc:sldMk cId="877984465" sldId="354"/>
        </pc:sldMkLst>
        <pc:spChg chg="add mod">
          <ac:chgData name="Yuli Jiang (CSD)" userId="7c291cd4-aa97-4867-8d2d-ebf5c1c3b419" providerId="ADAL" clId="{8FBD0129-C0BB-4F8A-B9D2-D31C5DC212F7}" dt="2025-09-25T05:03:54.741" v="254" actId="1076"/>
          <ac:spMkLst>
            <pc:docMk/>
            <pc:sldMk cId="877984465" sldId="354"/>
            <ac:spMk id="3" creationId="{F9DD5603-F2F6-0FFF-CEFC-FE9F75665A89}"/>
          </ac:spMkLst>
        </pc:spChg>
      </pc:sldChg>
      <pc:sldChg chg="modTransition">
        <pc:chgData name="Yuli Jiang (CSD)" userId="7c291cd4-aa97-4867-8d2d-ebf5c1c3b419" providerId="ADAL" clId="{8FBD0129-C0BB-4F8A-B9D2-D31C5DC212F7}" dt="2025-09-25T04:57:02.162" v="245"/>
        <pc:sldMkLst>
          <pc:docMk/>
          <pc:sldMk cId="928484285" sldId="356"/>
        </pc:sldMkLst>
      </pc:sldChg>
      <pc:sldChg chg="modTransition">
        <pc:chgData name="Yuli Jiang (CSD)" userId="7c291cd4-aa97-4867-8d2d-ebf5c1c3b419" providerId="ADAL" clId="{8FBD0129-C0BB-4F8A-B9D2-D31C5DC212F7}" dt="2025-09-25T04:56:53.609" v="242"/>
        <pc:sldMkLst>
          <pc:docMk/>
          <pc:sldMk cId="3776769586" sldId="358"/>
        </pc:sldMkLst>
      </pc:sldChg>
      <pc:sldChg chg="modTransition">
        <pc:chgData name="Yuli Jiang (CSD)" userId="7c291cd4-aa97-4867-8d2d-ebf5c1c3b419" providerId="ADAL" clId="{8FBD0129-C0BB-4F8A-B9D2-D31C5DC212F7}" dt="2025-09-25T04:56:04.015" v="229"/>
        <pc:sldMkLst>
          <pc:docMk/>
          <pc:sldMk cId="1755307977" sldId="359"/>
        </pc:sldMkLst>
      </pc:sldChg>
      <pc:sldChg chg="modSp mod modTransition">
        <pc:chgData name="Yuli Jiang (CSD)" userId="7c291cd4-aa97-4867-8d2d-ebf5c1c3b419" providerId="ADAL" clId="{8FBD0129-C0BB-4F8A-B9D2-D31C5DC212F7}" dt="2025-09-25T04:56:04.015" v="229"/>
        <pc:sldMkLst>
          <pc:docMk/>
          <pc:sldMk cId="3614621164" sldId="360"/>
        </pc:sldMkLst>
        <pc:spChg chg="mod">
          <ac:chgData name="Yuli Jiang (CSD)" userId="7c291cd4-aa97-4867-8d2d-ebf5c1c3b419" providerId="ADAL" clId="{8FBD0129-C0BB-4F8A-B9D2-D31C5DC212F7}" dt="2025-09-25T04:51:11.993" v="189" actId="403"/>
          <ac:spMkLst>
            <pc:docMk/>
            <pc:sldMk cId="3614621164" sldId="360"/>
            <ac:spMk id="3" creationId="{FB375AE1-A8C8-4198-9DF5-A9D98CC7EE3B}"/>
          </ac:spMkLst>
        </pc:spChg>
      </pc:sldChg>
      <pc:sldChg chg="modSp mod modTransition">
        <pc:chgData name="Yuli Jiang (CSD)" userId="7c291cd4-aa97-4867-8d2d-ebf5c1c3b419" providerId="ADAL" clId="{8FBD0129-C0BB-4F8A-B9D2-D31C5DC212F7}" dt="2025-09-25T04:56:04.015" v="229"/>
        <pc:sldMkLst>
          <pc:docMk/>
          <pc:sldMk cId="1882217145" sldId="361"/>
        </pc:sldMkLst>
        <pc:spChg chg="mod">
          <ac:chgData name="Yuli Jiang (CSD)" userId="7c291cd4-aa97-4867-8d2d-ebf5c1c3b419" providerId="ADAL" clId="{8FBD0129-C0BB-4F8A-B9D2-D31C5DC212F7}" dt="2025-09-25T04:17:59.149" v="21" actId="20577"/>
          <ac:spMkLst>
            <pc:docMk/>
            <pc:sldMk cId="1882217145" sldId="361"/>
            <ac:spMk id="3" creationId="{FB375AE1-A8C8-4198-9DF5-A9D98CC7EE3B}"/>
          </ac:spMkLst>
        </pc:spChg>
      </pc:sldChg>
      <pc:sldChg chg="modTransition">
        <pc:chgData name="Yuli Jiang (CSD)" userId="7c291cd4-aa97-4867-8d2d-ebf5c1c3b419" providerId="ADAL" clId="{8FBD0129-C0BB-4F8A-B9D2-D31C5DC212F7}" dt="2025-09-25T04:57:10.760" v="247"/>
        <pc:sldMkLst>
          <pc:docMk/>
          <pc:sldMk cId="2612876398" sldId="362"/>
        </pc:sldMkLst>
      </pc:sldChg>
      <pc:sldChg chg="del">
        <pc:chgData name="Yuli Jiang (CSD)" userId="7c291cd4-aa97-4867-8d2d-ebf5c1c3b419" providerId="ADAL" clId="{8FBD0129-C0BB-4F8A-B9D2-D31C5DC212F7}" dt="2025-09-25T04:19:20.097" v="36" actId="47"/>
        <pc:sldMkLst>
          <pc:docMk/>
          <pc:sldMk cId="759040859" sldId="363"/>
        </pc:sldMkLst>
      </pc:sldChg>
      <pc:sldChg chg="del">
        <pc:chgData name="Yuli Jiang (CSD)" userId="7c291cd4-aa97-4867-8d2d-ebf5c1c3b419" providerId="ADAL" clId="{8FBD0129-C0BB-4F8A-B9D2-D31C5DC212F7}" dt="2025-09-25T04:19:21.826" v="37" actId="47"/>
        <pc:sldMkLst>
          <pc:docMk/>
          <pc:sldMk cId="3941418567" sldId="364"/>
        </pc:sldMkLst>
      </pc:sldChg>
      <pc:sldChg chg="modSp mod modTransition">
        <pc:chgData name="Yuli Jiang (CSD)" userId="7c291cd4-aa97-4867-8d2d-ebf5c1c3b419" providerId="ADAL" clId="{8FBD0129-C0BB-4F8A-B9D2-D31C5DC212F7}" dt="2025-09-25T04:57:10.760" v="247"/>
        <pc:sldMkLst>
          <pc:docMk/>
          <pc:sldMk cId="2680184567" sldId="365"/>
        </pc:sldMkLst>
        <pc:spChg chg="mod">
          <ac:chgData name="Yuli Jiang (CSD)" userId="7c291cd4-aa97-4867-8d2d-ebf5c1c3b419" providerId="ADAL" clId="{8FBD0129-C0BB-4F8A-B9D2-D31C5DC212F7}" dt="2025-09-25T04:19:59.304" v="49" actId="20577"/>
          <ac:spMkLst>
            <pc:docMk/>
            <pc:sldMk cId="2680184567" sldId="365"/>
            <ac:spMk id="3" creationId="{FB375AE1-A8C8-4198-9DF5-A9D98CC7EE3B}"/>
          </ac:spMkLst>
        </pc:spChg>
        <pc:spChg chg="mod">
          <ac:chgData name="Yuli Jiang (CSD)" userId="7c291cd4-aa97-4867-8d2d-ebf5c1c3b419" providerId="ADAL" clId="{8FBD0129-C0BB-4F8A-B9D2-D31C5DC212F7}" dt="2025-09-25T04:19:41.654" v="46" actId="1076"/>
          <ac:spMkLst>
            <pc:docMk/>
            <pc:sldMk cId="2680184567" sldId="365"/>
            <ac:spMk id="16" creationId="{5EFDE010-018B-14E4-A941-35FD3E4BF82F}"/>
          </ac:spMkLst>
        </pc:spChg>
        <pc:spChg chg="mod">
          <ac:chgData name="Yuli Jiang (CSD)" userId="7c291cd4-aa97-4867-8d2d-ebf5c1c3b419" providerId="ADAL" clId="{8FBD0129-C0BB-4F8A-B9D2-D31C5DC212F7}" dt="2025-09-25T04:19:44.919" v="47" actId="1076"/>
          <ac:spMkLst>
            <pc:docMk/>
            <pc:sldMk cId="2680184567" sldId="365"/>
            <ac:spMk id="25" creationId="{0715E956-3097-7D35-9CE4-517119F48D81}"/>
          </ac:spMkLst>
        </pc:spChg>
        <pc:spChg chg="mod">
          <ac:chgData name="Yuli Jiang (CSD)" userId="7c291cd4-aa97-4867-8d2d-ebf5c1c3b419" providerId="ADAL" clId="{8FBD0129-C0BB-4F8A-B9D2-D31C5DC212F7}" dt="2025-09-25T04:19:48.319" v="48" actId="1076"/>
          <ac:spMkLst>
            <pc:docMk/>
            <pc:sldMk cId="2680184567" sldId="365"/>
            <ac:spMk id="27" creationId="{E9AF1EC4-02E9-2DC5-BC1B-EDF6295EFE3D}"/>
          </ac:spMkLst>
        </pc:spChg>
      </pc:sldChg>
      <pc:sldChg chg="modSp mod modTransition">
        <pc:chgData name="Yuli Jiang (CSD)" userId="7c291cd4-aa97-4867-8d2d-ebf5c1c3b419" providerId="ADAL" clId="{8FBD0129-C0BB-4F8A-B9D2-D31C5DC212F7}" dt="2025-09-25T04:56:04.015" v="229"/>
        <pc:sldMkLst>
          <pc:docMk/>
          <pc:sldMk cId="233128397" sldId="367"/>
        </pc:sldMkLst>
        <pc:spChg chg="mod">
          <ac:chgData name="Yuli Jiang (CSD)" userId="7c291cd4-aa97-4867-8d2d-ebf5c1c3b419" providerId="ADAL" clId="{8FBD0129-C0BB-4F8A-B9D2-D31C5DC212F7}" dt="2025-09-25T04:17:38.419" v="9" actId="15"/>
          <ac:spMkLst>
            <pc:docMk/>
            <pc:sldMk cId="233128397" sldId="367"/>
            <ac:spMk id="3" creationId="{00000000-0000-0000-0000-000000000000}"/>
          </ac:spMkLst>
        </pc:spChg>
      </pc:sldChg>
      <pc:sldChg chg="addSp delSp modSp new mod modTransition modAnim">
        <pc:chgData name="Yuli Jiang (CSD)" userId="7c291cd4-aa97-4867-8d2d-ebf5c1c3b419" providerId="ADAL" clId="{8FBD0129-C0BB-4F8A-B9D2-D31C5DC212F7}" dt="2025-09-25T04:56:04.015" v="229"/>
        <pc:sldMkLst>
          <pc:docMk/>
          <pc:sldMk cId="2501920853" sldId="368"/>
        </pc:sldMkLst>
        <pc:spChg chg="del">
          <ac:chgData name="Yuli Jiang (CSD)" userId="7c291cd4-aa97-4867-8d2d-ebf5c1c3b419" providerId="ADAL" clId="{8FBD0129-C0BB-4F8A-B9D2-D31C5DC212F7}" dt="2025-09-25T04:44:16.325" v="64" actId="478"/>
          <ac:spMkLst>
            <pc:docMk/>
            <pc:sldMk cId="2501920853" sldId="368"/>
            <ac:spMk id="2" creationId="{4E511EC2-0310-C03D-994D-DACFBAA7A41F}"/>
          </ac:spMkLst>
        </pc:spChg>
        <pc:spChg chg="mod">
          <ac:chgData name="Yuli Jiang (CSD)" userId="7c291cd4-aa97-4867-8d2d-ebf5c1c3b419" providerId="ADAL" clId="{8FBD0129-C0BB-4F8A-B9D2-D31C5DC212F7}" dt="2025-09-25T04:48:11.680" v="163" actId="14100"/>
          <ac:spMkLst>
            <pc:docMk/>
            <pc:sldMk cId="2501920853" sldId="368"/>
            <ac:spMk id="3" creationId="{6E518278-E3CF-16E0-5802-60765EC1BE12}"/>
          </ac:spMkLst>
        </pc:spChg>
        <pc:spChg chg="add mod">
          <ac:chgData name="Yuli Jiang (CSD)" userId="7c291cd4-aa97-4867-8d2d-ebf5c1c3b419" providerId="ADAL" clId="{8FBD0129-C0BB-4F8A-B9D2-D31C5DC212F7}" dt="2025-09-25T04:44:13.215" v="63"/>
          <ac:spMkLst>
            <pc:docMk/>
            <pc:sldMk cId="2501920853" sldId="368"/>
            <ac:spMk id="10" creationId="{680E5646-CE72-EC4A-C342-BE3C2254F9CD}"/>
          </ac:spMkLst>
        </pc:spChg>
        <pc:spChg chg="add mod">
          <ac:chgData name="Yuli Jiang (CSD)" userId="7c291cd4-aa97-4867-8d2d-ebf5c1c3b419" providerId="ADAL" clId="{8FBD0129-C0BB-4F8A-B9D2-D31C5DC212F7}" dt="2025-09-25T04:48:08.130" v="162" actId="1076"/>
          <ac:spMkLst>
            <pc:docMk/>
            <pc:sldMk cId="2501920853" sldId="368"/>
            <ac:spMk id="11" creationId="{7131F036-A6CD-9B7C-88FD-7E3448683066}"/>
          </ac:spMkLst>
        </pc:spChg>
        <pc:spChg chg="add mod">
          <ac:chgData name="Yuli Jiang (CSD)" userId="7c291cd4-aa97-4867-8d2d-ebf5c1c3b419" providerId="ADAL" clId="{8FBD0129-C0BB-4F8A-B9D2-D31C5DC212F7}" dt="2025-09-25T04:48:28.403" v="166" actId="1076"/>
          <ac:spMkLst>
            <pc:docMk/>
            <pc:sldMk cId="2501920853" sldId="368"/>
            <ac:spMk id="13" creationId="{5814DABE-6BEE-E9E8-DC35-0683E25EA65D}"/>
          </ac:spMkLst>
        </pc:spChg>
        <pc:spChg chg="add mod">
          <ac:chgData name="Yuli Jiang (CSD)" userId="7c291cd4-aa97-4867-8d2d-ebf5c1c3b419" providerId="ADAL" clId="{8FBD0129-C0BB-4F8A-B9D2-D31C5DC212F7}" dt="2025-09-25T04:49:15.596" v="185" actId="13926"/>
          <ac:spMkLst>
            <pc:docMk/>
            <pc:sldMk cId="2501920853" sldId="368"/>
            <ac:spMk id="14" creationId="{B6C0C85A-6BFC-D94E-F42C-18C3BE885A80}"/>
          </ac:spMkLst>
        </pc:spChg>
        <pc:grpChg chg="add mod">
          <ac:chgData name="Yuli Jiang (CSD)" userId="7c291cd4-aa97-4867-8d2d-ebf5c1c3b419" providerId="ADAL" clId="{8FBD0129-C0BB-4F8A-B9D2-D31C5DC212F7}" dt="2025-09-25T04:48:16.618" v="164" actId="1076"/>
          <ac:grpSpMkLst>
            <pc:docMk/>
            <pc:sldMk cId="2501920853" sldId="368"/>
            <ac:grpSpMk id="9" creationId="{0B1A4B64-9E7E-28CD-29BC-593F5BD7A13F}"/>
          </ac:grpSpMkLst>
        </pc:grpChg>
        <pc:picChg chg="add mod">
          <ac:chgData name="Yuli Jiang (CSD)" userId="7c291cd4-aa97-4867-8d2d-ebf5c1c3b419" providerId="ADAL" clId="{8FBD0129-C0BB-4F8A-B9D2-D31C5DC212F7}" dt="2025-09-25T04:48:16.618" v="164" actId="1076"/>
          <ac:picMkLst>
            <pc:docMk/>
            <pc:sldMk cId="2501920853" sldId="368"/>
            <ac:picMk id="1026" creationId="{2ECB51CF-0ED2-2C25-C00A-F02BA2C02DF1}"/>
          </ac:picMkLst>
        </pc:picChg>
        <pc:inkChg chg="add del">
          <ac:chgData name="Yuli Jiang (CSD)" userId="7c291cd4-aa97-4867-8d2d-ebf5c1c3b419" providerId="ADAL" clId="{8FBD0129-C0BB-4F8A-B9D2-D31C5DC212F7}" dt="2025-09-25T04:43:42.481" v="57"/>
          <ac:inkMkLst>
            <pc:docMk/>
            <pc:sldMk cId="2501920853" sldId="368"/>
            <ac:inkMk id="5" creationId="{CF99BF54-275B-571F-A4A3-34B4079FF135}"/>
          </ac:inkMkLst>
        </pc:inkChg>
        <pc:inkChg chg="add mod">
          <ac:chgData name="Yuli Jiang (CSD)" userId="7c291cd4-aa97-4867-8d2d-ebf5c1c3b419" providerId="ADAL" clId="{8FBD0129-C0BB-4F8A-B9D2-D31C5DC212F7}" dt="2025-09-25T04:43:45.384" v="58"/>
          <ac:inkMkLst>
            <pc:docMk/>
            <pc:sldMk cId="2501920853" sldId="368"/>
            <ac:inkMk id="6" creationId="{96EFB0D6-9073-B917-52B1-C6E18556C265}"/>
          </ac:inkMkLst>
        </pc:inkChg>
        <pc:inkChg chg="add del">
          <ac:chgData name="Yuli Jiang (CSD)" userId="7c291cd4-aa97-4867-8d2d-ebf5c1c3b419" providerId="ADAL" clId="{8FBD0129-C0BB-4F8A-B9D2-D31C5DC212F7}" dt="2025-09-25T04:43:53.184" v="60"/>
          <ac:inkMkLst>
            <pc:docMk/>
            <pc:sldMk cId="2501920853" sldId="368"/>
            <ac:inkMk id="7" creationId="{B3722BF8-83F1-A9A8-0FB9-77381953472E}"/>
          </ac:inkMkLst>
        </pc:inkChg>
        <pc:inkChg chg="add mod">
          <ac:chgData name="Yuli Jiang (CSD)" userId="7c291cd4-aa97-4867-8d2d-ebf5c1c3b419" providerId="ADAL" clId="{8FBD0129-C0BB-4F8A-B9D2-D31C5DC212F7}" dt="2025-09-25T04:48:16.618" v="164" actId="1076"/>
          <ac:inkMkLst>
            <pc:docMk/>
            <pc:sldMk cId="2501920853" sldId="368"/>
            <ac:inkMk id="8" creationId="{4181FC1D-048B-230B-B363-99E86F1FAC70}"/>
          </ac:inkMkLst>
        </pc:inkChg>
      </pc:sldChg>
    </pc:docChg>
  </pc:docChgLst>
  <pc:docChgLst>
    <pc:chgData name="Yuli Jiang (CSD)" userId="7c291cd4-aa97-4867-8d2d-ebf5c1c3b419" providerId="ADAL" clId="{32A94110-88B9-4A6A-9F81-D5C158392534}"/>
    <pc:docChg chg="undo custSel delSld modSld sldOrd">
      <pc:chgData name="Yuli Jiang (CSD)" userId="7c291cd4-aa97-4867-8d2d-ebf5c1c3b419" providerId="ADAL" clId="{32A94110-88B9-4A6A-9F81-D5C158392534}" dt="2025-09-22T09:20:38.843" v="371" actId="403"/>
      <pc:docMkLst>
        <pc:docMk/>
      </pc:docMkLst>
      <pc:sldChg chg="modSp mod">
        <pc:chgData name="Yuli Jiang (CSD)" userId="7c291cd4-aa97-4867-8d2d-ebf5c1c3b419" providerId="ADAL" clId="{32A94110-88B9-4A6A-9F81-D5C158392534}" dt="2025-09-22T09:00:14.109" v="70" actId="1076"/>
        <pc:sldMkLst>
          <pc:docMk/>
          <pc:sldMk cId="1284623426" sldId="318"/>
        </pc:sldMkLst>
        <pc:graphicFrameChg chg="mod modGraphic">
          <ac:chgData name="Yuli Jiang (CSD)" userId="7c291cd4-aa97-4867-8d2d-ebf5c1c3b419" providerId="ADAL" clId="{32A94110-88B9-4A6A-9F81-D5C158392534}" dt="2025-09-22T09:00:14.109" v="70" actId="1076"/>
          <ac:graphicFrameMkLst>
            <pc:docMk/>
            <pc:sldMk cId="1284623426" sldId="318"/>
            <ac:graphicFrameMk id="512004" creationId="{00000000-0000-0000-0000-000000000000}"/>
          </ac:graphicFrameMkLst>
        </pc:graphicFrameChg>
      </pc:sldChg>
      <pc:sldChg chg="modSp mod">
        <pc:chgData name="Yuli Jiang (CSD)" userId="7c291cd4-aa97-4867-8d2d-ebf5c1c3b419" providerId="ADAL" clId="{32A94110-88B9-4A6A-9F81-D5C158392534}" dt="2025-09-22T09:00:58.806" v="104" actId="1076"/>
        <pc:sldMkLst>
          <pc:docMk/>
          <pc:sldMk cId="683733156" sldId="319"/>
        </pc:sldMkLst>
        <pc:spChg chg="mod">
          <ac:chgData name="Yuli Jiang (CSD)" userId="7c291cd4-aa97-4867-8d2d-ebf5c1c3b419" providerId="ADAL" clId="{32A94110-88B9-4A6A-9F81-D5C158392534}" dt="2025-09-22T09:00:49.246" v="103" actId="404"/>
          <ac:spMkLst>
            <pc:docMk/>
            <pc:sldMk cId="683733156" sldId="319"/>
            <ac:spMk id="30724" creationId="{00000000-0000-0000-0000-000000000000}"/>
          </ac:spMkLst>
        </pc:spChg>
        <pc:graphicFrameChg chg="mod modGraphic">
          <ac:chgData name="Yuli Jiang (CSD)" userId="7c291cd4-aa97-4867-8d2d-ebf5c1c3b419" providerId="ADAL" clId="{32A94110-88B9-4A6A-9F81-D5C158392534}" dt="2025-09-22T09:00:58.806" v="104" actId="1076"/>
          <ac:graphicFrameMkLst>
            <pc:docMk/>
            <pc:sldMk cId="683733156" sldId="319"/>
            <ac:graphicFrameMk id="511026" creationId="{00000000-0000-0000-0000-000000000000}"/>
          </ac:graphicFrameMkLst>
        </pc:graphicFrameChg>
      </pc:sldChg>
      <pc:sldChg chg="modAnim">
        <pc:chgData name="Yuli Jiang (CSD)" userId="7c291cd4-aa97-4867-8d2d-ebf5c1c3b419" providerId="ADAL" clId="{32A94110-88B9-4A6A-9F81-D5C158392534}" dt="2025-09-22T09:05:56.914" v="136"/>
        <pc:sldMkLst>
          <pc:docMk/>
          <pc:sldMk cId="1842357468" sldId="321"/>
        </pc:sldMkLst>
      </pc:sldChg>
      <pc:sldChg chg="addSp modSp mod">
        <pc:chgData name="Yuli Jiang (CSD)" userId="7c291cd4-aa97-4867-8d2d-ebf5c1c3b419" providerId="ADAL" clId="{32A94110-88B9-4A6A-9F81-D5C158392534}" dt="2025-09-22T09:20:38.843" v="371" actId="403"/>
        <pc:sldMkLst>
          <pc:docMk/>
          <pc:sldMk cId="2723884570" sldId="324"/>
        </pc:sldMkLst>
        <pc:spChg chg="mod">
          <ac:chgData name="Yuli Jiang (CSD)" userId="7c291cd4-aa97-4867-8d2d-ebf5c1c3b419" providerId="ADAL" clId="{32A94110-88B9-4A6A-9F81-D5C158392534}" dt="2025-09-22T09:19:02.513" v="273" actId="26606"/>
          <ac:spMkLst>
            <pc:docMk/>
            <pc:sldMk cId="2723884570" sldId="324"/>
            <ac:spMk id="5" creationId="{9CECD831-5795-1A4F-8C49-220DC0B0C397}"/>
          </ac:spMkLst>
        </pc:spChg>
        <pc:spChg chg="mod">
          <ac:chgData name="Yuli Jiang (CSD)" userId="7c291cd4-aa97-4867-8d2d-ebf5c1c3b419" providerId="ADAL" clId="{32A94110-88B9-4A6A-9F81-D5C158392534}" dt="2025-09-22T09:19:02.513" v="273" actId="26606"/>
          <ac:spMkLst>
            <pc:docMk/>
            <pc:sldMk cId="2723884570" sldId="324"/>
            <ac:spMk id="35843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09-22T09:20:38.843" v="371" actId="403"/>
          <ac:spMkLst>
            <pc:docMk/>
            <pc:sldMk cId="2723884570" sldId="324"/>
            <ac:spMk id="35844" creationId="{00000000-0000-0000-0000-000000000000}"/>
          </ac:spMkLst>
        </pc:spChg>
        <pc:picChg chg="add mod">
          <ac:chgData name="Yuli Jiang (CSD)" userId="7c291cd4-aa97-4867-8d2d-ebf5c1c3b419" providerId="ADAL" clId="{32A94110-88B9-4A6A-9F81-D5C158392534}" dt="2025-09-22T09:19:54.352" v="315" actId="1076"/>
          <ac:picMkLst>
            <pc:docMk/>
            <pc:sldMk cId="2723884570" sldId="324"/>
            <ac:picMk id="1026" creationId="{8D36B852-E7A7-DA36-4AF7-08BE9AB56492}"/>
          </ac:picMkLst>
        </pc:picChg>
      </pc:sldChg>
      <pc:sldChg chg="del">
        <pc:chgData name="Yuli Jiang (CSD)" userId="7c291cd4-aa97-4867-8d2d-ebf5c1c3b419" providerId="ADAL" clId="{32A94110-88B9-4A6A-9F81-D5C158392534}" dt="2025-09-22T08:57:06.672" v="51" actId="47"/>
        <pc:sldMkLst>
          <pc:docMk/>
          <pc:sldMk cId="3412996154" sldId="334"/>
        </pc:sldMkLst>
      </pc:sldChg>
      <pc:sldChg chg="ord">
        <pc:chgData name="Yuli Jiang (CSD)" userId="7c291cd4-aa97-4867-8d2d-ebf5c1c3b419" providerId="ADAL" clId="{32A94110-88B9-4A6A-9F81-D5C158392534}" dt="2025-09-22T08:57:50.765" v="53"/>
        <pc:sldMkLst>
          <pc:docMk/>
          <pc:sldMk cId="3989254405" sldId="335"/>
        </pc:sldMkLst>
      </pc:sldChg>
      <pc:sldChg chg="modSp mod">
        <pc:chgData name="Yuli Jiang (CSD)" userId="7c291cd4-aa97-4867-8d2d-ebf5c1c3b419" providerId="ADAL" clId="{32A94110-88B9-4A6A-9F81-D5C158392534}" dt="2025-09-22T09:03:28.809" v="129" actId="13926"/>
        <pc:sldMkLst>
          <pc:docMk/>
          <pc:sldMk cId="2500875336" sldId="341"/>
        </pc:sldMkLst>
        <pc:spChg chg="mod">
          <ac:chgData name="Yuli Jiang (CSD)" userId="7c291cd4-aa97-4867-8d2d-ebf5c1c3b419" providerId="ADAL" clId="{32A94110-88B9-4A6A-9F81-D5C158392534}" dt="2025-09-22T09:03:28.809" v="129" actId="13926"/>
          <ac:spMkLst>
            <pc:docMk/>
            <pc:sldMk cId="2500875336" sldId="341"/>
            <ac:spMk id="31748" creationId="{00000000-0000-0000-0000-000000000000}"/>
          </ac:spMkLst>
        </pc:spChg>
        <pc:graphicFrameChg chg="mod modGraphic">
          <ac:chgData name="Yuli Jiang (CSD)" userId="7c291cd4-aa97-4867-8d2d-ebf5c1c3b419" providerId="ADAL" clId="{32A94110-88B9-4A6A-9F81-D5C158392534}" dt="2025-09-22T09:02:04.116" v="109" actId="1076"/>
          <ac:graphicFrameMkLst>
            <pc:docMk/>
            <pc:sldMk cId="2500875336" sldId="341"/>
            <ac:graphicFrameMk id="488452" creationId="{00000000-0000-0000-0000-000000000000}"/>
          </ac:graphicFrameMkLst>
        </pc:graphicFrameChg>
      </pc:sldChg>
      <pc:sldChg chg="delSp mod delAnim">
        <pc:chgData name="Yuli Jiang (CSD)" userId="7c291cd4-aa97-4867-8d2d-ebf5c1c3b419" providerId="ADAL" clId="{32A94110-88B9-4A6A-9F81-D5C158392534}" dt="2025-09-22T09:07:16.197" v="145" actId="478"/>
        <pc:sldMkLst>
          <pc:docMk/>
          <pc:sldMk cId="4077867567" sldId="342"/>
        </pc:sldMkLst>
      </pc:sldChg>
      <pc:sldChg chg="modSp mod">
        <pc:chgData name="Yuli Jiang (CSD)" userId="7c291cd4-aa97-4867-8d2d-ebf5c1c3b419" providerId="ADAL" clId="{32A94110-88B9-4A6A-9F81-D5C158392534}" dt="2025-09-22T08:59:39.887" v="60" actId="113"/>
        <pc:sldMkLst>
          <pc:docMk/>
          <pc:sldMk cId="2877967333" sldId="343"/>
        </pc:sldMkLst>
        <pc:spChg chg="mod">
          <ac:chgData name="Yuli Jiang (CSD)" userId="7c291cd4-aa97-4867-8d2d-ebf5c1c3b419" providerId="ADAL" clId="{32A94110-88B9-4A6A-9F81-D5C158392534}" dt="2025-09-22T08:59:39.887" v="60" actId="113"/>
          <ac:spMkLst>
            <pc:docMk/>
            <pc:sldMk cId="2877967333" sldId="343"/>
            <ac:spMk id="3" creationId="{00000000-0000-0000-0000-000000000000}"/>
          </ac:spMkLst>
        </pc:spChg>
      </pc:sldChg>
      <pc:sldChg chg="ord">
        <pc:chgData name="Yuli Jiang (CSD)" userId="7c291cd4-aa97-4867-8d2d-ebf5c1c3b419" providerId="ADAL" clId="{32A94110-88B9-4A6A-9F81-D5C158392534}" dt="2025-09-22T08:58:04.438" v="55"/>
        <pc:sldMkLst>
          <pc:docMk/>
          <pc:sldMk cId="75828654" sldId="347"/>
        </pc:sldMkLst>
      </pc:sldChg>
      <pc:sldChg chg="modSp mod">
        <pc:chgData name="Yuli Jiang (CSD)" userId="7c291cd4-aa97-4867-8d2d-ebf5c1c3b419" providerId="ADAL" clId="{32A94110-88B9-4A6A-9F81-D5C158392534}" dt="2025-09-22T09:03:44.210" v="133" actId="13926"/>
        <pc:sldMkLst>
          <pc:docMk/>
          <pc:sldMk cId="995780863" sldId="352"/>
        </pc:sldMkLst>
        <pc:spChg chg="mod">
          <ac:chgData name="Yuli Jiang (CSD)" userId="7c291cd4-aa97-4867-8d2d-ebf5c1c3b419" providerId="ADAL" clId="{32A94110-88B9-4A6A-9F81-D5C158392534}" dt="2025-09-22T09:03:44.210" v="133" actId="13926"/>
          <ac:spMkLst>
            <pc:docMk/>
            <pc:sldMk cId="995780863" sldId="352"/>
            <ac:spMk id="31748" creationId="{00000000-0000-0000-0000-000000000000}"/>
          </ac:spMkLst>
        </pc:spChg>
        <pc:graphicFrameChg chg="mod modGraphic">
          <ac:chgData name="Yuli Jiang (CSD)" userId="7c291cd4-aa97-4867-8d2d-ebf5c1c3b419" providerId="ADAL" clId="{32A94110-88B9-4A6A-9F81-D5C158392534}" dt="2025-09-22T09:02:28.001" v="114" actId="14100"/>
          <ac:graphicFrameMkLst>
            <pc:docMk/>
            <pc:sldMk cId="995780863" sldId="352"/>
            <ac:graphicFrameMk id="488472" creationId="{00000000-0000-0000-0000-000000000000}"/>
          </ac:graphicFrameMkLst>
        </pc:graphicFrameChg>
      </pc:sldChg>
      <pc:sldChg chg="modSp mod">
        <pc:chgData name="Yuli Jiang (CSD)" userId="7c291cd4-aa97-4867-8d2d-ebf5c1c3b419" providerId="ADAL" clId="{32A94110-88B9-4A6A-9F81-D5C158392534}" dt="2025-09-22T09:02:52.528" v="120" actId="113"/>
        <pc:sldMkLst>
          <pc:docMk/>
          <pc:sldMk cId="1887972388" sldId="353"/>
        </pc:sldMkLst>
        <pc:spChg chg="mod">
          <ac:chgData name="Yuli Jiang (CSD)" userId="7c291cd4-aa97-4867-8d2d-ebf5c1c3b419" providerId="ADAL" clId="{32A94110-88B9-4A6A-9F81-D5C158392534}" dt="2025-09-22T09:02:52.528" v="120" actId="113"/>
          <ac:spMkLst>
            <pc:docMk/>
            <pc:sldMk cId="1887972388" sldId="353"/>
            <ac:spMk id="31748" creationId="{00000000-0000-0000-0000-000000000000}"/>
          </ac:spMkLst>
        </pc:spChg>
        <pc:graphicFrameChg chg="mod modGraphic">
          <ac:chgData name="Yuli Jiang (CSD)" userId="7c291cd4-aa97-4867-8d2d-ebf5c1c3b419" providerId="ADAL" clId="{32A94110-88B9-4A6A-9F81-D5C158392534}" dt="2025-09-22T09:02:43.295" v="119" actId="1076"/>
          <ac:graphicFrameMkLst>
            <pc:docMk/>
            <pc:sldMk cId="1887972388" sldId="353"/>
            <ac:graphicFrameMk id="488492" creationId="{00000000-0000-0000-0000-000000000000}"/>
          </ac:graphicFrameMkLst>
        </pc:graphicFrameChg>
      </pc:sldChg>
      <pc:sldChg chg="modTransition modAnim">
        <pc:chgData name="Yuli Jiang (CSD)" userId="7c291cd4-aa97-4867-8d2d-ebf5c1c3b419" providerId="ADAL" clId="{32A94110-88B9-4A6A-9F81-D5C158392534}" dt="2025-09-22T09:06:19.987" v="140"/>
        <pc:sldMkLst>
          <pc:docMk/>
          <pc:sldMk cId="928484285" sldId="356"/>
        </pc:sldMkLst>
      </pc:sldChg>
      <pc:sldChg chg="del">
        <pc:chgData name="Yuli Jiang (CSD)" userId="7c291cd4-aa97-4867-8d2d-ebf5c1c3b419" providerId="ADAL" clId="{32A94110-88B9-4A6A-9F81-D5C158392534}" dt="2025-09-22T09:05:15.177" v="134" actId="47"/>
        <pc:sldMkLst>
          <pc:docMk/>
          <pc:sldMk cId="2427430209" sldId="357"/>
        </pc:sldMkLst>
      </pc:sldChg>
      <pc:sldChg chg="modTransition modAnim">
        <pc:chgData name="Yuli Jiang (CSD)" userId="7c291cd4-aa97-4867-8d2d-ebf5c1c3b419" providerId="ADAL" clId="{32A94110-88B9-4A6A-9F81-D5C158392534}" dt="2025-09-22T09:06:23.388" v="141"/>
        <pc:sldMkLst>
          <pc:docMk/>
          <pc:sldMk cId="3776769586" sldId="358"/>
        </pc:sldMkLst>
      </pc:sldChg>
      <pc:sldChg chg="modSp mod">
        <pc:chgData name="Yuli Jiang (CSD)" userId="7c291cd4-aa97-4867-8d2d-ebf5c1c3b419" providerId="ADAL" clId="{32A94110-88B9-4A6A-9F81-D5C158392534}" dt="2025-09-22T08:28:53.609" v="5" actId="1076"/>
        <pc:sldMkLst>
          <pc:docMk/>
          <pc:sldMk cId="1755307977" sldId="359"/>
        </pc:sldMkLst>
        <pc:spChg chg="mod">
          <ac:chgData name="Yuli Jiang (CSD)" userId="7c291cd4-aa97-4867-8d2d-ebf5c1c3b419" providerId="ADAL" clId="{32A94110-88B9-4A6A-9F81-D5C158392534}" dt="2025-09-22T08:28:40.087" v="3" actId="404"/>
          <ac:spMkLst>
            <pc:docMk/>
            <pc:sldMk cId="1755307977" sldId="359"/>
            <ac:spMk id="3" creationId="{FB375AE1-A8C8-4198-9DF5-A9D98CC7EE3B}"/>
          </ac:spMkLst>
        </pc:spChg>
        <pc:spChg chg="mod">
          <ac:chgData name="Yuli Jiang (CSD)" userId="7c291cd4-aa97-4867-8d2d-ebf5c1c3b419" providerId="ADAL" clId="{32A94110-88B9-4A6A-9F81-D5C158392534}" dt="2025-09-22T08:28:53.609" v="5" actId="1076"/>
          <ac:spMkLst>
            <pc:docMk/>
            <pc:sldMk cId="1755307977" sldId="359"/>
            <ac:spMk id="6" creationId="{CFD202E8-6503-11BC-A4ED-9A1DEAC85338}"/>
          </ac:spMkLst>
        </pc:spChg>
      </pc:sldChg>
      <pc:sldChg chg="addSp modSp mod">
        <pc:chgData name="Yuli Jiang (CSD)" userId="7c291cd4-aa97-4867-8d2d-ebf5c1c3b419" providerId="ADAL" clId="{32A94110-88B9-4A6A-9F81-D5C158392534}" dt="2025-09-22T08:55:05.039" v="15" actId="1076"/>
        <pc:sldMkLst>
          <pc:docMk/>
          <pc:sldMk cId="759040859" sldId="363"/>
        </pc:sldMkLst>
      </pc:sldChg>
      <pc:sldChg chg="addSp modSp mod">
        <pc:chgData name="Yuli Jiang (CSD)" userId="7c291cd4-aa97-4867-8d2d-ebf5c1c3b419" providerId="ADAL" clId="{32A94110-88B9-4A6A-9F81-D5C158392534}" dt="2025-09-22T08:55:53.881" v="31" actId="1076"/>
        <pc:sldMkLst>
          <pc:docMk/>
          <pc:sldMk cId="3941418567" sldId="364"/>
        </pc:sldMkLst>
      </pc:sldChg>
      <pc:sldChg chg="addSp modSp mod">
        <pc:chgData name="Yuli Jiang (CSD)" userId="7c291cd4-aa97-4867-8d2d-ebf5c1c3b419" providerId="ADAL" clId="{32A94110-88B9-4A6A-9F81-D5C158392534}" dt="2025-09-22T09:11:42.715" v="221" actId="20577"/>
        <pc:sldMkLst>
          <pc:docMk/>
          <pc:sldMk cId="2680184567" sldId="365"/>
        </pc:sldMkLst>
        <pc:spChg chg="mod">
          <ac:chgData name="Yuli Jiang (CSD)" userId="7c291cd4-aa97-4867-8d2d-ebf5c1c3b419" providerId="ADAL" clId="{32A94110-88B9-4A6A-9F81-D5C158392534}" dt="2025-09-22T09:11:18.496" v="205" actId="21"/>
          <ac:spMkLst>
            <pc:docMk/>
            <pc:sldMk cId="2680184567" sldId="365"/>
            <ac:spMk id="2" creationId="{68C16DD6-39D6-47E8-BFF0-713846998A57}"/>
          </ac:spMkLst>
        </pc:spChg>
        <pc:spChg chg="mod">
          <ac:chgData name="Yuli Jiang (CSD)" userId="7c291cd4-aa97-4867-8d2d-ebf5c1c3b419" providerId="ADAL" clId="{32A94110-88B9-4A6A-9F81-D5C158392534}" dt="2025-09-22T09:11:42.715" v="221" actId="20577"/>
          <ac:spMkLst>
            <pc:docMk/>
            <pc:sldMk cId="2680184567" sldId="365"/>
            <ac:spMk id="3" creationId="{FB375AE1-A8C8-4198-9DF5-A9D98CC7EE3B}"/>
          </ac:spMkLst>
        </pc:spChg>
        <pc:spChg chg="add mod">
          <ac:chgData name="Yuli Jiang (CSD)" userId="7c291cd4-aa97-4867-8d2d-ebf5c1c3b419" providerId="ADAL" clId="{32A94110-88B9-4A6A-9F81-D5C158392534}" dt="2025-09-22T09:11:39.352" v="217" actId="1076"/>
          <ac:spMkLst>
            <pc:docMk/>
            <pc:sldMk cId="2680184567" sldId="365"/>
            <ac:spMk id="27" creationId="{E9AF1EC4-02E9-2DC5-BC1B-EDF6295EFE3D}"/>
          </ac:spMkLst>
        </pc:spChg>
      </pc:sldChg>
      <pc:sldChg chg="modSp mod">
        <pc:chgData name="Yuli Jiang (CSD)" userId="7c291cd4-aa97-4867-8d2d-ebf5c1c3b419" providerId="ADAL" clId="{32A94110-88B9-4A6A-9F81-D5C158392534}" dt="2025-09-22T08:57:00.015" v="50" actId="20577"/>
        <pc:sldMkLst>
          <pc:docMk/>
          <pc:sldMk cId="233128397" sldId="367"/>
        </pc:sldMkLst>
        <pc:spChg chg="mod">
          <ac:chgData name="Yuli Jiang (CSD)" userId="7c291cd4-aa97-4867-8d2d-ebf5c1c3b419" providerId="ADAL" clId="{32A94110-88B9-4A6A-9F81-D5C158392534}" dt="2025-09-22T08:57:00.015" v="50" actId="20577"/>
          <ac:spMkLst>
            <pc:docMk/>
            <pc:sldMk cId="233128397" sldId="367"/>
            <ac:spMk id="3" creationId="{00000000-0000-0000-0000-000000000000}"/>
          </ac:spMkLst>
        </pc:spChg>
      </pc:sldChg>
    </pc:docChg>
  </pc:docChgLst>
  <pc:docChgLst>
    <pc:chgData name="Yuli Jiang (CSD)" userId="7c291cd4-aa97-4867-8d2d-ebf5c1c3b419" providerId="ADAL" clId="{258154EE-4171-4B43-81C2-94BD878CF6BC}"/>
    <pc:docChg chg="undo custSel addSld delSld modSld">
      <pc:chgData name="Yuli Jiang (CSD)" userId="7c291cd4-aa97-4867-8d2d-ebf5c1c3b419" providerId="ADAL" clId="{258154EE-4171-4B43-81C2-94BD878CF6BC}" dt="2024-10-02T11:11:24.963" v="298" actId="1035"/>
      <pc:docMkLst>
        <pc:docMk/>
      </pc:docMkLst>
      <pc:sldChg chg="mod modShow">
        <pc:chgData name="Yuli Jiang (CSD)" userId="7c291cd4-aa97-4867-8d2d-ebf5c1c3b419" providerId="ADAL" clId="{258154EE-4171-4B43-81C2-94BD878CF6BC}" dt="2024-09-25T10:08:37.024" v="282" actId="729"/>
        <pc:sldMkLst>
          <pc:docMk/>
          <pc:sldMk cId="3136977192" sldId="292"/>
        </pc:sldMkLst>
      </pc:sldChg>
      <pc:sldChg chg="modSp mod">
        <pc:chgData name="Yuli Jiang (CSD)" userId="7c291cd4-aa97-4867-8d2d-ebf5c1c3b419" providerId="ADAL" clId="{258154EE-4171-4B43-81C2-94BD878CF6BC}" dt="2024-09-25T09:39:56.405" v="199" actId="113"/>
        <pc:sldMkLst>
          <pc:docMk/>
          <pc:sldMk cId="683733156" sldId="319"/>
        </pc:sldMkLst>
      </pc:sldChg>
      <pc:sldChg chg="addSp modSp mod modAnim">
        <pc:chgData name="Yuli Jiang (CSD)" userId="7c291cd4-aa97-4867-8d2d-ebf5c1c3b419" providerId="ADAL" clId="{258154EE-4171-4B43-81C2-94BD878CF6BC}" dt="2024-09-25T09:47:45.330" v="275" actId="14100"/>
        <pc:sldMkLst>
          <pc:docMk/>
          <pc:sldMk cId="1842357468" sldId="321"/>
        </pc:sldMkLst>
      </pc:sldChg>
      <pc:sldChg chg="mod modShow">
        <pc:chgData name="Yuli Jiang (CSD)" userId="7c291cd4-aa97-4867-8d2d-ebf5c1c3b419" providerId="ADAL" clId="{258154EE-4171-4B43-81C2-94BD878CF6BC}" dt="2024-09-25T10:08:32.898" v="281" actId="729"/>
        <pc:sldMkLst>
          <pc:docMk/>
          <pc:sldMk cId="864722621" sldId="332"/>
        </pc:sldMkLst>
      </pc:sldChg>
      <pc:sldChg chg="modSp mod">
        <pc:chgData name="Yuli Jiang (CSD)" userId="7c291cd4-aa97-4867-8d2d-ebf5c1c3b419" providerId="ADAL" clId="{258154EE-4171-4B43-81C2-94BD878CF6BC}" dt="2024-09-25T09:18:38.937" v="1" actId="20577"/>
        <pc:sldMkLst>
          <pc:docMk/>
          <pc:sldMk cId="3412996154" sldId="334"/>
        </pc:sldMkLst>
      </pc:sldChg>
      <pc:sldChg chg="modSp mod">
        <pc:chgData name="Yuli Jiang (CSD)" userId="7c291cd4-aa97-4867-8d2d-ebf5c1c3b419" providerId="ADAL" clId="{258154EE-4171-4B43-81C2-94BD878CF6BC}" dt="2024-09-25T09:31:22.879" v="80" actId="207"/>
        <pc:sldMkLst>
          <pc:docMk/>
          <pc:sldMk cId="3989254405" sldId="335"/>
        </pc:sldMkLst>
      </pc:sldChg>
      <pc:sldChg chg="addSp modSp mod">
        <pc:chgData name="Yuli Jiang (CSD)" userId="7c291cd4-aa97-4867-8d2d-ebf5c1c3b419" providerId="ADAL" clId="{258154EE-4171-4B43-81C2-94BD878CF6BC}" dt="2024-09-25T09:29:33.834" v="37" actId="1076"/>
        <pc:sldMkLst>
          <pc:docMk/>
          <pc:sldMk cId="3004692559" sldId="336"/>
        </pc:sldMkLst>
      </pc:sldChg>
      <pc:sldChg chg="modSp mod">
        <pc:chgData name="Yuli Jiang (CSD)" userId="7c291cd4-aa97-4867-8d2d-ebf5c1c3b419" providerId="ADAL" clId="{258154EE-4171-4B43-81C2-94BD878CF6BC}" dt="2024-09-25T09:45:15.895" v="228" actId="115"/>
        <pc:sldMkLst>
          <pc:docMk/>
          <pc:sldMk cId="4077867567" sldId="342"/>
        </pc:sldMkLst>
      </pc:sldChg>
      <pc:sldChg chg="addSp modSp mod modAnim">
        <pc:chgData name="Yuli Jiang (CSD)" userId="7c291cd4-aa97-4867-8d2d-ebf5c1c3b419" providerId="ADAL" clId="{258154EE-4171-4B43-81C2-94BD878CF6BC}" dt="2024-09-25T09:30:56.055" v="78"/>
        <pc:sldMkLst>
          <pc:docMk/>
          <pc:sldMk cId="75828654" sldId="347"/>
        </pc:sldMkLst>
      </pc:sldChg>
      <pc:sldChg chg="modSp mod">
        <pc:chgData name="Yuli Jiang (CSD)" userId="7c291cd4-aa97-4867-8d2d-ebf5c1c3b419" providerId="ADAL" clId="{258154EE-4171-4B43-81C2-94BD878CF6BC}" dt="2024-09-25T09:34:03.434" v="139" actId="1076"/>
        <pc:sldMkLst>
          <pc:docMk/>
          <pc:sldMk cId="3520558452" sldId="348"/>
        </pc:sldMkLst>
      </pc:sldChg>
      <pc:sldChg chg="modSp mod">
        <pc:chgData name="Yuli Jiang (CSD)" userId="7c291cd4-aa97-4867-8d2d-ebf5c1c3b419" providerId="ADAL" clId="{258154EE-4171-4B43-81C2-94BD878CF6BC}" dt="2024-09-25T09:40:28.491" v="201" actId="13926"/>
        <pc:sldMkLst>
          <pc:docMk/>
          <pc:sldMk cId="1981363105" sldId="350"/>
        </pc:sldMkLst>
      </pc:sldChg>
      <pc:sldChg chg="modSp mod">
        <pc:chgData name="Yuli Jiang (CSD)" userId="7c291cd4-aa97-4867-8d2d-ebf5c1c3b419" providerId="ADAL" clId="{258154EE-4171-4B43-81C2-94BD878CF6BC}" dt="2024-09-25T09:40:47.530" v="204" actId="13926"/>
        <pc:sldMkLst>
          <pc:docMk/>
          <pc:sldMk cId="2153766181" sldId="351"/>
        </pc:sldMkLst>
      </pc:sldChg>
      <pc:sldChg chg="modSp mod">
        <pc:chgData name="Yuli Jiang (CSD)" userId="7c291cd4-aa97-4867-8d2d-ebf5c1c3b419" providerId="ADAL" clId="{258154EE-4171-4B43-81C2-94BD878CF6BC}" dt="2024-10-02T11:11:24.963" v="298" actId="1035"/>
        <pc:sldMkLst>
          <pc:docMk/>
          <pc:sldMk cId="877984465" sldId="354"/>
        </pc:sldMkLst>
      </pc:sldChg>
      <pc:sldChg chg="addSp modSp mod modAnim">
        <pc:chgData name="Yuli Jiang (CSD)" userId="7c291cd4-aa97-4867-8d2d-ebf5c1c3b419" providerId="ADAL" clId="{258154EE-4171-4B43-81C2-94BD878CF6BC}" dt="2024-09-25T09:48:39.746" v="279" actId="1076"/>
        <pc:sldMkLst>
          <pc:docMk/>
          <pc:sldMk cId="4104861438" sldId="355"/>
        </pc:sldMkLst>
      </pc:sldChg>
      <pc:sldChg chg="addSp modSp mod modAnim">
        <pc:chgData name="Yuli Jiang (CSD)" userId="7c291cd4-aa97-4867-8d2d-ebf5c1c3b419" providerId="ADAL" clId="{258154EE-4171-4B43-81C2-94BD878CF6BC}" dt="2024-09-25T09:47:54.580" v="277"/>
        <pc:sldMkLst>
          <pc:docMk/>
          <pc:sldMk cId="928484285" sldId="356"/>
        </pc:sldMkLst>
      </pc:sldChg>
      <pc:sldChg chg="addSp modSp modAnim">
        <pc:chgData name="Yuli Jiang (CSD)" userId="7c291cd4-aa97-4867-8d2d-ebf5c1c3b419" providerId="ADAL" clId="{258154EE-4171-4B43-81C2-94BD878CF6BC}" dt="2024-09-25T09:48:04.851" v="278"/>
        <pc:sldMkLst>
          <pc:docMk/>
          <pc:sldMk cId="2427430209" sldId="357"/>
        </pc:sldMkLst>
      </pc:sldChg>
      <pc:sldChg chg="addSp modSp mod modAnim">
        <pc:chgData name="Yuli Jiang (CSD)" userId="7c291cd4-aa97-4867-8d2d-ebf5c1c3b419" providerId="ADAL" clId="{258154EE-4171-4B43-81C2-94BD878CF6BC}" dt="2024-09-25T09:47:53.102" v="276"/>
        <pc:sldMkLst>
          <pc:docMk/>
          <pc:sldMk cId="3776769586" sldId="358"/>
        </pc:sldMkLst>
      </pc:sldChg>
      <pc:sldChg chg="addSp modSp add mod">
        <pc:chgData name="Yuli Jiang (CSD)" userId="7c291cd4-aa97-4867-8d2d-ebf5c1c3b419" providerId="ADAL" clId="{258154EE-4171-4B43-81C2-94BD878CF6BC}" dt="2024-09-25T09:32:32.690" v="100" actId="20577"/>
        <pc:sldMkLst>
          <pc:docMk/>
          <pc:sldMk cId="3614621164" sldId="360"/>
        </pc:sldMkLst>
      </pc:sldChg>
      <pc:sldChg chg="addSp delSp modSp add mod modAnim">
        <pc:chgData name="Yuli Jiang (CSD)" userId="7c291cd4-aa97-4867-8d2d-ebf5c1c3b419" providerId="ADAL" clId="{258154EE-4171-4B43-81C2-94BD878CF6BC}" dt="2024-09-25T09:38:55.094" v="196" actId="207"/>
        <pc:sldMkLst>
          <pc:docMk/>
          <pc:sldMk cId="1882217145" sldId="361"/>
        </pc:sldMkLst>
      </pc:sldChg>
      <pc:sldChg chg="add del">
        <pc:chgData name="Yuli Jiang (CSD)" userId="7c291cd4-aa97-4867-8d2d-ebf5c1c3b419" providerId="ADAL" clId="{258154EE-4171-4B43-81C2-94BD878CF6BC}" dt="2024-09-25T09:35:17.153" v="142"/>
        <pc:sldMkLst>
          <pc:docMk/>
          <pc:sldMk cId="845497866" sldId="362"/>
        </pc:sldMkLst>
      </pc:sldChg>
      <pc:sldChg chg="add">
        <pc:chgData name="Yuli Jiang (CSD)" userId="7c291cd4-aa97-4867-8d2d-ebf5c1c3b419" providerId="ADAL" clId="{258154EE-4171-4B43-81C2-94BD878CF6BC}" dt="2024-09-25T10:08:20.328" v="280"/>
        <pc:sldMkLst>
          <pc:docMk/>
          <pc:sldMk cId="2612876398" sldId="362"/>
        </pc:sldMkLst>
      </pc:sldChg>
      <pc:sldChg chg="addSp delSp modSp add mod">
        <pc:chgData name="Yuli Jiang (CSD)" userId="7c291cd4-aa97-4867-8d2d-ebf5c1c3b419" providerId="ADAL" clId="{258154EE-4171-4B43-81C2-94BD878CF6BC}" dt="2024-09-30T05:42:12.218" v="296" actId="21"/>
        <pc:sldMkLst>
          <pc:docMk/>
          <pc:sldMk cId="759040859" sldId="363"/>
        </pc:sldMkLst>
      </pc:sldChg>
      <pc:sldChg chg="add">
        <pc:chgData name="Yuli Jiang (CSD)" userId="7c291cd4-aa97-4867-8d2d-ebf5c1c3b419" providerId="ADAL" clId="{258154EE-4171-4B43-81C2-94BD878CF6BC}" dt="2024-09-25T10:08:20.328" v="280"/>
        <pc:sldMkLst>
          <pc:docMk/>
          <pc:sldMk cId="3941418567" sldId="364"/>
        </pc:sldMkLst>
      </pc:sldChg>
      <pc:sldChg chg="modSp add mod">
        <pc:chgData name="Yuli Jiang (CSD)" userId="7c291cd4-aa97-4867-8d2d-ebf5c1c3b419" providerId="ADAL" clId="{258154EE-4171-4B43-81C2-94BD878CF6BC}" dt="2024-09-25T10:08:59.647" v="294" actId="403"/>
        <pc:sldMkLst>
          <pc:docMk/>
          <pc:sldMk cId="2680184567" sldId="365"/>
        </pc:sldMkLst>
      </pc:sldChg>
    </pc:docChg>
  </pc:docChgLst>
  <pc:docChgLst>
    <pc:chgData name="Yuli Jiang (CSD)" userId="S::yulijiang@cuhk.edu.hk::7c291cd4-aa97-4867-8d2d-ebf5c1c3b419" providerId="AD" clId="Web-{1ADD1A2F-D591-B244-2321-803056E711B9}"/>
    <pc:docChg chg="addSld delSld modSld">
      <pc:chgData name="Yuli Jiang (CSD)" userId="S::yulijiang@cuhk.edu.hk::7c291cd4-aa97-4867-8d2d-ebf5c1c3b419" providerId="AD" clId="Web-{1ADD1A2F-D591-B244-2321-803056E711B9}" dt="2024-09-26T05:18:06.796" v="55" actId="1076"/>
      <pc:docMkLst>
        <pc:docMk/>
      </pc:docMkLst>
      <pc:sldChg chg="modSp">
        <pc:chgData name="Yuli Jiang (CSD)" userId="S::yulijiang@cuhk.edu.hk::7c291cd4-aa97-4867-8d2d-ebf5c1c3b419" providerId="AD" clId="Web-{1ADD1A2F-D591-B244-2321-803056E711B9}" dt="2024-09-26T05:18:06.796" v="55" actId="1076"/>
        <pc:sldMkLst>
          <pc:docMk/>
          <pc:sldMk cId="1284623426" sldId="318"/>
        </pc:sldMkLst>
      </pc:sldChg>
      <pc:sldChg chg="modSp">
        <pc:chgData name="Yuli Jiang (CSD)" userId="S::yulijiang@cuhk.edu.hk::7c291cd4-aa97-4867-8d2d-ebf5c1c3b419" providerId="AD" clId="Web-{1ADD1A2F-D591-B244-2321-803056E711B9}" dt="2024-09-26T05:16:15.545" v="52" actId="20577"/>
        <pc:sldMkLst>
          <pc:docMk/>
          <pc:sldMk cId="1882217145" sldId="361"/>
        </pc:sldMkLst>
      </pc:sldChg>
      <pc:sldChg chg="new del">
        <pc:chgData name="Yuli Jiang (CSD)" userId="S::yulijiang@cuhk.edu.hk::7c291cd4-aa97-4867-8d2d-ebf5c1c3b419" providerId="AD" clId="Web-{1ADD1A2F-D591-B244-2321-803056E711B9}" dt="2024-09-26T04:59:16.800" v="2"/>
        <pc:sldMkLst>
          <pc:docMk/>
          <pc:sldMk cId="3789682060" sldId="366"/>
        </pc:sldMkLst>
      </pc:sldChg>
      <pc:sldChg chg="modSp add replId">
        <pc:chgData name="Yuli Jiang (CSD)" userId="S::yulijiang@cuhk.edu.hk::7c291cd4-aa97-4867-8d2d-ebf5c1c3b419" providerId="AD" clId="Web-{1ADD1A2F-D591-B244-2321-803056E711B9}" dt="2024-09-26T05:00:48.301" v="34" actId="20577"/>
        <pc:sldMkLst>
          <pc:docMk/>
          <pc:sldMk cId="233128397" sldId="367"/>
        </pc:sldMkLst>
      </pc:sldChg>
    </pc:docChg>
  </pc:docChgLst>
  <pc:docChgLst>
    <pc:chgData name="Yuli Jiang (CSD)" userId="7c291cd4-aa97-4867-8d2d-ebf5c1c3b419" providerId="ADAL" clId="{BA61ADB8-6719-4DDB-B05C-2409F5A11A68}"/>
    <pc:docChg chg="undo redo custSel addSld delSld modSld sldOrd delMainMaster">
      <pc:chgData name="Yuli Jiang (CSD)" userId="7c291cd4-aa97-4867-8d2d-ebf5c1c3b419" providerId="ADAL" clId="{BA61ADB8-6719-4DDB-B05C-2409F5A11A68}" dt="2024-01-31T07:59:42.832" v="1585" actId="113"/>
      <pc:docMkLst>
        <pc:docMk/>
      </pc:docMkLst>
      <pc:sldChg chg="add del modTransition">
        <pc:chgData name="Yuli Jiang (CSD)" userId="7c291cd4-aa97-4867-8d2d-ebf5c1c3b419" providerId="ADAL" clId="{BA61ADB8-6719-4DDB-B05C-2409F5A11A68}" dt="2024-01-30T08:15:02.226" v="6"/>
        <pc:sldMkLst>
          <pc:docMk/>
          <pc:sldMk cId="3136977192" sldId="292"/>
        </pc:sldMkLst>
      </pc:sldChg>
      <pc:sldChg chg="add del modTransition">
        <pc:chgData name="Yuli Jiang (CSD)" userId="7c291cd4-aa97-4867-8d2d-ebf5c1c3b419" providerId="ADAL" clId="{BA61ADB8-6719-4DDB-B05C-2409F5A11A68}" dt="2024-01-30T08:15:02.226" v="6"/>
        <pc:sldMkLst>
          <pc:docMk/>
          <pc:sldMk cId="1284623426" sldId="318"/>
        </pc:sldMkLst>
      </pc:sldChg>
      <pc:sldChg chg="delSp modSp add del mod modTransition">
        <pc:chgData name="Yuli Jiang (CSD)" userId="7c291cd4-aa97-4867-8d2d-ebf5c1c3b419" providerId="ADAL" clId="{BA61ADB8-6719-4DDB-B05C-2409F5A11A68}" dt="2024-01-30T09:47:56.751" v="673" actId="478"/>
        <pc:sldMkLst>
          <pc:docMk/>
          <pc:sldMk cId="683733156" sldId="319"/>
        </pc:sldMkLst>
      </pc:sldChg>
      <pc:sldChg chg="addSp delSp modSp add del mod modTransition delAnim modAnim">
        <pc:chgData name="Yuli Jiang (CSD)" userId="7c291cd4-aa97-4867-8d2d-ebf5c1c3b419" providerId="ADAL" clId="{BA61ADB8-6719-4DDB-B05C-2409F5A11A68}" dt="2024-01-30T10:28:44.687" v="1232" actId="20577"/>
        <pc:sldMkLst>
          <pc:docMk/>
          <pc:sldMk cId="1842357468" sldId="321"/>
        </pc:sldMkLst>
      </pc:sldChg>
      <pc:sldChg chg="add del modTransition">
        <pc:chgData name="Yuli Jiang (CSD)" userId="7c291cd4-aa97-4867-8d2d-ebf5c1c3b419" providerId="ADAL" clId="{BA61ADB8-6719-4DDB-B05C-2409F5A11A68}" dt="2024-01-30T08:15:02.226" v="6"/>
        <pc:sldMkLst>
          <pc:docMk/>
          <pc:sldMk cId="2723884570" sldId="324"/>
        </pc:sldMkLst>
      </pc:sldChg>
      <pc:sldChg chg="add del modTransition">
        <pc:chgData name="Yuli Jiang (CSD)" userId="7c291cd4-aa97-4867-8d2d-ebf5c1c3b419" providerId="ADAL" clId="{BA61ADB8-6719-4DDB-B05C-2409F5A11A68}" dt="2024-01-30T08:15:02.226" v="6"/>
        <pc:sldMkLst>
          <pc:docMk/>
          <pc:sldMk cId="864722621" sldId="332"/>
        </pc:sldMkLst>
      </pc:sldChg>
      <pc:sldChg chg="modSp add del mod modTransition">
        <pc:chgData name="Yuli Jiang (CSD)" userId="7c291cd4-aa97-4867-8d2d-ebf5c1c3b419" providerId="ADAL" clId="{BA61ADB8-6719-4DDB-B05C-2409F5A11A68}" dt="2024-01-31T07:59:20.031" v="1583" actId="20577"/>
        <pc:sldMkLst>
          <pc:docMk/>
          <pc:sldMk cId="3412996154" sldId="334"/>
        </pc:sldMkLst>
      </pc:sldChg>
      <pc:sldChg chg="addSp delSp add del mod modTransition">
        <pc:chgData name="Yuli Jiang (CSD)" userId="7c291cd4-aa97-4867-8d2d-ebf5c1c3b419" providerId="ADAL" clId="{BA61ADB8-6719-4DDB-B05C-2409F5A11A68}" dt="2024-01-30T09:20:31.488" v="210" actId="22"/>
        <pc:sldMkLst>
          <pc:docMk/>
          <pc:sldMk cId="3989254405" sldId="335"/>
        </pc:sldMkLst>
      </pc:sldChg>
      <pc:sldChg chg="add del modTransition">
        <pc:chgData name="Yuli Jiang (CSD)" userId="7c291cd4-aa97-4867-8d2d-ebf5c1c3b419" providerId="ADAL" clId="{BA61ADB8-6719-4DDB-B05C-2409F5A11A68}" dt="2024-01-30T08:15:02.226" v="6"/>
        <pc:sldMkLst>
          <pc:docMk/>
          <pc:sldMk cId="3004692559" sldId="336"/>
        </pc:sldMkLst>
      </pc:sldChg>
      <pc:sldChg chg="addSp delSp modSp add del mod modTransition modAnim">
        <pc:chgData name="Yuli Jiang (CSD)" userId="7c291cd4-aa97-4867-8d2d-ebf5c1c3b419" providerId="ADAL" clId="{BA61ADB8-6719-4DDB-B05C-2409F5A11A68}" dt="2024-01-30T09:43:57.038" v="651"/>
        <pc:sldMkLst>
          <pc:docMk/>
          <pc:sldMk cId="3579806341" sldId="340"/>
        </pc:sldMkLst>
      </pc:sldChg>
      <pc:sldChg chg="delSp modSp add del mod modTransition">
        <pc:chgData name="Yuli Jiang (CSD)" userId="7c291cd4-aa97-4867-8d2d-ebf5c1c3b419" providerId="ADAL" clId="{BA61ADB8-6719-4DDB-B05C-2409F5A11A68}" dt="2024-01-30T10:07:25.281" v="938" actId="13926"/>
        <pc:sldMkLst>
          <pc:docMk/>
          <pc:sldMk cId="2500875336" sldId="341"/>
        </pc:sldMkLst>
      </pc:sldChg>
      <pc:sldChg chg="add del modTransition">
        <pc:chgData name="Yuli Jiang (CSD)" userId="7c291cd4-aa97-4867-8d2d-ebf5c1c3b419" providerId="ADAL" clId="{BA61ADB8-6719-4DDB-B05C-2409F5A11A68}" dt="2024-01-30T08:15:02.226" v="6"/>
        <pc:sldMkLst>
          <pc:docMk/>
          <pc:sldMk cId="4077867567" sldId="342"/>
        </pc:sldMkLst>
      </pc:sldChg>
      <pc:sldChg chg="modSp add del mod modTransition">
        <pc:chgData name="Yuli Jiang (CSD)" userId="7c291cd4-aa97-4867-8d2d-ebf5c1c3b419" providerId="ADAL" clId="{BA61ADB8-6719-4DDB-B05C-2409F5A11A68}" dt="2024-01-31T07:59:42.832" v="1585" actId="113"/>
        <pc:sldMkLst>
          <pc:docMk/>
          <pc:sldMk cId="2877967333" sldId="343"/>
        </pc:sldMkLst>
      </pc:sldChg>
      <pc:sldChg chg="add del modTransition">
        <pc:chgData name="Yuli Jiang (CSD)" userId="7c291cd4-aa97-4867-8d2d-ebf5c1c3b419" providerId="ADAL" clId="{BA61ADB8-6719-4DDB-B05C-2409F5A11A68}" dt="2024-01-30T08:15:02.226" v="6"/>
        <pc:sldMkLst>
          <pc:docMk/>
          <pc:sldMk cId="75828654" sldId="347"/>
        </pc:sldMkLst>
      </pc:sldChg>
      <pc:sldChg chg="add del ord">
        <pc:chgData name="Yuli Jiang (CSD)" userId="7c291cd4-aa97-4867-8d2d-ebf5c1c3b419" providerId="ADAL" clId="{BA61ADB8-6719-4DDB-B05C-2409F5A11A68}" dt="2024-01-30T09:19:56.999" v="208" actId="2696"/>
        <pc:sldMkLst>
          <pc:docMk/>
          <pc:sldMk cId="80165774" sldId="348"/>
        </pc:sldMkLst>
      </pc:sldChg>
      <pc:sldChg chg="addSp delSp modSp add mod modAnim">
        <pc:chgData name="Yuli Jiang (CSD)" userId="7c291cd4-aa97-4867-8d2d-ebf5c1c3b419" providerId="ADAL" clId="{BA61ADB8-6719-4DDB-B05C-2409F5A11A68}" dt="2024-01-30T09:39:28.306" v="603"/>
        <pc:sldMkLst>
          <pc:docMk/>
          <pc:sldMk cId="3520558452" sldId="348"/>
        </pc:sldMkLst>
      </pc:sldChg>
      <pc:sldChg chg="addSp delSp modSp add mod ord modTransition modAnim">
        <pc:chgData name="Yuli Jiang (CSD)" userId="7c291cd4-aa97-4867-8d2d-ebf5c1c3b419" providerId="ADAL" clId="{BA61ADB8-6719-4DDB-B05C-2409F5A11A68}" dt="2024-01-30T09:43:41.344" v="649"/>
        <pc:sldMkLst>
          <pc:docMk/>
          <pc:sldMk cId="1853270689" sldId="349"/>
        </pc:sldMkLst>
      </pc:sldChg>
      <pc:sldChg chg="modSp add mod modTransition">
        <pc:chgData name="Yuli Jiang (CSD)" userId="7c291cd4-aa97-4867-8d2d-ebf5c1c3b419" providerId="ADAL" clId="{BA61ADB8-6719-4DDB-B05C-2409F5A11A68}" dt="2024-01-30T09:50:05.248" v="692" actId="13926"/>
        <pc:sldMkLst>
          <pc:docMk/>
          <pc:sldMk cId="1981363105" sldId="350"/>
        </pc:sldMkLst>
      </pc:sldChg>
      <pc:sldChg chg="modSp add mod modTransition">
        <pc:chgData name="Yuli Jiang (CSD)" userId="7c291cd4-aa97-4867-8d2d-ebf5c1c3b419" providerId="ADAL" clId="{BA61ADB8-6719-4DDB-B05C-2409F5A11A68}" dt="2024-01-30T09:51:07.984" v="706" actId="13926"/>
        <pc:sldMkLst>
          <pc:docMk/>
          <pc:sldMk cId="2153766181" sldId="351"/>
        </pc:sldMkLst>
      </pc:sldChg>
      <pc:sldChg chg="delSp modSp add mod">
        <pc:chgData name="Yuli Jiang (CSD)" userId="7c291cd4-aa97-4867-8d2d-ebf5c1c3b419" providerId="ADAL" clId="{BA61ADB8-6719-4DDB-B05C-2409F5A11A68}" dt="2024-01-30T10:07:20.352" v="937" actId="13926"/>
        <pc:sldMkLst>
          <pc:docMk/>
          <pc:sldMk cId="995780863" sldId="352"/>
        </pc:sldMkLst>
      </pc:sldChg>
      <pc:sldChg chg="modSp add mod">
        <pc:chgData name="Yuli Jiang (CSD)" userId="7c291cd4-aa97-4867-8d2d-ebf5c1c3b419" providerId="ADAL" clId="{BA61ADB8-6719-4DDB-B05C-2409F5A11A68}" dt="2024-01-30T10:07:10.600" v="936" actId="13926"/>
        <pc:sldMkLst>
          <pc:docMk/>
          <pc:sldMk cId="1887972388" sldId="353"/>
        </pc:sldMkLst>
      </pc:sldChg>
      <pc:sldChg chg="modSp add mod">
        <pc:chgData name="Yuli Jiang (CSD)" userId="7c291cd4-aa97-4867-8d2d-ebf5c1c3b419" providerId="ADAL" clId="{BA61ADB8-6719-4DDB-B05C-2409F5A11A68}" dt="2024-01-30T10:07:47.171" v="960"/>
        <pc:sldMkLst>
          <pc:docMk/>
          <pc:sldMk cId="877984465" sldId="354"/>
        </pc:sldMkLst>
      </pc:sldChg>
      <pc:sldChg chg="addSp delSp modSp add mod modAnim">
        <pc:chgData name="Yuli Jiang (CSD)" userId="7c291cd4-aa97-4867-8d2d-ebf5c1c3b419" providerId="ADAL" clId="{BA61ADB8-6719-4DDB-B05C-2409F5A11A68}" dt="2024-01-30T10:19:40.159" v="1087" actId="403"/>
        <pc:sldMkLst>
          <pc:docMk/>
          <pc:sldMk cId="4104861438" sldId="355"/>
        </pc:sldMkLst>
      </pc:sldChg>
      <pc:sldChg chg="addSp modSp add mod modAnim">
        <pc:chgData name="Yuli Jiang (CSD)" userId="7c291cd4-aa97-4867-8d2d-ebf5c1c3b419" providerId="ADAL" clId="{BA61ADB8-6719-4DDB-B05C-2409F5A11A68}" dt="2024-01-30T10:29:05.351" v="1234" actId="14100"/>
        <pc:sldMkLst>
          <pc:docMk/>
          <pc:sldMk cId="928484285" sldId="356"/>
        </pc:sldMkLst>
      </pc:sldChg>
      <pc:sldChg chg="add">
        <pc:chgData name="Yuli Jiang (CSD)" userId="7c291cd4-aa97-4867-8d2d-ebf5c1c3b419" providerId="ADAL" clId="{BA61ADB8-6719-4DDB-B05C-2409F5A11A68}" dt="2024-01-30T10:21:01.060" v="1103"/>
        <pc:sldMkLst>
          <pc:docMk/>
          <pc:sldMk cId="2427430209" sldId="357"/>
        </pc:sldMkLst>
      </pc:sldChg>
      <pc:sldChg chg="addSp delSp modSp add mod modTransition delAnim modAnim">
        <pc:chgData name="Yuli Jiang (CSD)" userId="7c291cd4-aa97-4867-8d2d-ebf5c1c3b419" providerId="ADAL" clId="{BA61ADB8-6719-4DDB-B05C-2409F5A11A68}" dt="2024-01-30T10:28:33.049" v="1228" actId="1076"/>
        <pc:sldMkLst>
          <pc:docMk/>
          <pc:sldMk cId="3776769586" sldId="358"/>
        </pc:sldMkLst>
      </pc:sldChg>
      <pc:sldChg chg="addSp modSp add mod">
        <pc:chgData name="Yuli Jiang (CSD)" userId="7c291cd4-aa97-4867-8d2d-ebf5c1c3b419" providerId="ADAL" clId="{BA61ADB8-6719-4DDB-B05C-2409F5A11A68}" dt="2024-01-31T07:58:01.315" v="1554" actId="167"/>
        <pc:sldMkLst>
          <pc:docMk/>
          <pc:sldMk cId="1755307977" sldId="359"/>
        </pc:sldMkLst>
      </pc:sldChg>
      <pc:sldChg chg="addSp new del">
        <pc:chgData name="Yuli Jiang (CSD)" userId="7c291cd4-aa97-4867-8d2d-ebf5c1c3b419" providerId="ADAL" clId="{BA61ADB8-6719-4DDB-B05C-2409F5A11A68}" dt="2024-01-30T11:08:21.318" v="1239" actId="47"/>
        <pc:sldMkLst>
          <pc:docMk/>
          <pc:sldMk cId="4007818197" sldId="359"/>
        </pc:sldMkLst>
      </pc:sldChg>
      <pc:sldChg chg="add del">
        <pc:chgData name="Yuli Jiang (CSD)" userId="7c291cd4-aa97-4867-8d2d-ebf5c1c3b419" providerId="ADAL" clId="{BA61ADB8-6719-4DDB-B05C-2409F5A11A68}" dt="2024-01-30T11:10:31.625" v="1395"/>
        <pc:sldMkLst>
          <pc:docMk/>
          <pc:sldMk cId="114770143" sldId="360"/>
        </pc:sldMkLst>
      </pc:sldChg>
      <pc:sldChg chg="add del modTransition">
        <pc:chgData name="Yuli Jiang (CSD)" userId="7c291cd4-aa97-4867-8d2d-ebf5c1c3b419" providerId="ADAL" clId="{BA61ADB8-6719-4DDB-B05C-2409F5A11A68}" dt="2024-01-30T11:08:17.953" v="1237"/>
        <pc:sldMkLst>
          <pc:docMk/>
          <pc:sldMk cId="3389794643" sldId="360"/>
        </pc:sldMkLst>
      </pc:sldChg>
      <pc:sldMasterChg chg="del delSldLayout">
        <pc:chgData name="Yuli Jiang (CSD)" userId="7c291cd4-aa97-4867-8d2d-ebf5c1c3b419" providerId="ADAL" clId="{BA61ADB8-6719-4DDB-B05C-2409F5A11A68}" dt="2024-01-30T11:08:21.318" v="1239" actId="47"/>
        <pc:sldMasterMkLst>
          <pc:docMk/>
          <pc:sldMasterMk cId="2804326734" sldId="2147483648"/>
        </pc:sldMasterMkLst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2649232125" sldId="2147483649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3064385035" sldId="2147483650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1315381884" sldId="2147483651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243421026" sldId="2147483652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2694615684" sldId="2147483653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147612057" sldId="2147483654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1986065158" sldId="2147483655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2279029742" sldId="2147483656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993597949" sldId="2147483657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752413108" sldId="2147483658"/>
          </pc:sldLayoutMkLst>
        </pc:sldLayoutChg>
        <pc:sldLayoutChg chg="del">
          <pc:chgData name="Yuli Jiang (CSD)" userId="7c291cd4-aa97-4867-8d2d-ebf5c1c3b419" providerId="ADAL" clId="{BA61ADB8-6719-4DDB-B05C-2409F5A11A68}" dt="2024-01-30T11:08:21.318" v="1239" actId="47"/>
          <pc:sldLayoutMkLst>
            <pc:docMk/>
            <pc:sldMasterMk cId="2804326734" sldId="2147483648"/>
            <pc:sldLayoutMk cId="3173926790" sldId="214748365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4:43:4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22663,'1297'0'0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4:43:53.1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23892,'1321'0'0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43:49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10791 9451 0,'-29'0'157,"29"30"-157,-30-30 15,30 29 1,-29-29 0,29 30-16,-30-30 15,1 0 1,29 29-16,-30-29 15,30 30-15,-29-30 0,-1 29 16,1-29-16,0 29 16,-1-29-16,30 30 15,-29-30-15,-1 0 0,60 0 110,-1 0-110,1 0 15,28 0 1,-28 0-16,-1 0 16,1 0-16,-1 0 15,1 29-15,-1-29 16,1 30-1,-1-30-15,0 0 16,1 0 0,-30 29-1,29-29 1,-29 30-16,0-1 16,30-29-1,-30 30-15,0-1 16,29-29-16,-29 29 15,0 1 1,0-1 0,0 1 31,0-1-32,-29-29 1,29 30-1,-30-30-15,30 29 16,-29-29-16,-1 0 16,30 30-16,-29-30 0,0 29 15,-1-29 1,1 29-16,-1-29 16,1 0-1,-1 0 1,1 0-1,-1 0 1,1 0 0,0 0-16,-1-29 15,1 29-15,-1 0 16,1 0-16</inkml:trace>
  <inkml:trace contextRef="#ctx0" brushRef="#br0" timeOffset="1428.97">10614 9481 0,'30'0'47,"-1"0"-16,1 0 0,-1 0-15,1 0-16,-1 0 0,0 0 15,1 0 1,29 0-16,-30-30 16,1 30-16,29 0 15,-30 0-15,0 0 16,1 0-16,-1 0 31,-29-29 94</inkml:trace>
  <inkml:trace contextRef="#ctx0" brushRef="#br0" timeOffset="27167.97">11262 10570 0,'0'30'63,"0"-1"-48,0 1 1,0-1-16,-29-29 0,29 59 16,0 0-1,-30-59-15,30 29 0,0 30 16,0 0 0,-29 0-1,29-30 1,0 1-16,-30-30 47,60 0-16,-30-30-15,0 1-16,29-1 15,1 30-15,-30-29 0,0 0 0,58-30 16,-58 29-1,59 1-15,-59-1 16,30 30-16,29-59 16,-30 59-16,30-29 15,-30 29-15,30-29 16,-29 29 46,-1 0-46</inkml:trace>
  <inkml:trace contextRef="#ctx0" brushRef="#br0" timeOffset="28030.98">11969 10717 0,'-59'30'16,"118"-60"-16,-148 60 0,30-1 15,30-29-15,0 0 0,-1 30 16,1-30-16,-1 0 0,30 29 16,-29 1-16,29-1 15,0 1 1,0-1-16,0 0 0,0 1 16,0-1-1,29 1 1,1-30-1,-30 29 1,29-29-16,1 0 0,-1 0 16,-29-29-16,29 29 0,1 0 15,-1 0-15,1-59 16,-1 59-16,-29-30 16,59 1-16,-29 0 15,-30-1-15,29 30 0,0-59 16,-29 30-16,0-1 15,0 60 48,0-1-47,0 1-16,-29-1 15,29 1-15,0-1 0,0 30 16,0-30-1,0 30 1,0-29-16,29-1 16,-29 1-16,0-1 15,30-29 1,-1 0 31,1 0-32,-1 0 1</inkml:trace>
  <inkml:trace contextRef="#ctx0" brushRef="#br0" timeOffset="28483.97">12616 10570 0,'-29'0'16,"29"30"-16,-29-1 16,29 1-16,0-1 0,-30 30 15,30-30-15,0 1 0,-29 29 16,29-30-16,0 1 16,-30 28-16,30-28 15,0-1-15,0 1 16,-29-1-16,29 1 0,0-1 15,0 1-15,0-1 16,0 0-16,29-29 63</inkml:trace>
  <inkml:trace contextRef="#ctx0" brushRef="#br0" timeOffset="28874.97">12234 10776 0,'29'0'16,"-29"30"-16,88-30 16,-29 29-1,-29-29-15,-30 30 0,29-30 16,60 29-16,-60-29 15,-29 30-15,29-30 0,1 0 0,-1 29 16,60 0-16,-60-29 0,1 0 16,-1 30-1,0-30-15</inkml:trace>
  <inkml:trace contextRef="#ctx0" brushRef="#br0" timeOffset="29244.97">13029 11012 0,'0'29'16,"0"1"-16,-30-1 16,30 1-1,0-1-15,0 1 16,0-1-1,-29 0-15,29 1 16,0-60 78</inkml:trace>
  <inkml:trace contextRef="#ctx0" brushRef="#br0" timeOffset="29604.98">13058 10717 0,'0'30'15,"0"-1"-15,30-29 16,-1 30-1,-29-1 17</inkml:trace>
  <inkml:trace contextRef="#ctx0" brushRef="#br0" timeOffset="30420.97">13323 10953 0,'0'29'0,"0"1"16,0-1 0,-29 1-16,29-1 15,-30 1 1,30-1-16,-29 30 15,-1-59-15,30 59 16,0-30 0,0 1-1,-29-30 1,29-30 78,29 30-79,-29-29-15,30 29 16,-30-30-16,29 30 0,1-58 16,-1 58-16,-29-30 0,30 30 15,28-59 1,-28 59-16,-1 0 15,1 0-15,-1-29 0,1 29 16,-1 0-16,1 0 16,-1 0-16,0 29 15,1-29 1,-30 30 0,0-1-16,29-29 15,-29 30-15,0-1 0,0 0 16,30-29-16,-30 30 15,0-1 1,0 1-16,0-1 16,0 1-1,0-1 1,-30-29-16,30 30 78,30-30-78</inkml:trace>
  <inkml:trace contextRef="#ctx0" brushRef="#br0" timeOffset="31953.97">14413 11159 0,'0'-29'16,"0"58"-16,-30-58 31,30-1 16,-29 30-31,-1 0-16,1 0 15,-1 0 1,1 0-1,-1 0-15,1 0 0,0 0 16,-1 0-16,-29 30 16,30-30-16,-30 29 15,59 1-15,-30-30 16,1 58-16,0-58 16,29 30-16,0-1 0,0 1 15,-30-30 1,30 29-16,0 1 15,30-30-15,-1 0 63,0 0-63,1 0 16,-1 0-1,1 0-15,-30 29 0,29-29 0,1 0 0,-1 0 16,1-29-16,-1 29 15,30 0-15,-59-30 16,59 1-16,-30 29 16,1-30-1,-30 1-15,29 29 16,-29-30 0,0 1-1,0 58 95,0 1-95,30-30-15,-30 29 0,0 1 16,0-1-16,0 1 15,0-1-15,0 30 16,0-30 0,0 1-16,29 29 15,-29-30-15,0 1 16,0-1-16,0 1 0,0-1 16,0 0-16,0 1 15,0-1 1,0 1-16,0-1 15,0 1-15,-29-30 0,29 29 16,0 1 0,-30-30-16,30 29 0,-29 0 15,29 1 1,-30-30 15,1 29-15,-1-29-1,1 0 1,-1 0 0,1 0 15,0-29-31,-1 29 16,30-30-16,-59 1 15,0-30-15,30 59 16,-30-59-16,0 30 15,30 29-15,29-30 0,-30 30 16,30-29-16,-29 29 16</inkml:trace>
  <inkml:trace contextRef="#ctx0" brushRef="#br0" timeOffset="47845.97">14766 11483 0,'29'0'78,"1"0"-16,-1 0-46,1 0-1,-1 0 1,1 29 0,-1-29-1,0 0 1,-29 30-16,30-30 16,-1 0-1,1 0 1,-1 0-1,-29 29 1,30-29-16</inkml:trace>
  <inkml:trace contextRef="#ctx0" brushRef="#br0" timeOffset="48653.97">15855 11218 0,'0'29'46,"-29"1"-46,29-1 16,-30 1-16,30-1 0,0 1 16,0-1-16,-29 30 15,29-30-15,-30 1 0,30-1 0,0 30 16,-29 0-16,29-29 16,0-1-16,0 0 0,0 1 15,0-1-15,-29-29 16</inkml:trace>
  <inkml:trace contextRef="#ctx0" brushRef="#br0" timeOffset="79583.97">12057 9510 0,'0'-29'0,"29"29"31,1 0 47,-30 29-62,29-29-1,1 0-15,-30 30 16,59-30-16,-59 29 16,29 1-16,1-30 15,-1 0-15,-29 29 16,29-29-16,-29 29 0,0 1 16,0-1-1,0 1 16,0-1-15,-29-29 0,29 30-16,-29-30 15,-1 29 1,1-29-16,29 30 0,-59-30 16,59 29-16,-30-29 0,1 0 0,-30 29 15,30-29 1,-1 30-16,1-30 15,-1 0 1,1 0 15,58 0 94,1 0-109,-1 0-16,-29 29 0,30-29 16,-1 0-16,30 0 15,-30 0-15,1 0 16,-1 0-16,1 0 15,-1 30-15,1-30 16,-1 29-16,0-29 31,-29 30 1,30-30-17,-30 29-15,0 1 31,0-1-15,0 0 0,0 1-1,-30-30 1,30 29 0,-29-29-1,0 30 1,-1-1-1,1-29 1,-1 30-16,1-30 16,-1 0-16,1 29 15,-1-29 1</inkml:trace>
  <inkml:trace contextRef="#ctx0" brushRef="#br0" timeOffset="80969.97">10379 9275 0,'0'29'47,"29"1"-31,1-1-16,-1 30 16,1-59-16,-30 29 0,29-29 15,-29 30-15,29-1 0,30 30 16,-59-29-16,30-30 0,-30 29 0,29-29 0,-29 29 15,30-29-15,-1 30 0,-29-1 0,30-29 0,-1 0 0,-29 30 0,29-30 16,-29 29-16,30-29 0,-30 30 0,29-30 0,-29 29 0,30-29 0,-30 30 16,29-30-16,1 29 0,-30 0 15,29-29-15,1 30 16,-30-1-16,0 1 16,29-30-16,-29 29 15,29-29-15,-29 30 31,30-30-15,-30 29 0,0 1-16,29-30 15,-29 29 17,30-29 61,-30 29-77</inkml:trace>
  <inkml:trace contextRef="#ctx0" brushRef="#br0" timeOffset="-165733.78">12116 13279 0,'29'0'31,"-29"29"16,0 1-16,0-1-15,0 1-1,0-1 1,30 1-16,-30-1 15,0 1-15,0-1 16,0 0-16,0 1 16,0-1-16,0 1 15,0-1-15,29-29 0,-29 30 16,0-1 0,30 1-16,-30-1 15,29-29-15,-29 29 16,30-29-1</inkml:trace>
  <inkml:trace contextRef="#ctx0" brushRef="#br0" timeOffset="-165118.78">11998 12808 0,'0'29'47,"0"1"-16,30-30-31,-30 29 15,29-29 1,-29 30-16</inkml:trace>
  <inkml:trace contextRef="#ctx0" brushRef="#br0" timeOffset="-164204.78">12734 13662 0,'30'0'47,"-1"-30"-31,-29 60-16,0-60 0,0 60 0,30-60 15,-1 30-15,30 0 16,-30 0-16,1 0 15,29 0 1,-30 0-16,30 30 16,-30-30-16,1 0 0,58 0 15,-58 0-15,-1 0 16,1 0 0</inkml:trace>
  <inkml:trace contextRef="#ctx0" brushRef="#br0" timeOffset="-163768.75">13117 13279 0,'0'29'16,"0"1"-16,0-1 16,0 1-16,-29-30 0,29 29 15,0 1-15,0 29 16,0-30-16,0 0 0,0 1 0,-30 58 16,30-58-16,0-1 15,0 30-15,0 29 31,0-58-31,0-1 16,0 1 0</inkml:trace>
  <inkml:trace contextRef="#ctx0" brushRef="#br0" timeOffset="-163352.78">13529 13691 0,'30'0'16,"-1"0"-1,1 0 1,-30 30-16,29-30 0,59 0 15,-58 29-15,-1-29 0,60 0 16,-60 0-16,0 0 0,1 0 0,-1 0 0,30 0 16,-59 30-16,30-30 0,-1 0 0,1 0 0,-1 0 15,0 0-15,30 0 16,-29 0-16,-60 0 62</inkml:trace>
  <inkml:trace contextRef="#ctx0" brushRef="#br0" timeOffset="-162990.75">13971 13308 0,'0'30'0,"-30"29"16,1 29-1,29-58-15,0-1 0,-29 89 16,29-30-16,-30 0 15,30-58 1,0 29-16,-29-30 16,29 1-16,0-1 0,0 1 15,0-1 1</inkml:trace>
  <inkml:trace contextRef="#ctx0" brushRef="#br0" timeOffset="-162564.78">14619 13515 0,'29'0'32,"1"0"46,-30 29-78</inkml:trace>
  <inkml:trace contextRef="#ctx0" brushRef="#br0" timeOffset="-162082.78">14795 13868 0,'0'29'31,"-29"-29"-15,29 30-16,0-1 16,-30-29-1,30 30-15,-29-1 16,0 1-1,-30 28 1,29-28 0,1-1-1,-1 1-15,1-30 16,-1 0-16,30 29 31</inkml:trace>
  <inkml:trace contextRef="#ctx0" brushRef="#br0" timeOffset="-161168.72">12234 14869 0,'0'29'0,"-30"-29"16,30 30-16,0-1 15,-29-29-15,29 30 16,0-1-16,0 1 16,-30-1-1,30 1-15,0-1 16,0 0-16,0 1 0,0 29 16,0-30-16,30 30 15,-30-29-15,0-1 16,0 0-1,29-29-15</inkml:trace>
  <inkml:trace contextRef="#ctx0" brushRef="#br0" timeOffset="-160657.78">12175 14398 0,'0'29'32,"29"-29"-17,-29 30 1,30-30-1,-30 29 48</inkml:trace>
  <inkml:trace contextRef="#ctx0" brushRef="#br0" timeOffset="-159927.75">12970 15340 0,'29'0'32,"-29"-29"-17,30 29 1,29 0-16,29 0 15,-59 0-15,60 0 16,-60 0-16,1 0 0,-1 0 16,0 0-16,1 0 0,29 0 0,59 29 15,-89-29-15,0 0 16,1 0-16,-1 0 0,30 30 0,-29-30 16,29 0-16,-30 0 15,-58 0 48</inkml:trace>
  <inkml:trace contextRef="#ctx0" brushRef="#br0" timeOffset="-159474.72">13559 14928 0,'0'59'16,"0"-30"-16,0 1 0,0 29 16,0-30-16,29-29 0,-29 29 0,0 1 15,0 29 1,0-30-16,0 1 0,30-30 0,-30 29 0,0 30 15,0-30-15,29 30 16,-29-29-16,0-1 16,0 1-16,0-1 15,0 1 1</inkml:trace>
  <inkml:trace contextRef="#ctx0" brushRef="#br0" timeOffset="-158960.75">14177 15193 0,'29'0'62,"1"0"-46,-1 0-1,1 0-15,-1 0 16,1 0-16,-1 0 16,30 0-16,-30 0 15,30 29 1,-29-29-16,-1 0 0,1 0 0,-1 0 16,-29 30-1</inkml:trace>
  <inkml:trace contextRef="#ctx0" brushRef="#br0" timeOffset="-158480.78">14295 15517 0,'29'0'47,"1"0"-31,-1 0-1,1 0-15,-1 0 0,30 29 16,-30-29-16,30 0 15,-29 0-15,-1 0 0,1 30 16,-1-30 15</inkml:trace>
  <inkml:trace contextRef="#ctx0" brushRef="#br0" timeOffset="-157660.78">15355 14898 0,'0'30'16,"0"-1"-1,0 1-15,0-1 0,0 60 16,0-60-16,0 0 16,0 1-16,0-1 0,0 60 15,0-60-15,0 1 16,0-1-16,0 30 16,0-30-16,0 1 0,0-1 15,0 1-15,0-1 0,0 1 16</inkml:trace>
  <inkml:trace contextRef="#ctx0" brushRef="#br0" timeOffset="-157242.78">15914 15340 0,'30'0'109,"-30"30"-93</inkml:trace>
  <inkml:trace contextRef="#ctx0" brushRef="#br0" timeOffset="-156812.72">16091 15635 0,'0'29'47,"0"0"-31,-30 1-1,1-30-15,29 29 16,-30 1-16,1-30 16,0 29-1,-1 1-15,1-30 16,-1 0-16,30 29 0,-29-29 16,-30 0-1,29 0-15,1 0 0,-30 0 16,30 0-16,-1 0 0,-29 0 15,30 0-15,-1 0 16,-28 0-16,28 0 16</inkml:trace>
  <inkml:trace contextRef="#ctx0" brushRef="#br0" timeOffset="-155530.72">15826 13956 0,'0'30'15,"0"-1"1,0 1 0,0-1-1,0 0-15,0 1 0,0-1 16,0 30-16,0-29 15,0 29 1,29-30-16,-29 0 0,0 1 16,0-1-16,0 1 31</inkml:trace>
  <inkml:trace contextRef="#ctx0" brushRef="#br0" timeOffset="-155196.78">15855 13662 0,'0'29'32,"30"-29"14</inkml:trace>
  <inkml:trace contextRef="#ctx0" brushRef="#br0" timeOffset="-154652.78">16150 14251 0,'29'0'32,"1"0"-17,-1 0 1,0 0-16,1 0 16,-1 0-16,1 0 0,-1 0 15,30 0 1,-29 0-16,-1 0 47,-29 29-32,29-29 17</inkml:trace>
  <inkml:trace contextRef="#ctx0" brushRef="#br0" timeOffset="-154253.78">16120 14457 0,'30'0'16,"-1"0"0,1 0-16,-1 0 15,30 0 1,-30 0-16,-29 29 0,30-29 0,-1 0 0,30 0 15,-29 0-15,-1 0 0,0 30 16</inkml:trace>
  <inkml:trace contextRef="#ctx0" brushRef="#br0" timeOffset="-153803.78">16768 14251 0,'0'29'31,"29"-29"-15,-29 30-16,0-1 16,0 0-16,0 1 0,0 29 15,0-30-15,0 1 16,0-1-16,0 1 16,0-1-16,0 0 15,0 1 1,0-1-16,30-29 15,-30 30-15</inkml:trace>
  <inkml:trace contextRef="#ctx0" brushRef="#br0" timeOffset="-153470.75">16768 14015 0,'29'0'47,"1"0"-15,-30 30-17,29-30 16</inkml:trace>
  <inkml:trace contextRef="#ctx0" brushRef="#br0" timeOffset="-152973.58">17239 14575 0,'30'0'47,"-1"0"-31,0 0-1,30 0 1,-29 0-16,-1 0 0,60 0 16,-1 29-1,-29-29 1,-30 0-16,1 0 0,-1 0 16</inkml:trace>
  <inkml:trace contextRef="#ctx0" brushRef="#br0" timeOffset="-152603.75">17592 14427 0,'-29'0'0,"29"30"16,0-1-1,0 1-15,0-1 16,0 1-16,0-1 0,0 0 16,0 1-16,0-1 15,0 1 1,0-1-16,0 1 31,29-30-15</inkml:trace>
  <inkml:trace contextRef="#ctx0" brushRef="#br0" timeOffset="-151919.75">18181 14427 0,'-29'0'0,"29"30"15,0-1-15,-30-29 16,30 59-16,-29 0 16,29-30-16,0 30 15,0-29-15,0-1 16,0 1-1,0-1-15</inkml:trace>
  <inkml:trace contextRef="#ctx0" brushRef="#br0" timeOffset="-151521.75">18623 14457 0,'29'0'47</inkml:trace>
  <inkml:trace contextRef="#ctx0" brushRef="#br0" timeOffset="-151139.75">18564 14663 0,'30'29'16,"-30"1"15,29-30-15,-29 29-16,0 1 15,-29-1 1,29 1-1,0-1-15,-30-29 16,30 29-16,-29-29 16,-1 0-16,1 0 15,-30 0 1,29 0-16,1 0 0,0 0 0,-30 0 16,29 0-16,1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43:49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10791 9451 0,'-29'0'157,"29"30"-157,-30-30 15,30 29 1,-29-29 0,29 30-16,-30-30 15,1 0 1,29 29-16,-30-29 15,30 30-15,-29-30 0,-1 29 16,1-29-16,0 29 16,-1-29-16,30 30 15,-29-30-15,-1 0 0,60 0 110,-1 0-110,1 0 15,28 0 1,-28 0-16,-1 0 16,1 0-16,-1 0 15,1 29-15,-1-29 16,1 30-1,-1-30-15,0 0 16,1 0 0,-30 29-1,29-29 1,-29 30-16,0-1 16,30-29-1,-30 30-15,0-1 16,29-29-16,-29 29 15,0 1 1,0-1 0,0 1 31,0-1-32,-29-29 1,29 30-1,-30-30-15,30 29 16,-29-29-16,-1 0 16,30 30-16,-29-30 0,0 29 15,-1-29 1,1 29-16,-1-29 16,1 0-1,-1 0 1,1 0-1,-1 0 1,1 0 0,0 0-16,-1-29 15,1 29-15,-1 0 16,1 0-16</inkml:trace>
  <inkml:trace contextRef="#ctx0" brushRef="#br0" timeOffset="1428.97">10614 9481 0,'30'0'47,"-1"0"-16,1 0 0,-1 0-15,1 0-16,-1 0 0,0 0 15,1 0 1,29 0-16,-30-30 16,1 30-16,29 0 15,-30 0-15,0 0 16,1 0-16,-1 0 31,-29-29 94</inkml:trace>
  <inkml:trace contextRef="#ctx0" brushRef="#br0" timeOffset="27167.97">11262 10570 0,'0'30'63,"0"-1"-48,0 1 1,0-1-16,-29-29 0,29 59 16,0 0-1,-30-59-15,30 29 0,0 30 16,0 0 0,-29 0-1,29-30 1,0 1-16,-30-30 47,60 0-16,-30-30-15,0 1-16,29-1 15,1 30-15,-30-29 0,0 0 0,58-30 16,-58 29-1,59 1-15,-59-1 16,30 30-16,29-59 16,-30 59-16,30-29 15,-30 29-15,30-29 16,-29 29 46,-1 0-46</inkml:trace>
  <inkml:trace contextRef="#ctx0" brushRef="#br0" timeOffset="28030.98">11969 10717 0,'-59'30'16,"118"-60"-16,-148 60 0,30-1 15,30-29-15,0 0 0,-1 30 16,1-30-16,-1 0 0,30 29 16,-29 1-16,29-1 15,0 1 1,0-1-16,0 0 0,0 1 16,0-1-1,29 1 1,1-30-1,-30 29 1,29-29-16,1 0 0,-1 0 16,-29-29-16,29 29 0,1 0 15,-1 0-15,1-59 16,-1 59-16,-29-30 16,59 1-16,-29 0 15,-30-1-15,29 30 0,0-59 16,-29 30-16,0-1 15,0 60 48,0-1-47,0 1-16,-29-1 15,29 1-15,0-1 0,0 30 16,0-30-1,0 30 1,0-29-16,29-1 16,-29 1-16,0-1 15,30-29 1,-1 0 31,1 0-32,-1 0 1</inkml:trace>
  <inkml:trace contextRef="#ctx0" brushRef="#br0" timeOffset="28483.97">12616 10570 0,'-29'0'16,"29"30"-16,-29-1 16,29 1-16,0-1 0,-30 30 15,30-30-15,0 1 0,-29 29 16,29-30-16,0 1 16,-30 28-16,30-28 15,0-1-15,0 1 16,-29-1-16,29 1 0,0-1 15,0 1-15,0-1 16,0 0-16,29-29 63</inkml:trace>
  <inkml:trace contextRef="#ctx0" brushRef="#br0" timeOffset="28874.97">12234 10776 0,'29'0'16,"-29"30"-16,88-30 16,-29 29-1,-29-29-15,-30 30 0,29-30 16,60 29-16,-60-29 15,-29 30-15,29-30 0,1 0 0,-1 29 16,60 0-16,-60-29 0,1 0 16,-1 30-1,0-30-15</inkml:trace>
  <inkml:trace contextRef="#ctx0" brushRef="#br0" timeOffset="29244.97">13029 11012 0,'0'29'16,"0"1"-16,-30-1 16,30 1-1,0-1-15,0 1 16,0-1-1,-29 0-15,29 1 16,0-60 78</inkml:trace>
  <inkml:trace contextRef="#ctx0" brushRef="#br0" timeOffset="29604.98">13058 10717 0,'0'30'15,"0"-1"-15,30-29 16,-1 30-1,-29-1 17</inkml:trace>
  <inkml:trace contextRef="#ctx0" brushRef="#br0" timeOffset="30420.97">13323 10953 0,'0'29'0,"0"1"16,0-1 0,-29 1-16,29-1 15,-30 1 1,30-1-16,-29 30 15,-1-59-15,30 59 16,0-30 0,0 1-1,-29-30 1,29-30 78,29 30-79,-29-29-15,30 29 16,-30-30-16,29 30 0,1-58 16,-1 58-16,-29-30 0,30 30 15,28-59 1,-28 59-16,-1 0 15,1 0-15,-1-29 0,1 29 16,-1 0-16,1 0 16,-1 0-16,0 29 15,1-29 1,-30 30 0,0-1-16,29-29 15,-29 30-15,0-1 0,0 0 16,30-29-16,-30 30 15,0-1 1,0 1-16,0-1 16,0 1-1,0-1 1,-30-29-16,30 30 78,30-30-78</inkml:trace>
  <inkml:trace contextRef="#ctx0" brushRef="#br0" timeOffset="31953.97">14413 11159 0,'0'-29'16,"0"58"-16,-30-58 31,30-1 16,-29 30-31,-1 0-16,1 0 15,-1 0 1,1 0-1,-1 0-15,1 0 0,0 0 16,-1 0-16,-29 30 16,30-30-16,-30 29 15,59 1-15,-30-30 16,1 58-16,0-58 16,29 30-16,0-1 0,0 1 15,-30-30 1,30 29-16,0 1 15,30-30-15,-1 0 63,0 0-63,1 0 16,-1 0-1,1 0-15,-30 29 0,29-29 0,1 0 0,-1 0 16,1-29-16,-1 29 15,30 0-15,-59-30 16,59 1-16,-30 29 16,1-30-1,-30 1-15,29 29 16,-29-30 0,0 1-1,0 58 95,0 1-95,30-30-15,-30 29 0,0 1 16,0-1-16,0 1 15,0-1-15,0 30 16,0-30 0,0 1-16,29 29 15,-29-30-15,0 1 16,0-1-16,0 1 0,0-1 16,0 0-16,0 1 15,0-1 1,0 1-16,0-1 15,0 1-15,-29-30 0,29 29 16,0 1 0,-30-30-16,30 29 0,-29 0 15,29 1 1,-30-30 15,1 29-15,-1-29-1,1 0 1,-1 0 0,1 0 15,0-29-31,-1 29 16,30-30-16,-59 1 15,0-30-15,30 59 16,-30-59-16,0 30 15,30 29-15,29-30 0,-30 30 16,30-29-16,-29 29 16</inkml:trace>
  <inkml:trace contextRef="#ctx0" brushRef="#br0" timeOffset="47845.97">14766 11483 0,'29'0'78,"1"0"-16,-1 0-46,1 0-1,-1 0 1,1 29 0,-1-29-1,0 0 1,-29 30-16,30-30 16,-1 0-1,1 0 1,-1 0-1,-29 29 1,30-29-16</inkml:trace>
  <inkml:trace contextRef="#ctx0" brushRef="#br0" timeOffset="48653.97">15855 11218 0,'0'29'46,"-29"1"-46,29-1 16,-30 1-16,30-1 0,0 1 16,0-1-16,-29 30 15,29-30-15,-30 1 0,30-1 0,0 30 16,-29 0-16,29-29 16,0-1-16,0 0 0,0 1 15,0-1-15,-29-29 16</inkml:trace>
  <inkml:trace contextRef="#ctx0" brushRef="#br0" timeOffset="79583.97">12057 9510 0,'0'-29'0,"29"29"31,1 0 47,-30 29-62,29-29-1,1 0-15,-30 30 16,59-30-16,-59 29 16,29 1-16,1-30 15,-1 0-15,-29 29 16,29-29-16,-29 29 0,0 1 16,0-1-1,0 1 16,0-1-15,-29-29 0,29 30-16,-29-30 15,-1 29 1,1-29-16,29 30 0,-59-30 16,59 29-16,-30-29 0,1 0 0,-30 29 15,30-29 1,-1 30-16,1-30 15,-1 0 1,1 0 15,58 0 94,1 0-109,-1 0-16,-29 29 0,30-29 16,-1 0-16,30 0 15,-30 0-15,1 0 16,-1 0-16,1 0 15,-1 30-15,1-30 16,-1 29-16,0-29 31,-29 30 1,30-30-17,-30 29-15,0 1 31,0-1-15,0 0 0,0 1-1,-30-30 1,30 29 0,-29-29-1,0 30 1,-1-1-1,1-29 1,-1 30-16,1-30 16,-1 0-16,1 29 15,-1-29 1</inkml:trace>
  <inkml:trace contextRef="#ctx0" brushRef="#br0" timeOffset="80969.97">10379 9275 0,'0'29'47,"29"1"-31,1-1-16,-1 30 16,1-59-16,-30 29 0,29-29 15,-29 30-15,29-1 0,30 30 16,-59-29-16,30-30 0,-30 29 0,29-29 0,-29 29 15,30-29-15,-1 30 0,-29-1 0,30-29 0,-1 0 0,-29 30 0,29-30 16,-29 29-16,30-29 0,-30 30 0,29-30 0,-29 29 0,30-29 0,-30 30 16,29-30-16,1 29 0,-30 0 15,29-29-15,1 30 16,-30-1-16,0 1 16,29-30-16,-29 29 15,29-29-15,-29 30 31,30-30-15,-30 29 0,0 1-16,29-30 15,-29 29 17,30-29 61,-30 29-77</inkml:trace>
  <inkml:trace contextRef="#ctx0" brushRef="#br0" timeOffset="-165733.78">12116 13279 0,'29'0'31,"-29"29"16,0 1-16,0-1-15,0 1-1,0-1 1,30 1-16,-30-1 15,0 1-15,0-1 16,0 0-16,0 1 16,0-1-16,0 1 15,0-1-15,29-29 0,-29 30 16,0-1 0,30 1-16,-30-1 15,29-29-15,-29 29 16,30-29-1</inkml:trace>
  <inkml:trace contextRef="#ctx0" brushRef="#br0" timeOffset="-165118.78">11998 12808 0,'0'29'47,"0"1"-16,30-30-31,-30 29 15,29-29 1,-29 30-16</inkml:trace>
  <inkml:trace contextRef="#ctx0" brushRef="#br0" timeOffset="-164204.78">12734 13662 0,'30'0'47,"-1"-30"-31,-29 60-16,0-60 0,0 60 0,30-60 15,-1 30-15,30 0 16,-30 0-16,1 0 15,29 0 1,-30 0-16,30 30 16,-30-30-16,1 0 0,58 0 15,-58 0-15,-1 0 16,1 0 0</inkml:trace>
  <inkml:trace contextRef="#ctx0" brushRef="#br0" timeOffset="-163768.75">13117 13279 0,'0'29'16,"0"1"-16,0-1 16,0 1-16,-29-30 0,29 29 15,0 1-15,0 29 16,0-30-16,0 0 0,0 1 0,-30 58 16,30-58-16,0-1 15,0 30-15,0 29 31,0-58-31,0-1 16,0 1 0</inkml:trace>
  <inkml:trace contextRef="#ctx0" brushRef="#br0" timeOffset="-163352.78">13529 13691 0,'30'0'16,"-1"0"-1,1 0 1,-30 30-16,29-30 0,59 0 15,-58 29-15,-1-29 0,60 0 16,-60 0-16,0 0 0,1 0 0,-1 0 0,30 0 16,-59 30-16,30-30 0,-1 0 0,1 0 0,-1 0 15,0 0-15,30 0 16,-29 0-16,-60 0 62</inkml:trace>
  <inkml:trace contextRef="#ctx0" brushRef="#br0" timeOffset="-162990.75">13971 13308 0,'0'30'0,"-30"29"16,1 29-1,29-58-15,0-1 0,-29 89 16,29-30-16,-30 0 15,30-58 1,0 29-16,-29-30 16,29 1-16,0-1 0,0 1 15,0-1 1</inkml:trace>
  <inkml:trace contextRef="#ctx0" brushRef="#br0" timeOffset="-162564.78">14619 13515 0,'29'0'32,"1"0"46,-30 29-78</inkml:trace>
  <inkml:trace contextRef="#ctx0" brushRef="#br0" timeOffset="-162082.78">14795 13868 0,'0'29'31,"-29"-29"-15,29 30-16,0-1 16,-30-29-1,30 30-15,-29-1 16,0 1-1,-30 28 1,29-28 0,1-1-1,-1 1-15,1-30 16,-1 0-16,30 29 31</inkml:trace>
  <inkml:trace contextRef="#ctx0" brushRef="#br0" timeOffset="-161168.72">12234 14869 0,'0'29'0,"-30"-29"16,30 30-16,0-1 15,-29-29-15,29 30 16,0-1-16,0 1 16,-30-1-1,30 1-15,0-1 16,0 0-16,0 1 0,0 29 16,0-30-16,30 30 15,-30-29-15,0-1 16,0 0-1,29-29-15</inkml:trace>
  <inkml:trace contextRef="#ctx0" brushRef="#br0" timeOffset="-160657.78">12175 14398 0,'0'29'32,"29"-29"-17,-29 30 1,30-30-1,-30 29 48</inkml:trace>
  <inkml:trace contextRef="#ctx0" brushRef="#br0" timeOffset="-159927.75">12970 15340 0,'29'0'32,"-29"-29"-17,30 29 1,29 0-16,29 0 15,-59 0-15,60 0 16,-60 0-16,1 0 0,-1 0 16,0 0-16,1 0 0,29 0 0,59 29 15,-89-29-15,0 0 16,1 0-16,-1 0 0,30 30 0,-29-30 16,29 0-16,-30 0 15,-58 0 48</inkml:trace>
  <inkml:trace contextRef="#ctx0" brushRef="#br0" timeOffset="-159474.72">13559 14928 0,'0'59'16,"0"-30"-16,0 1 0,0 29 16,0-30-16,29-29 0,-29 29 0,0 1 15,0 29 1,0-30-16,0 1 0,30-30 0,-30 29 0,0 30 15,0-30-15,29 30 16,-29-29-16,0-1 16,0 1-16,0-1 15,0 1 1</inkml:trace>
  <inkml:trace contextRef="#ctx0" brushRef="#br0" timeOffset="-158960.75">14177 15193 0,'29'0'62,"1"0"-46,-1 0-1,1 0-15,-1 0 16,1 0-16,-1 0 16,30 0-16,-30 0 15,30 29 1,-29-29-16,-1 0 0,1 0 0,-1 0 16,-29 30-1</inkml:trace>
  <inkml:trace contextRef="#ctx0" brushRef="#br0" timeOffset="-158480.78">14295 15517 0,'29'0'47,"1"0"-31,-1 0-1,1 0-15,-1 0 0,30 29 16,-30-29-16,30 0 15,-29 0-15,-1 0 0,1 30 16,-1-30 15</inkml:trace>
  <inkml:trace contextRef="#ctx0" brushRef="#br0" timeOffset="-157660.78">15355 14898 0,'0'30'16,"0"-1"-1,0 1-15,0-1 0,0 60 16,0-60-16,0 0 16,0 1-16,0-1 0,0 60 15,0-60-15,0 1 16,0-1-16,0 30 16,0-30-16,0 1 0,0-1 15,0 1-15,0-1 0,0 1 16</inkml:trace>
  <inkml:trace contextRef="#ctx0" brushRef="#br0" timeOffset="-157242.78">15914 15340 0,'30'0'109,"-30"30"-93</inkml:trace>
  <inkml:trace contextRef="#ctx0" brushRef="#br0" timeOffset="-156812.72">16091 15635 0,'0'29'47,"0"0"-31,-30 1-1,1-30-15,29 29 16,-30 1-16,1-30 16,0 29-1,-1 1-15,1-30 16,-1 0-16,30 29 0,-29-29 16,-30 0-1,29 0-15,1 0 0,-30 0 16,30 0-16,-1 0 0,-29 0 15,30 0-15,-1 0 16,-28 0-16,28 0 16</inkml:trace>
  <inkml:trace contextRef="#ctx0" brushRef="#br0" timeOffset="-155530.72">15826 13956 0,'0'30'15,"0"-1"1,0 1 0,0-1-1,0 0-15,0 1 0,0-1 16,0 30-16,0-29 15,0 29 1,29-30-16,-29 0 0,0 1 16,0-1-16,0 1 31</inkml:trace>
  <inkml:trace contextRef="#ctx0" brushRef="#br0" timeOffset="-155196.78">15855 13662 0,'0'29'32,"30"-29"14</inkml:trace>
  <inkml:trace contextRef="#ctx0" brushRef="#br0" timeOffset="-154652.78">16150 14251 0,'29'0'32,"1"0"-17,-1 0 1,0 0-16,1 0 16,-1 0-16,1 0 0,-1 0 15,30 0 1,-29 0-16,-1 0 47,-29 29-32,29-29 17</inkml:trace>
  <inkml:trace contextRef="#ctx0" brushRef="#br0" timeOffset="-154253.78">16120 14457 0,'30'0'16,"-1"0"0,1 0-16,-1 0 15,30 0 1,-30 0-16,-29 29 0,30-29 0,-1 0 0,30 0 15,-29 0-15,-1 0 0,0 30 16</inkml:trace>
  <inkml:trace contextRef="#ctx0" brushRef="#br0" timeOffset="-153803.78">16768 14251 0,'0'29'31,"29"-29"-15,-29 30-16,0-1 16,0 0-16,0 1 0,0 29 15,0-30-15,0 1 16,0-1-16,0 1 16,0-1-16,0 0 15,0 1 1,0-1-16,30-29 15,-30 30-15</inkml:trace>
  <inkml:trace contextRef="#ctx0" brushRef="#br0" timeOffset="-153470.75">16768 14015 0,'29'0'47,"1"0"-15,-30 30-17,29-30 16</inkml:trace>
  <inkml:trace contextRef="#ctx0" brushRef="#br0" timeOffset="-152973.58">17239 14575 0,'30'0'47,"-1"0"-31,0 0-1,30 0 1,-29 0-16,-1 0 0,60 0 16,-1 29-1,-29-29 1,-30 0-16,1 0 0,-1 0 16</inkml:trace>
  <inkml:trace contextRef="#ctx0" brushRef="#br0" timeOffset="-152603.75">17592 14427 0,'-29'0'0,"29"30"16,0-1-1,0 1-15,0-1 16,0 1-16,0-1 0,0 0 16,0 1-16,0-1 15,0 1 1,0-1-16,0 1 31,29-30-15</inkml:trace>
  <inkml:trace contextRef="#ctx0" brushRef="#br0" timeOffset="-151919.75">18181 14427 0,'-29'0'0,"29"30"15,0-1-15,-30-29 16,30 59-16,-29 0 16,29-30-16,0 30 15,0-29-15,0-1 16,0 1-1,0-1-15</inkml:trace>
  <inkml:trace contextRef="#ctx0" brushRef="#br0" timeOffset="-151521.75">18623 14457 0,'29'0'47</inkml:trace>
  <inkml:trace contextRef="#ctx0" brushRef="#br0" timeOffset="-151139.75">18564 14663 0,'30'29'16,"-30"1"15,29-30-15,-29 29-16,0 1 15,-29-1 1,29 1-1,0-1-15,-30-29 16,30 29-16,-29-29 16,-1 0-16,1 0 15,-30 0 1,29 0-16,1 0 0,0 0 0,-30 0 16,29 0-16,1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43:49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10791 9451 0,'-29'0'157,"29"30"-157,-30-30 15,30 29 1,-29-29 0,29 30-16,-30-30 15,1 0 1,29 29-16,-30-29 15,30 30-15,-29-30 0,-1 29 16,1-29-16,0 29 16,-1-29-16,30 30 15,-29-30-15,-1 0 0,60 0 110,-1 0-110,1 0 15,28 0 1,-28 0-16,-1 0 16,1 0-16,-1 0 15,1 29-15,-1-29 16,1 30-1,-1-30-15,0 0 16,1 0 0,-30 29-1,29-29 1,-29 30-16,0-1 16,30-29-1,-30 30-15,0-1 16,29-29-16,-29 29 15,0 1 1,0-1 0,0 1 31,0-1-32,-29-29 1,29 30-1,-30-30-15,30 29 16,-29-29-16,-1 0 16,30 30-16,-29-30 0,0 29 15,-1-29 1,1 29-16,-1-29 16,1 0-1,-1 0 1,1 0-1,-1 0 1,1 0 0,0 0-16,-1-29 15,1 29-15,-1 0 16,1 0-16</inkml:trace>
  <inkml:trace contextRef="#ctx0" brushRef="#br0" timeOffset="1428.97">10614 9481 0,'30'0'47,"-1"0"-16,1 0 0,-1 0-15,1 0-16,-1 0 0,0 0 15,1 0 1,29 0-16,-30-30 16,1 30-16,29 0 15,-30 0-15,0 0 16,1 0-16,-1 0 31,-29-29 94</inkml:trace>
  <inkml:trace contextRef="#ctx0" brushRef="#br0" timeOffset="27167.97">11262 10570 0,'0'30'63,"0"-1"-48,0 1 1,0-1-16,-29-29 0,29 59 16,0 0-1,-30-59-15,30 29 0,0 30 16,0 0 0,-29 0-1,29-30 1,0 1-16,-30-30 47,60 0-16,-30-30-15,0 1-16,29-1 15,1 30-15,-30-29 0,0 0 0,58-30 16,-58 29-1,59 1-15,-59-1 16,30 30-16,29-59 16,-30 59-16,30-29 15,-30 29-15,30-29 16,-29 29 46,-1 0-46</inkml:trace>
  <inkml:trace contextRef="#ctx0" brushRef="#br0" timeOffset="28030.98">11969 10717 0,'-59'30'16,"118"-60"-16,-148 60 0,30-1 15,30-29-15,0 0 0,-1 30 16,1-30-16,-1 0 0,30 29 16,-29 1-16,29-1 15,0 1 1,0-1-16,0 0 0,0 1 16,0-1-1,29 1 1,1-30-1,-30 29 1,29-29-16,1 0 0,-1 0 16,-29-29-16,29 29 0,1 0 15,-1 0-15,1-59 16,-1 59-16,-29-30 16,59 1-16,-29 0 15,-30-1-15,29 30 0,0-59 16,-29 30-16,0-1 15,0 60 48,0-1-47,0 1-16,-29-1 15,29 1-15,0-1 0,0 30 16,0-30-1,0 30 1,0-29-16,29-1 16,-29 1-16,0-1 15,30-29 1,-1 0 31,1 0-32,-1 0 1</inkml:trace>
  <inkml:trace contextRef="#ctx0" brushRef="#br0" timeOffset="28483.97">12616 10570 0,'-29'0'16,"29"30"-16,-29-1 16,29 1-16,0-1 0,-30 30 15,30-30-15,0 1 0,-29 29 16,29-30-16,0 1 16,-30 28-16,30-28 15,0-1-15,0 1 16,-29-1-16,29 1 0,0-1 15,0 1-15,0-1 16,0 0-16,29-29 63</inkml:trace>
  <inkml:trace contextRef="#ctx0" brushRef="#br0" timeOffset="28874.97">12234 10776 0,'29'0'16,"-29"30"-16,88-30 16,-29 29-1,-29-29-15,-30 30 0,29-30 16,60 29-16,-60-29 15,-29 30-15,29-30 0,1 0 0,-1 29 16,60 0-16,-60-29 0,1 0 16,-1 30-1,0-30-15</inkml:trace>
  <inkml:trace contextRef="#ctx0" brushRef="#br0" timeOffset="29244.97">13029 11012 0,'0'29'16,"0"1"-16,-30-1 16,30 1-1,0-1-15,0 1 16,0-1-1,-29 0-15,29 1 16,0-60 78</inkml:trace>
  <inkml:trace contextRef="#ctx0" brushRef="#br0" timeOffset="29604.98">13058 10717 0,'0'30'15,"0"-1"-15,30-29 16,-1 30-1,-29-1 17</inkml:trace>
  <inkml:trace contextRef="#ctx0" brushRef="#br0" timeOffset="30420.97">13323 10953 0,'0'29'0,"0"1"16,0-1 0,-29 1-16,29-1 15,-30 1 1,30-1-16,-29 30 15,-1-59-15,30 59 16,0-30 0,0 1-1,-29-30 1,29-30 78,29 30-79,-29-29-15,30 29 16,-30-30-16,29 30 0,1-58 16,-1 58-16,-29-30 0,30 30 15,28-59 1,-28 59-16,-1 0 15,1 0-15,-1-29 0,1 29 16,-1 0-16,1 0 16,-1 0-16,0 29 15,1-29 1,-30 30 0,0-1-16,29-29 15,-29 30-15,0-1 0,0 0 16,30-29-16,-30 30 15,0-1 1,0 1-16,0-1 16,0 1-1,0-1 1,-30-29-16,30 30 78,30-30-78</inkml:trace>
  <inkml:trace contextRef="#ctx0" brushRef="#br0" timeOffset="31953.97">14413 11159 0,'0'-29'16,"0"58"-16,-30-58 31,30-1 16,-29 30-31,-1 0-16,1 0 15,-1 0 1,1 0-1,-1 0-15,1 0 0,0 0 16,-1 0-16,-29 30 16,30-30-16,-30 29 15,59 1-15,-30-30 16,1 58-16,0-58 16,29 30-16,0-1 0,0 1 15,-30-30 1,30 29-16,0 1 15,30-30-15,-1 0 63,0 0-63,1 0 16,-1 0-1,1 0-15,-30 29 0,29-29 0,1 0 0,-1 0 16,1-29-16,-1 29 15,30 0-15,-59-30 16,59 1-16,-30 29 16,1-30-1,-30 1-15,29 29 16,-29-30 0,0 1-1,0 58 95,0 1-95,30-30-15,-30 29 0,0 1 16,0-1-16,0 1 15,0-1-15,0 30 16,0-30 0,0 1-16,29 29 15,-29-30-15,0 1 16,0-1-16,0 1 0,0-1 16,0 0-16,0 1 15,0-1 1,0 1-16,0-1 15,0 1-15,-29-30 0,29 29 16,0 1 0,-30-30-16,30 29 0,-29 0 15,29 1 1,-30-30 15,1 29-15,-1-29-1,1 0 1,-1 0 0,1 0 15,0-29-31,-1 29 16,30-30-16,-59 1 15,0-30-15,30 59 16,-30-59-16,0 30 15,30 29-15,29-30 0,-30 30 16,30-29-16,-29 29 16</inkml:trace>
  <inkml:trace contextRef="#ctx0" brushRef="#br0" timeOffset="47845.97">14766 11483 0,'29'0'78,"1"0"-16,-1 0-46,1 0-1,-1 0 1,1 29 0,-1-29-1,0 0 1,-29 30-16,30-30 16,-1 0-1,1 0 1,-1 0-1,-29 29 1,30-29-16</inkml:trace>
  <inkml:trace contextRef="#ctx0" brushRef="#br0" timeOffset="48653.97">15855 11218 0,'0'29'46,"-29"1"-46,29-1 16,-30 1-16,30-1 0,0 1 16,0-1-16,-29 30 15,29-30-15,-30 1 0,30-1 0,0 30 16,-29 0-16,29-29 16,0-1-16,0 0 0,0 1 15,0-1-15,-29-29 16</inkml:trace>
  <inkml:trace contextRef="#ctx0" brushRef="#br0" timeOffset="79583.97">12057 9510 0,'0'-29'0,"29"29"31,1 0 47,-30 29-62,29-29-1,1 0-15,-30 30 16,59-30-16,-59 29 16,29 1-16,1-30 15,-1 0-15,-29 29 16,29-29-16,-29 29 0,0 1 16,0-1-1,0 1 16,0-1-15,-29-29 0,29 30-16,-29-30 15,-1 29 1,1-29-16,29 30 0,-59-30 16,59 29-16,-30-29 0,1 0 0,-30 29 15,30-29 1,-1 30-16,1-30 15,-1 0 1,1 0 15,58 0 94,1 0-109,-1 0-16,-29 29 0,30-29 16,-1 0-16,30 0 15,-30 0-15,1 0 16,-1 0-16,1 0 15,-1 30-15,1-30 16,-1 29-16,0-29 31,-29 30 1,30-30-17,-30 29-15,0 1 31,0-1-15,0 0 0,0 1-1,-30-30 1,30 29 0,-29-29-1,0 30 1,-1-1-1,1-29 1,-1 30-16,1-30 16,-1 0-16,1 29 15,-1-29 1</inkml:trace>
  <inkml:trace contextRef="#ctx0" brushRef="#br0" timeOffset="80969.97">10379 9275 0,'0'29'47,"29"1"-31,1-1-16,-1 30 16,1-59-16,-30 29 0,29-29 15,-29 30-15,29-1 0,30 30 16,-59-29-16,30-30 0,-30 29 0,29-29 0,-29 29 15,30-29-15,-1 30 0,-29-1 0,30-29 0,-1 0 0,-29 30 0,29-30 16,-29 29-16,30-29 0,-30 30 0,29-30 0,-29 29 0,30-29 0,-30 30 16,29-30-16,1 29 0,-30 0 15,29-29-15,1 30 16,-30-1-16,0 1 16,29-30-16,-29 29 15,29-29-15,-29 30 31,30-30-15,-30 29 0,0 1-16,29-30 15,-29 29 17,30-29 61,-30 29-77</inkml:trace>
  <inkml:trace contextRef="#ctx0" brushRef="#br0" timeOffset="-165733.78">12116 13279 0,'29'0'31,"-29"29"16,0 1-16,0-1-15,0 1-1,0-1 1,30 1-16,-30-1 15,0 1-15,0-1 16,0 0-16,0 1 16,0-1-16,0 1 15,0-1-15,29-29 0,-29 30 16,0-1 0,30 1-16,-30-1 15,29-29-15,-29 29 16,30-29-1</inkml:trace>
  <inkml:trace contextRef="#ctx0" brushRef="#br0" timeOffset="-165118.78">11998 12808 0,'0'29'47,"0"1"-16,30-30-31,-30 29 15,29-29 1,-29 30-16</inkml:trace>
  <inkml:trace contextRef="#ctx0" brushRef="#br0" timeOffset="-164204.78">12734 13662 0,'30'0'47,"-1"-30"-31,-29 60-16,0-60 0,0 60 0,30-60 15,-1 30-15,30 0 16,-30 0-16,1 0 15,29 0 1,-30 0-16,30 30 16,-30-30-16,1 0 0,58 0 15,-58 0-15,-1 0 16,1 0 0</inkml:trace>
  <inkml:trace contextRef="#ctx0" brushRef="#br0" timeOffset="-163768.75">13117 13279 0,'0'29'16,"0"1"-16,0-1 16,0 1-16,-29-30 0,29 29 15,0 1-15,0 29 16,0-30-16,0 0 0,0 1 0,-30 58 16,30-58-16,0-1 15,0 30-15,0 29 31,0-58-31,0-1 16,0 1 0</inkml:trace>
  <inkml:trace contextRef="#ctx0" brushRef="#br0" timeOffset="-163352.78">13529 13691 0,'30'0'16,"-1"0"-1,1 0 1,-30 30-16,29-30 0,59 0 15,-58 29-15,-1-29 0,60 0 16,-60 0-16,0 0 0,1 0 0,-1 0 0,30 0 16,-59 30-16,30-30 0,-1 0 0,1 0 0,-1 0 15,0 0-15,30 0 16,-29 0-16,-60 0 62</inkml:trace>
  <inkml:trace contextRef="#ctx0" brushRef="#br0" timeOffset="-162990.75">13971 13308 0,'0'30'0,"-30"29"16,1 29-1,29-58-15,0-1 0,-29 89 16,29-30-16,-30 0 15,30-58 1,0 29-16,-29-30 16,29 1-16,0-1 0,0 1 15,0-1 1</inkml:trace>
  <inkml:trace contextRef="#ctx0" brushRef="#br0" timeOffset="-162564.78">14619 13515 0,'29'0'32,"1"0"46,-30 29-78</inkml:trace>
  <inkml:trace contextRef="#ctx0" brushRef="#br0" timeOffset="-162082.78">14795 13868 0,'0'29'31,"-29"-29"-15,29 30-16,0-1 16,-30-29-1,30 30-15,-29-1 16,0 1-1,-30 28 1,29-28 0,1-1-1,-1 1-15,1-30 16,-1 0-16,30 29 31</inkml:trace>
  <inkml:trace contextRef="#ctx0" brushRef="#br0" timeOffset="-161168.72">12234 14869 0,'0'29'0,"-30"-29"16,30 30-16,0-1 15,-29-29-15,29 30 16,0-1-16,0 1 16,-30-1-1,30 1-15,0-1 16,0 0-16,0 1 0,0 29 16,0-30-16,30 30 15,-30-29-15,0-1 16,0 0-1,29-29-15</inkml:trace>
  <inkml:trace contextRef="#ctx0" brushRef="#br0" timeOffset="-160657.78">12175 14398 0,'0'29'32,"29"-29"-17,-29 30 1,30-30-1,-30 29 48</inkml:trace>
  <inkml:trace contextRef="#ctx0" brushRef="#br0" timeOffset="-159927.75">12970 15340 0,'29'0'32,"-29"-29"-17,30 29 1,29 0-16,29 0 15,-59 0-15,60 0 16,-60 0-16,1 0 0,-1 0 16,0 0-16,1 0 0,29 0 0,59 29 15,-89-29-15,0 0 16,1 0-16,-1 0 0,30 30 0,-29-30 16,29 0-16,-30 0 15,-58 0 48</inkml:trace>
  <inkml:trace contextRef="#ctx0" brushRef="#br0" timeOffset="-159474.72">13559 14928 0,'0'59'16,"0"-30"-16,0 1 0,0 29 16,0-30-16,29-29 0,-29 29 0,0 1 15,0 29 1,0-30-16,0 1 0,30-30 0,-30 29 0,0 30 15,0-30-15,29 30 16,-29-29-16,0-1 16,0 1-16,0-1 15,0 1 1</inkml:trace>
  <inkml:trace contextRef="#ctx0" brushRef="#br0" timeOffset="-158960.75">14177 15193 0,'29'0'62,"1"0"-46,-1 0-1,1 0-15,-1 0 16,1 0-16,-1 0 16,30 0-16,-30 0 15,30 29 1,-29-29-16,-1 0 0,1 0 0,-1 0 16,-29 30-1</inkml:trace>
  <inkml:trace contextRef="#ctx0" brushRef="#br0" timeOffset="-158480.78">14295 15517 0,'29'0'47,"1"0"-31,-1 0-1,1 0-15,-1 0 0,30 29 16,-30-29-16,30 0 15,-29 0-15,-1 0 0,1 30 16,-1-30 15</inkml:trace>
  <inkml:trace contextRef="#ctx0" brushRef="#br0" timeOffset="-157660.78">15355 14898 0,'0'30'16,"0"-1"-1,0 1-15,0-1 0,0 60 16,0-60-16,0 0 16,0 1-16,0-1 0,0 60 15,0-60-15,0 1 16,0-1-16,0 30 16,0-30-16,0 1 0,0-1 15,0 1-15,0-1 0,0 1 16</inkml:trace>
  <inkml:trace contextRef="#ctx0" brushRef="#br0" timeOffset="-157242.78">15914 15340 0,'30'0'109,"-30"30"-93</inkml:trace>
  <inkml:trace contextRef="#ctx0" brushRef="#br0" timeOffset="-156812.72">16091 15635 0,'0'29'47,"0"0"-31,-30 1-1,1-30-15,29 29 16,-30 1-16,1-30 16,0 29-1,-1 1-15,1-30 16,-1 0-16,30 29 0,-29-29 16,-30 0-1,29 0-15,1 0 0,-30 0 16,30 0-16,-1 0 0,-29 0 15,30 0-15,-1 0 16,-28 0-16,28 0 16</inkml:trace>
  <inkml:trace contextRef="#ctx0" brushRef="#br0" timeOffset="-155530.72">15826 13956 0,'0'30'15,"0"-1"1,0 1 0,0-1-1,0 0-15,0 1 0,0-1 16,0 30-16,0-29 15,0 29 1,29-30-16,-29 0 0,0 1 16,0-1-16,0 1 31</inkml:trace>
  <inkml:trace contextRef="#ctx0" brushRef="#br0" timeOffset="-155196.78">15855 13662 0,'0'29'32,"30"-29"14</inkml:trace>
  <inkml:trace contextRef="#ctx0" brushRef="#br0" timeOffset="-154652.78">16150 14251 0,'29'0'32,"1"0"-17,-1 0 1,0 0-16,1 0 16,-1 0-16,1 0 0,-1 0 15,30 0 1,-29 0-16,-1 0 47,-29 29-32,29-29 17</inkml:trace>
  <inkml:trace contextRef="#ctx0" brushRef="#br0" timeOffset="-154253.78">16120 14457 0,'30'0'16,"-1"0"0,1 0-16,-1 0 15,30 0 1,-30 0-16,-29 29 0,30-29 0,-1 0 0,30 0 15,-29 0-15,-1 0 0,0 30 16</inkml:trace>
  <inkml:trace contextRef="#ctx0" brushRef="#br0" timeOffset="-153803.78">16768 14251 0,'0'29'31,"29"-29"-15,-29 30-16,0-1 16,0 0-16,0 1 0,0 29 15,0-30-15,0 1 16,0-1-16,0 1 16,0-1-16,0 0 15,0 1 1,0-1-16,30-29 15,-30 30-15</inkml:trace>
  <inkml:trace contextRef="#ctx0" brushRef="#br0" timeOffset="-153470.75">16768 14015 0,'29'0'47,"1"0"-15,-30 30-17,29-30 16</inkml:trace>
  <inkml:trace contextRef="#ctx0" brushRef="#br0" timeOffset="-152973.58">17239 14575 0,'30'0'47,"-1"0"-31,0 0-1,30 0 1,-29 0-16,-1 0 0,60 0 16,-1 29-1,-29-29 1,-30 0-16,1 0 0,-1 0 16</inkml:trace>
  <inkml:trace contextRef="#ctx0" brushRef="#br0" timeOffset="-152603.75">17592 14427 0,'-29'0'0,"29"30"16,0-1-1,0 1-15,0-1 16,0 1-16,0-1 0,0 0 16,0 1-16,0-1 15,0 1 1,0-1-16,0 1 31,29-30-15</inkml:trace>
  <inkml:trace contextRef="#ctx0" brushRef="#br0" timeOffset="-151919.75">18181 14427 0,'-29'0'0,"29"30"15,0-1-15,-30-29 16,30 59-16,-29 0 16,29-30-16,0 30 15,0-29-15,0-1 16,0 1-1,0-1-15</inkml:trace>
  <inkml:trace contextRef="#ctx0" brushRef="#br0" timeOffset="-151521.75">18623 14457 0,'29'0'47</inkml:trace>
  <inkml:trace contextRef="#ctx0" brushRef="#br0" timeOffset="-151139.75">18564 14663 0,'30'29'16,"-30"1"15,29-30-15,-29 29-16,0 1 15,-29-1 1,29 1-1,0-1-15,-30-29 16,30 29-16,-29-29 16,-1 0-16,1 0 15,-30 0 1,29 0-16,1 0 0,0 0 0,-30 0 16,29 0-16,1 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55:55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11056 16194 0,'0'-29'109,"29"29"-93,-29-30-16,30 30 15,-1-29 1,-29-1-16,30 30 16,-30-29-16,29-1 15,1 1 1,-30-1 15,29 30 79,0 0-95,-29 30-15,30-30 0,-1 0 16,1 59-1,-1-59-15,-29 29 0,30 1 0,-1-1 16,-29 1-16,30-1 16,-30 0-16,29-29 0,-29 30 15,29-30 1</inkml:trace>
  <inkml:trace contextRef="#ctx0" brushRef="#br0" timeOffset="604.99">11233 16518 0,'0'0'0,"0"29"16,0 1 46,-30-30-62,30 29 16,-29-29-1,-1 30-15,1-30 32,29 29-17,-30-29-15,1 0 16</inkml:trace>
  <inkml:trace contextRef="#ctx0" brushRef="#br0" timeOffset="1599.99">12028 16312 0,'-30'0'0,"1"0"31,-1 0-15,1 29-1,-1-29 1,30 30-16,-29-30 0,29 29 16,-30 1-16,30-1 15,-29-29-15,29 29 0,0 1 16,-29 29 0,-1-59-16,30 29 0,0 1 15,0-1-15,0 1 16,0-1-16,0 0 15,0 1-15,0-1 16,30-29-16,-30 30 16,29-30-1,0 0 1,1 0 0,-1 0-1,1 0-15,-30-30 16,29 30-1,-29-29 1,-29 29 62,-1 0-62,1 0-16,-1 0 15,1 0 1,0 0 0,-1 0-16,1 0 0</inkml:trace>
  <inkml:trace contextRef="#ctx0" brushRef="#br0" timeOffset="2115.98">12351 16871 0,'30'0'0,"-30"30"16,-30-30-1,30 29 1,0 1-16,-29-30 16,29 29-1,-29-29 1,-1 29 0,1-29-1,29 30 1</inkml:trace>
  <inkml:trace contextRef="#ctx0" brushRef="#br0" timeOffset="3308.99">12823 16430 0,'29'0'62,"-29"29"-46,29-29-16,1 0 15,-1 0 1,1 0 0,-1-29-16,1 29 15,-1 0 1,1 0-16,-1 0 0,30 0 16,-59-30-16,29 30 0,1 0 0,-1 0 15,1 0 1,-60 0 93,30 30-93,-29-30-1,29 29 1,-30-29 0,30 29-1,-29-29-15,29 30 16,-30-1-16,1-29 16,29 59-16,-29-59 15,29 30-15,0-1 0,-30 1 16,1-30-16,29 29 15,0 0-15,-30-29 0,1 59 16,29-29 0,-30-1-1,30 1-15,-29-30 16,29 29-16</inkml:trace>
  <inkml:trace contextRef="#ctx0" brushRef="#br0" timeOffset="4561.99">12528 16047 0,'30'0'47,"-30"29"-32,29-29-15,0 0 32,1 30-32,-1-30 15,1 0-15,-30 29 0,29-29 16,1 0-16,-30 30 0,59-1 15,-30-29-15,-29 29 0,29-29 0,-29 30 0,30-30 0,-30 29 16,29-29-16,-29 30 0,30-30 0,-1 29 0,-29 1 16,30-30-16,-30 29 0,29 1 0,-29-1 0,30-29 15,-30 29-15,58 30 16,-58-29-16,30-1 0,-1 1 0,1 29 16,-1-59-16,-29 29 0,30-29 15,-30 29-15,59 30 16,-59-29-16,29-30 0,-29 29 0,29-29 0,-29 30 0,30-1 15,-1 1 1,-29-1-16,30-29 0,-30 29 0,29-29 0,1 30 16,-30-1-1,29-29 1,-29 30 62,-29-30-31</inkml:trace>
  <inkml:trace contextRef="#ctx0" brushRef="#br0" timeOffset="5245.99">13470 16223 0,'0'30'32,"-29"-30"-17,29 29 17,-30-29-17,1 30 1,0-30-16,-30 29 15,59 1-15,-30-30 0,1 0 16,-60 59 0,60-30-16,0-29 0,-1 29 0,1 1 0,-1-30 15,30 29-15,-118 30 16,89-29-16,29-1 0,-29-29 0,-1 0 0,30 30 0,-29-30 16,29 29-16,-59 0 15,59 1-15,-30-30 0,30 29 16,0 1-16,-29-30 15,29 29 1</inkml:trace>
  <inkml:trace contextRef="#ctx0" brushRef="#br0" timeOffset="11296.13">9849 10335 0,'0'29'78,"-30"-29"-62,30 30 0,0-1-1,-29-29 1,29 29-1,-30-29-15,30 30 16,-29-30-16,0 0 16,-1 29-1,1-29 1,-1 30 0,1-30-16,-1 0 15,1 0 1,29 29-1,-30-29-15,1 0 16</inkml:trace>
  <inkml:trace contextRef="#ctx0" brushRef="#br0" timeOffset="12754.99">10320 10364 0,'0'30'16,"-30"-30"0,1 0-16,0 0 0,29 29 15,-30-29-15,1 29 16,-1-29-1,30 30 1,-29-30 0,29 29-16,0 1 15,-30-1 1,30 1-16,-29-30 16,29 29-16,0 1 15,0-1 1,29-29-16,-29 29 15,30-29 1,-30 30 15,29-30-15,-29 29-16,30 1 16,-1-30-16,-29 29 15,30-29-15,-1 0 31,-29 30-15,29-30 0,1 0 15,-1 0-15,1-30-1,-1 30 1,-29-29-16,30 29 15,-30-30 1,29 1-16,1 29 0,-30-30 16,0 1-1,0 0-15,0-1 16,0 1 15,-30 29 0,30-30-31,0 1 16,-29 29 0,-1 0 15,1-30-15,-1 30-16,30-29 15,-29 29-15,-1 0 47,30-30-31,-29 30 15,0 0 0,-1 0 47,30-29-62,0 58 62</inkml:trace>
  <inkml:trace contextRef="#ctx0" brushRef="#br0" timeOffset="15150.99">10644 10423 0,'-30'0'31,"1"29"-15,-1-29-1,-28 30-15,58-1 16,-30-29-16,1 0 0,-60 59 15,60-29-15,-59-1 16,58-29-16,30 30 0,-29-30 0,-1 0 0,30 29 16,-59-29-16,30 0 0,-1 29 0,-28 1 15,28-30-15,1 0 16,-1 29 0,1-29-1,29 30-15,-30-30 31,30 29-15,-29-29 0</inkml:trace>
  <inkml:trace contextRef="#ctx0" brushRef="#br0" timeOffset="15858.99">10084 10217 0,'0'29'31,"59"1"-15,-29-1-16,29 30 15,-30-59-15,-29 30 0,29-30 0,-29 29 16,89 59-16,-30-29 15,-30 30 1,1-31 0,-1-58-1,-29 30 1,0-1 0,29-29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55:55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11056 16194 0,'0'-29'109,"29"29"-93,-29-30-16,30 30 15,-1-29 1,-29-1-16,30 30 16,-30-29-16,29-1 15,1 1 1,-30-1 15,29 30 79,0 0-95,-29 30-15,30-30 0,-1 0 16,1 59-1,-1-59-15,-29 29 0,30 1 0,-1-1 16,-29 1-16,30-1 16,-30 0-16,29-29 0,-29 30 15,29-30 1</inkml:trace>
  <inkml:trace contextRef="#ctx0" brushRef="#br0" timeOffset="604.99">11233 16518 0,'0'0'0,"0"29"16,0 1 46,-30-30-62,30 29 16,-29-29-1,-1 30-15,1-30 32,29 29-17,-30-29-15,1 0 16</inkml:trace>
  <inkml:trace contextRef="#ctx0" brushRef="#br0" timeOffset="1599.99">12028 16312 0,'-30'0'0,"1"0"31,-1 0-15,1 29-1,-1-29 1,30 30-16,-29-30 0,29 29 16,-30 1-16,30-1 15,-29-29-15,29 29 0,0 1 16,-29 29 0,-1-59-16,30 29 0,0 1 15,0-1-15,0 1 16,0-1-16,0 0 15,0 1-15,0-1 16,30-29-16,-30 30 16,29-30-1,0 0 1,1 0 0,-1 0-1,1 0-15,-30-30 16,29 30-1,-29-29 1,-29 29 62,-1 0-62,1 0-16,-1 0 15,1 0 1,0 0 0,-1 0-16,1 0 0</inkml:trace>
  <inkml:trace contextRef="#ctx0" brushRef="#br0" timeOffset="2115.98">12351 16871 0,'30'0'0,"-30"30"16,-30-30-1,30 29 1,0 1-16,-29-30 16,29 29-1,-29-29 1,-1 29 0,1-29-1,29 30 1</inkml:trace>
  <inkml:trace contextRef="#ctx0" brushRef="#br0" timeOffset="3308.99">12823 16430 0,'29'0'62,"-29"29"-46,29-29-16,1 0 15,-1 0 1,1 0 0,-1-29-16,1 29 15,-1 0 1,1 0-16,-1 0 0,30 0 16,-59-30-16,29 30 0,1 0 0,-1 0 15,1 0 1,-60 0 93,30 30-93,-29-30-1,29 29 1,-30-29 0,30 29-1,-29-29-15,29 30 16,-30-1-16,1-29 16,29 59-16,-29-59 15,29 30-15,0-1 0,-30 1 16,1-30-16,29 29 15,0 0-15,-30-29 0,1 59 16,29-29 0,-30-1-1,30 1-15,-29-30 16,29 29-16</inkml:trace>
  <inkml:trace contextRef="#ctx0" brushRef="#br0" timeOffset="4561.99">12528 16047 0,'30'0'47,"-30"29"-32,29-29-15,0 0 32,1 30-32,-1-30 15,1 0-15,-30 29 0,29-29 16,1 0-16,-30 30 0,59-1 15,-30-29-15,-29 29 0,29-29 0,-29 30 0,30-30 0,-30 29 16,29-29-16,-29 30 0,30-30 0,-1 29 0,-29 1 16,30-30-16,-30 29 0,29 1 0,-29-1 0,30-29 15,-30 29-15,58 30 16,-58-29-16,30-1 0,-1 1 0,1 29 16,-1-59-16,-29 29 0,30-29 15,-30 29-15,59 30 16,-59-29-16,29-30 0,-29 29 0,29-29 0,-29 30 0,30-1 15,-1 1 1,-29-1-16,30-29 0,-30 29 0,29-29 0,1 30 16,-30-1-1,29-29 1,-29 30 62,-29-30-31</inkml:trace>
  <inkml:trace contextRef="#ctx0" brushRef="#br0" timeOffset="5245.99">13470 16223 0,'0'30'32,"-29"-30"-17,29 29 17,-30-29-17,1 30 1,0-30-16,-30 29 15,59 1-15,-30-30 0,1 0 16,-60 59 0,60-30-16,0-29 0,-1 29 0,1 1 0,-1-30 15,30 29-15,-118 30 16,89-29-16,29-1 0,-29-29 0,-1 0 0,30 30 0,-29-30 16,29 29-16,-59 0 15,59 1-15,-30-30 0,30 29 16,0 1-16,-29-30 15,29 29 1</inkml:trace>
  <inkml:trace contextRef="#ctx0" brushRef="#br0" timeOffset="11296.13">9849 10335 0,'0'29'78,"-30"-29"-62,30 30 0,0-1-1,-29-29 1,29 29-1,-30-29-15,30 30 16,-29-30-16,0 0 16,-1 29-1,1-29 1,-1 30 0,1-30-16,-1 0 15,1 0 1,29 29-1,-30-29-15,1 0 16</inkml:trace>
  <inkml:trace contextRef="#ctx0" brushRef="#br0" timeOffset="12754.99">10320 10364 0,'0'30'16,"-30"-30"0,1 0-16,0 0 0,29 29 15,-30-29-15,1 29 16,-1-29-1,30 30 1,-29-30 0,29 29-16,0 1 15,-30-1 1,30 1-16,-29-30 16,29 29-16,0 1 15,0-1 1,29-29-16,-29 29 15,30-29 1,-30 30 15,29-30-15,-29 29-16,30 1 16,-1-30-16,-29 29 15,30-29-15,-1 0 31,-29 30-15,29-30 0,1 0 15,-1 0-15,1-30-1,-1 30 1,-29-29-16,30 29 15,-30-30 1,29 1-16,1 29 0,-30-30 16,0 1-1,0 0-15,0-1 16,0 1 15,-30 29 0,30-30-31,0 1 16,-29 29 0,-1 0 15,1-30-15,-1 30-16,30-29 15,-29 29-15,-1 0 47,30-30-31,-29 30 15,0 0 0,-1 0 47,30-29-62,0 58 62</inkml:trace>
  <inkml:trace contextRef="#ctx0" brushRef="#br0" timeOffset="15150.99">10644 10423 0,'-30'0'31,"1"29"-15,-1-29-1,-28 30-15,58-1 16,-30-29-16,1 0 0,-60 59 15,60-29-15,-59-1 16,58-29-16,30 30 0,-29-30 0,-1 0 0,30 29 16,-59-29-16,30 0 0,-1 29 0,-28 1 15,28-30-15,1 0 16,-1 29 0,1-29-1,29 30-15,-30-30 31,30 29-15,-29-29 0</inkml:trace>
  <inkml:trace contextRef="#ctx0" brushRef="#br0" timeOffset="15858.99">10084 10217 0,'0'29'31,"59"1"-15,-29-1-16,29 30 15,-30-59-15,-29 30 0,29-30 0,-29 29 16,89 59-16,-30-29 15,-30 30 1,1-31 0,-1-58-1,-29 30 1,0-1 0,29-29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55:55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11056 16194 0,'0'-29'109,"29"29"-93,-29-30-16,30 30 15,-1-29 1,-29-1-16,30 30 16,-30-29-16,29-1 15,1 1 1,-30-1 15,29 30 79,0 0-95,-29 30-15,30-30 0,-1 0 16,1 59-1,-1-59-15,-29 29 0,30 1 0,-1-1 16,-29 1-16,30-1 16,-30 0-16,29-29 0,-29 30 15,29-30 1</inkml:trace>
  <inkml:trace contextRef="#ctx0" brushRef="#br0" timeOffset="604.99">11233 16518 0,'0'0'0,"0"29"16,0 1 46,-30-30-62,30 29 16,-29-29-1,-1 30-15,1-30 32,29 29-17,-30-29-15,1 0 16</inkml:trace>
  <inkml:trace contextRef="#ctx0" brushRef="#br0" timeOffset="1599.99">12028 16312 0,'-30'0'0,"1"0"31,-1 0-15,1 29-1,-1-29 1,30 30-16,-29-30 0,29 29 16,-30 1-16,30-1 15,-29-29-15,29 29 0,0 1 16,-29 29 0,-1-59-16,30 29 0,0 1 15,0-1-15,0 1 16,0-1-16,0 0 15,0 1-15,0-1 16,30-29-16,-30 30 16,29-30-1,0 0 1,1 0 0,-1 0-1,1 0-15,-30-30 16,29 30-1,-29-29 1,-29 29 62,-1 0-62,1 0-16,-1 0 15,1 0 1,0 0 0,-1 0-16,1 0 0</inkml:trace>
  <inkml:trace contextRef="#ctx0" brushRef="#br0" timeOffset="2115.98">12351 16871 0,'30'0'0,"-30"30"16,-30-30-1,30 29 1,0 1-16,-29-30 16,29 29-1,-29-29 1,-1 29 0,1-29-1,29 30 1</inkml:trace>
  <inkml:trace contextRef="#ctx0" brushRef="#br0" timeOffset="3308.99">12823 16430 0,'29'0'62,"-29"29"-46,29-29-16,1 0 15,-1 0 1,1 0 0,-1-29-16,1 29 15,-1 0 1,1 0-16,-1 0 0,30 0 16,-59-30-16,29 30 0,1 0 0,-1 0 15,1 0 1,-60 0 93,30 30-93,-29-30-1,29 29 1,-30-29 0,30 29-1,-29-29-15,29 30 16,-30-1-16,1-29 16,29 59-16,-29-59 15,29 30-15,0-1 0,-30 1 16,1-30-16,29 29 15,0 0-15,-30-29 0,1 59 16,29-29 0,-30-1-1,30 1-15,-29-30 16,29 29-16</inkml:trace>
  <inkml:trace contextRef="#ctx0" brushRef="#br0" timeOffset="4561.99">12528 16047 0,'30'0'47,"-30"29"-32,29-29-15,0 0 32,1 30-32,-1-30 15,1 0-15,-30 29 0,29-29 16,1 0-16,-30 30 0,59-1 15,-30-29-15,-29 29 0,29-29 0,-29 30 0,30-30 0,-30 29 16,29-29-16,-29 30 0,30-30 0,-1 29 0,-29 1 16,30-30-16,-30 29 0,29 1 0,-29-1 0,30-29 15,-30 29-15,58 30 16,-58-29-16,30-1 0,-1 1 0,1 29 16,-1-59-16,-29 29 0,30-29 15,-30 29-15,59 30 16,-59-29-16,29-30 0,-29 29 0,29-29 0,-29 30 0,30-1 15,-1 1 1,-29-1-16,30-29 0,-30 29 0,29-29 0,1 30 16,-30-1-1,29-29 1,-29 30 62,-29-30-31</inkml:trace>
  <inkml:trace contextRef="#ctx0" brushRef="#br0" timeOffset="5245.99">13470 16223 0,'0'30'32,"-29"-30"-17,29 29 17,-30-29-17,1 30 1,0-30-16,-30 29 15,59 1-15,-30-30 0,1 0 16,-60 59 0,60-30-16,0-29 0,-1 29 0,1 1 0,-1-30 15,30 29-15,-118 30 16,89-29-16,29-1 0,-29-29 0,-1 0 0,30 30 0,-29-30 16,29 29-16,-59 0 15,59 1-15,-30-30 0,30 29 16,0 1-16,-29-30 15,29 29 1</inkml:trace>
  <inkml:trace contextRef="#ctx0" brushRef="#br0" timeOffset="11296.13">9849 10335 0,'0'29'78,"-30"-29"-62,30 30 0,0-1-1,-29-29 1,29 29-1,-30-29-15,30 30 16,-29-30-16,0 0 16,-1 29-1,1-29 1,-1 30 0,1-30-16,-1 0 15,1 0 1,29 29-1,-30-29-15,1 0 16</inkml:trace>
  <inkml:trace contextRef="#ctx0" brushRef="#br0" timeOffset="12754.99">10320 10364 0,'0'30'16,"-30"-30"0,1 0-16,0 0 0,29 29 15,-30-29-15,1 29 16,-1-29-1,30 30 1,-29-30 0,29 29-16,0 1 15,-30-1 1,30 1-16,-29-30 16,29 29-16,0 1 15,0-1 1,29-29-16,-29 29 15,30-29 1,-30 30 15,29-30-15,-29 29-16,30 1 16,-1-30-16,-29 29 15,30-29-15,-1 0 31,-29 30-15,29-30 0,1 0 15,-1 0-15,1-30-1,-1 30 1,-29-29-16,30 29 15,-30-30 1,29 1-16,1 29 0,-30-30 16,0 1-1,0 0-15,0-1 16,0 1 15,-30 29 0,30-30-31,0 1 16,-29 29 0,-1 0 15,1-30-15,-1 30-16,30-29 15,-29 29-15,-1 0 47,30-30-31,-29 30 15,0 0 0,-1 0 47,30-29-62,0 58 62</inkml:trace>
  <inkml:trace contextRef="#ctx0" brushRef="#br0" timeOffset="15150.99">10644 10423 0,'-30'0'31,"1"29"-15,-1-29-1,-28 30-15,58-1 16,-30-29-16,1 0 0,-60 59 15,60-29-15,-59-1 16,58-29-16,30 30 0,-29-30 0,-1 0 0,30 29 16,-59-29-16,30 0 0,-1 29 0,-28 1 15,28-30-15,1 0 16,-1 29 0,1-29-1,29 30-15,-30-30 31,30 29-15,-29-29 0</inkml:trace>
  <inkml:trace contextRef="#ctx0" brushRef="#br0" timeOffset="15858.99">10084 10217 0,'0'29'31,"59"1"-15,-29-1-16,29 30 15,-30-59-15,-29 30 0,29-30 0,-29 29 16,89 59-16,-30-29 15,-30 30 1,1-31 0,-1-58-1,-29 30 1,0-1 0,29-29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55:55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11056 16194 0,'0'-29'109,"29"29"-93,-29-30-16,30 30 15,-1-29 1,-29-1-16,30 30 16,-30-29-16,29-1 15,1 1 1,-30-1 15,29 30 79,0 0-95,-29 30-15,30-30 0,-1 0 16,1 59-1,-1-59-15,-29 29 0,30 1 0,-1-1 16,-29 1-16,30-1 16,-30 0-16,29-29 0,-29 30 15,29-30 1</inkml:trace>
  <inkml:trace contextRef="#ctx0" brushRef="#br0" timeOffset="604.99">11233 16518 0,'0'0'0,"0"29"16,0 1 46,-30-30-62,30 29 16,-29-29-1,-1 30-15,1-30 32,29 29-17,-30-29-15,1 0 16</inkml:trace>
  <inkml:trace contextRef="#ctx0" brushRef="#br0" timeOffset="1599.99">12028 16312 0,'-30'0'0,"1"0"31,-1 0-15,1 29-1,-1-29 1,30 30-16,-29-30 0,29 29 16,-30 1-16,30-1 15,-29-29-15,29 29 0,0 1 16,-29 29 0,-1-59-16,30 29 0,0 1 15,0-1-15,0 1 16,0-1-16,0 0 15,0 1-15,0-1 16,30-29-16,-30 30 16,29-30-1,0 0 1,1 0 0,-1 0-1,1 0-15,-30-30 16,29 30-1,-29-29 1,-29 29 62,-1 0-62,1 0-16,-1 0 15,1 0 1,0 0 0,-1 0-16,1 0 0</inkml:trace>
  <inkml:trace contextRef="#ctx0" brushRef="#br0" timeOffset="2115.98">12351 16871 0,'30'0'0,"-30"30"16,-30-30-1,30 29 1,0 1-16,-29-30 16,29 29-1,-29-29 1,-1 29 0,1-29-1,29 30 1</inkml:trace>
  <inkml:trace contextRef="#ctx0" brushRef="#br0" timeOffset="3308.99">12823 16430 0,'29'0'62,"-29"29"-46,29-29-16,1 0 15,-1 0 1,1 0 0,-1-29-16,1 29 15,-1 0 1,1 0-16,-1 0 0,30 0 16,-59-30-16,29 30 0,1 0 0,-1 0 15,1 0 1,-60 0 93,30 30-93,-29-30-1,29 29 1,-30-29 0,30 29-1,-29-29-15,29 30 16,-30-1-16,1-29 16,29 59-16,-29-59 15,29 30-15,0-1 0,-30 1 16,1-30-16,29 29 15,0 0-15,-30-29 0,1 59 16,29-29 0,-30-1-1,30 1-15,-29-30 16,29 29-16</inkml:trace>
  <inkml:trace contextRef="#ctx0" brushRef="#br0" timeOffset="4561.99">12528 16047 0,'30'0'47,"-30"29"-32,29-29-15,0 0 32,1 30-32,-1-30 15,1 0-15,-30 29 0,29-29 16,1 0-16,-30 30 0,59-1 15,-30-29-15,-29 29 0,29-29 0,-29 30 0,30-30 0,-30 29 16,29-29-16,-29 30 0,30-30 0,-1 29 0,-29 1 16,30-30-16,-30 29 0,29 1 0,-29-1 0,30-29 15,-30 29-15,58 30 16,-58-29-16,30-1 0,-1 1 0,1 29 16,-1-59-16,-29 29 0,30-29 15,-30 29-15,59 30 16,-59-29-16,29-30 0,-29 29 0,29-29 0,-29 30 0,30-1 15,-1 1 1,-29-1-16,30-29 0,-30 29 0,29-29 0,1 30 16,-30-1-1,29-29 1,-29 30 62,-29-30-31</inkml:trace>
  <inkml:trace contextRef="#ctx0" brushRef="#br0" timeOffset="5245.99">13470 16223 0,'0'30'32,"-29"-30"-17,29 29 17,-30-29-17,1 30 1,0-30-16,-30 29 15,59 1-15,-30-30 0,1 0 16,-60 59 0,60-30-16,0-29 0,-1 29 0,1 1 0,-1-30 15,30 29-15,-118 30 16,89-29-16,29-1 0,-29-29 0,-1 0 0,30 30 0,-29-30 16,29 29-16,-59 0 15,59 1-15,-30-30 0,30 29 16,0 1-16,-29-30 15,29 29 1</inkml:trace>
  <inkml:trace contextRef="#ctx0" brushRef="#br0" timeOffset="11296.13">9849 10335 0,'0'29'78,"-30"-29"-62,30 30 0,0-1-1,-29-29 1,29 29-1,-30-29-15,30 30 16,-29-30-16,0 0 16,-1 29-1,1-29 1,-1 30 0,1-30-16,-1 0 15,1 0 1,29 29-1,-30-29-15,1 0 16</inkml:trace>
  <inkml:trace contextRef="#ctx0" brushRef="#br0" timeOffset="12754.99">10320 10364 0,'0'30'16,"-30"-30"0,1 0-16,0 0 0,29 29 15,-30-29-15,1 29 16,-1-29-1,30 30 1,-29-30 0,29 29-16,0 1 15,-30-1 1,30 1-16,-29-30 16,29 29-16,0 1 15,0-1 1,29-29-16,-29 29 15,30-29 1,-30 30 15,29-30-15,-29 29-16,30 1 16,-1-30-16,-29 29 15,30-29-15,-1 0 31,-29 30-15,29-30 0,1 0 15,-1 0-15,1-30-1,-1 30 1,-29-29-16,30 29 15,-30-30 1,29 1-16,1 29 0,-30-30 16,0 1-1,0 0-15,0-1 16,0 1 15,-30 29 0,30-30-31,0 1 16,-29 29 0,-1 0 15,1-30-15,-1 30-16,30-29 15,-29 29-15,-1 0 47,30-30-31,-29 30 15,0 0 0,-1 0 47,30-29-62,0 58 62</inkml:trace>
  <inkml:trace contextRef="#ctx0" brushRef="#br0" timeOffset="15150.99">10644 10423 0,'-30'0'31,"1"29"-15,-1-29-1,-28 30-15,58-1 16,-30-29-16,1 0 0,-60 59 15,60-29-15,-59-1 16,58-29-16,30 30 0,-29-30 0,-1 0 0,30 29 16,-59-29-16,30 0 0,-1 29 0,-28 1 15,28-30-15,1 0 16,-1 29 0,1-29-1,29 30-15,-30-30 31,30 29-15,-29-29 0</inkml:trace>
  <inkml:trace contextRef="#ctx0" brushRef="#br0" timeOffset="15858.99">10084 10217 0,'0'29'31,"59"1"-15,-29-1-16,29 30 15,-30-59-15,-29 30 0,29-30 0,-29 29 16,89 59-16,-30-29 15,-30 30 1,1-31 0,-1-58-1,-29 30 1,0-1 0,29-29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59:07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11468 1296 0,'-29'0'78,"-1"0"-47,1 0 1,29 29-32,0 0 0,-30 1 15,30-1 1,0 1-16,-29-1 15,29 1 1,0-1-16,29-29 0,-29 30 16,0-1-1,30-29 1,-30 29 0,29-29-1,-29 30-15,30-30 78,-1 0-62,1 0 0,-30-30-1,29 30-15,-29-29 16,29 29-1,1 0-15,-30-29 16,0-1 0,29 30-1,-29-29-15,0-1 16,30 30 0,-30-29-16,0-1 15,0 1 1,0-1-16,0 1 15,0 0 1,0-1 15,-30 30-15,30-29-16,-29 29 31,29-30 0,-30 30-15,1 0-16,0 0 16,-1 0 31,1 0-32,29 30 16,-30-30-31</inkml:trace>
  <inkml:trace contextRef="#ctx0" brushRef="#br0" timeOffset="935">14589 1178 0,'30'0'31,"-30"29"-15,0 1 15,29-30-31,-29 29 16,0 1-16,0 28 15,0-28-15,0 29 16,0-30-16,0 30 16,-29-59-16,29 30 0,0 28 15,0-28-15,0-1 16,0 1 31</inkml:trace>
  <inkml:trace contextRef="#ctx0" brushRef="#br0" timeOffset="2615.98">14354 1767 0,'29'0'16,"-29"29"46,0 1-62,0-1 16,0 0-16,0 30 15,0-29-15,0-1 0,30-29 16,-30 30-16,0 28 16,0-28-16,0 29 15,0-30-15,0 30 0,0-29 16,0 28-16,0-28 15,0 29 1,0-30-16,0 1 0,0-1 16,0 1-16,0-1 0,0 0 15,0 1-15,0-1 16,0 1-16,0 29 16,0-30-16,0 1 15,0-1-15,0 0 16,0 30-1,0-29-15,0-1 16,0 1-16,0-1 0,0 30 16,0-30-1,0 1-15,0-1 0,0 1 16,0-1 0,0 1-16,0-1 0,0 1 0,0 28 15,0-28-15,0-1 16,0 1-16,0-1 15,0 1-15,0-1 0,0 1 16,-30 28 0,30-28-16,0-1 0,0 1 15,0-1-15,0 1 0,0-1 16,0 1 0,0-1-1,0 0 1,0 1-16,0-1 15,0 1 1,-29-30 0,58 0 93</inkml:trace>
  <inkml:trace contextRef="#ctx0" brushRef="#br0" timeOffset="4450">17592 1855 0,'-29'0'31,"29"29"-15,0 1 15,0-1-15,-29 1-1,29-1-15,0 30 16,-30-30-16,30 1 0,0 29 15,0-30-15,0 1 0,-29 29 16,29-30-16,0 30 16,0-30-16,-30 1 15,30-1-15,0 1 0,0-1 16,0 30-16,0-30 16,-29-29-16,29 30 0,0-1 0,0 30 15,0-29-15,0-1 0,0 30 16,0-30-16,0 30 15,0-29-15,-30-30 16,30 29-16,0 1 0,0 29 16,0-30-16,0 30 15,0-30-15,0 1 16,0 29-16,0-30 16,30-29-16,-30 59 15,0-30-15,0 1 16,0-1-16,29-29 0,-29 30 15,0-1 1,0 1 0,30-30-16,-30 29 0,0 1 15,29-30 1,-29 29 0</inkml:trace>
  <inkml:trace contextRef="#ctx0" brushRef="#br0" timeOffset="6400.99">17504 1325 0,'0'-29'125,"30"29"-125,-1 0 31,-29-30-16,29 30-15,1 0 32,-1 0-17,1 0 1,-1 0-16,1 0 16,-30 30 15,29-30-16,-29 29 17,0 0-1,0 1-15,0-1-1,-29-29 1,29 30-1,-30-30 1,30 29-16,-29-29 0,29 30 16,-59-30-1,59 29 1,-30-29 0,1 0-16,29 30 15,-29-30-15,-1 0 16,30 29-1,-29-29 1,29 29 31,29-29 31,1 0-62,-1 0-16,30 0 15,-30 0-15,30 0 16,-29 0-16,29 0 16,-30 0-1,0 0-15,1 0 0,-1 0 16,1 0-16,-1 0 15,-29 30 1,30-30 0,-60 0 124</inkml:trace>
  <inkml:trace contextRef="#ctx0" brushRef="#br0" timeOffset="8917">11380 1973 0,'0'29'94,"0"1"-94,0-1 16,-30 0-1,30 1-15,0-1 16,0 1-16,-29-1 15,29 1-15,0-1 16,0 1-16,-30-30 0,30 29 16,0 0-16,-29 30 15,29-29-15,0 29 16,0-30-16,-29 30 16,29-30-16,0 30 15,0-29-15,0 29 16,0-30-16,-30 30 15,30-30-15,0 1 16,0-1-16,0 1 0,0-1 16,0 1-16,0-1 0,0 30 15,0-30-15,0 1 16,0-1-16,0 1 16,0-1-1,0 1-15,0-1 16,0 1-1,0-1 1,0 0 0,0 1-1,30-30-15,-30 29 16,0 1-16,0-1 16,0 1-1,0-1 16,0 1-15,0-1 15,29-29 16,-29 29-16,0 1 48,0-1-64,29 1 1,-29-1-16,0 1 15,30-30 173</inkml:trace>
  <inkml:trace contextRef="#ctx0" brushRef="#br0" timeOffset="15834">11291 5624 0,'0'29'63,"0"1"-32,-29-1-31,29 0 15,0 1-15,0-1 16,0 1-16,-29 29 16,29-30-16,0 1 15,0-1-15,0 0 0,-30 30 16,30-29-16,0 29 16,0-30-16,0 1 15,0-1-15,0 0 16,0 30-16,0-29 15,0-1 1,0 1-16,0-1 0,0 1 16,0-1-16,0 0 0,0 1 15,0-1-15,0 1 16,0-1-16,0 1 16,0 29-1,0-30-15,0 30 16,0-30-16,0 30 15,0-29-15,0 29 16,0-30-16,0 0 16,0 1-16,0-1 0,0 1 15,0-1-15,0 1 16,0-1-16,0 1 0,0-1 16,0 0-16,0 1 15,0-1 1,0 1-16,30-30 0,-30 29 15,0 1-15,0-1 32,0 1 15,29-30-32,-29 29-15,0 0 31,0-58 63,59 29-94,-59-29 0,29 29 16,1 0-16,-1-30 0</inkml:trace>
  <inkml:trace contextRef="#ctx0" brushRef="#br0" timeOffset="17342.99">14678 5771 0,'0'29'47,"-30"1"-32,30-1-15,0 1 16,0-1-16,-29 30 16,29-30-16,-30 30 15,30-29-15,0 29 16,-29-30-16,29 1 0,0-1 16,0 30-16,0-30 15,-30 30-15,30-29 16,0-1-16,0 1 0,0 28 15,-29-58-15,29 30 0,0-1 0,0 1 0,0 58 16,0-58-16,0 58 16,0-59-16,0 30 15,0-29-15,0-1 16,0 30 0,0-30-16,0 1 15,0-1-15,0 1 16,0-1-16,0 1 0,0-1 15,29 1-15,-29-1 16,0 0-16,0 1 0,0-1 16,0 1-16,0-1 15,0 1 1,0-1-16,0 1 16,0-1-16,0 0 15,0 1 1,0-1-16,30-29 125,-1-29-110,1 29-15,-30-30 0</inkml:trace>
  <inkml:trace contextRef="#ctx0" brushRef="#br0" timeOffset="22177.99">17534 5624 0,'0'29'0,"0"1"63,0-1-32,0 0-16,0 1 1,0-1-16,29-29 16,-29 30-1,0-1-15,0 1 16,0-1 0,0 1-16,0-1 15,0 0-15,0 1 16,0-1-16,0 1 15,0-1 1,0 1 0,0-1-16,0 1 15,0-1-15,0 0 16,0 1-16,0-1 0,0 1 16,0-1-16,0 1 15,0-1 1,29 1-1,-29-1-15,0 0 16,0 1-16,30-1 16,-30 1-1,0-1 1,29 1-16,-29-1 16,0 1-1,0-1-15,0 0 0,30 1 16,-30-1-16,0 1 15,0-1 1,0 1 0,0-1-1,29-29 32,-29 30-16,0-1 1,0 0-17,0 1 1,0-1 0,0 1-16,0-1 15,0 1-15,0-1 16,30-29-1,-30 30-15,0-1 16,0 0 15,0 1 16,0-1 0,0 1 16,0-1-1,0 1-46,0-1-16,0 1 15,0-1 1,0 0 62,0-58 94,-30 29-172</inkml:trace>
  <inkml:trace contextRef="#ctx0" brushRef="#br0" timeOffset="24186">17563 5005 0,'29'0'125,"1"0"-109,-1 0-1,1 0 1,-1 0 0,1 0 15,-30 30-15,29-30-16,1 0 78,-30 29-63,0 1-15,0-1 16,-30-29-16,30 30 16,-29-1-1,-1-29-15,30 30 16,-29-30-1,29 29-15,-30-29 16,1 0-16,-1 0 16,1 29-1,0-29 1,-1 0 0,30 30-1,30-30 141,-1 0-140,0 0 0,1 0-1,-1 29-15,1-29 16,-1 0-16,1 0 16,-1 0-16,1 30 15,-1-30 1,-29 29-16,29-29 15,1 0-15,-1 0 32,-29 30-32,30-30 93,-60 0 1</inkml:trace>
  <inkml:trace contextRef="#ctx0" brushRef="#br0" timeOffset="25587">14707 4947 0,'0'29'0,"0"-58"0,0 58 46,0 0-14,0 1-17,0-1 1,0 1-16,-29-1 16,29 1-16,0-1 15,0 1 1,0-1-1,-30-29-15,30 29 0,0 1 16,0-1 0,0 1-1,0-1 1,0 1 31,0-1 78</inkml:trace>
  <inkml:trace contextRef="#ctx0" brushRef="#br0" timeOffset="27026">11409 4888 0,'-29'0'62,"-1"0"-46,30 29 0,-29-29-1,-1 0-15,1 30 16,29-1-16,-29-29 15,29 29-15,-30 1 16,30-1 0,0 1-1,0-1-15,-29 1 16,29-1 0,0 1-16,29-30 15,-29 58 1,0-28-16,30-1 15,-30 1-15,29-1 16,0-29 0,1 0-1,-30 30 1,29-30-16,1 0 16,-1 0-16,1-30 15,-1 30 1,1 0-16,-30-29 0,29 29 15,-29-30 1,29 30-16,-29-29 16,30-1-1,-30 1 1,0 0-16,0-1 16,0 1-1,0-1 1,0 1-16,0-1 15,0 1-15,0-1 0,-30 1 16,30 0-16,-29 29 0,0-59 16,29 29-16,-59 1 15,29 29 1,30-30-16,-29 30 0,29-29 16,-30 29-16,1 0 0,29-30 15,-30 30-15,30-29 16,-29 29-1,0 0 32,-1 0 0</inkml:trace>
  <inkml:trace contextRef="#ctx0" brushRef="#br0" timeOffset="34020">18800 1973 0,'-30'0'0,"1"-30"47,-1 30-31,1 0-16,-30-29 16,30 29-16,-1 0 0,30-30 0,-29 30 15,-30 0-15,29 0 0,-58-29 16,59 29-1,-1 0-15,-29-29 16,30-1-16,-1 30 0,-29 0 16,30 0-16,0 0 0,29-29 15,-89 29-15,-29-30 16,30 30 0,0 0-1,29 0 1,29 0-16,1 0 15,0 0-15,-1 0 0,1 0 0,-30 0 16,29 0 0,-29 0-16,30 0 15,-30 30 1,30-30-16,-30 0 16,29 0-16,1 0 0,-59 0 15,58 0-15,-29 0 16,30 0-16,-1 0 0,1 29 15,-1-29-15,1 0 16,0 0-16,-1 0 0,1 0 16,29 30-16,-59-30 15,29 29 1,1-29-16,-1 0 0,1 0 16,0 0-1,29 29 1,-30-29-16,1 0 0,-1 30 15,1-30 1,-1 0 0,1 0-16,29 29 15,-30-29-15,1 0 0,0 0 16,-1 0 0,1 0-1,-1 0 1,1 30-16,-30-30 15,29 0 1,-28 0-16,28 0 16,1 0-16,-1 0 0,1 0 15,-1 0-15,1 0 16,-1 0-16,1 0 16,0 29-1,-1-29-15,1 0 16,29 30-16,-30-30 0,30 29 15,-29 0 1,-1-29-16,30 30 0,-29-1 0,29 1 16,-30-1-16,30 1 0,-29-30 0,0 59 15,-1-1 1,30-28-16,-29 29 16,29-30-16,-30-29 0,30 30 15,0-1-15,-29 59 16,29-58-16,-30-1 0,30 1 15,0-1-15,-29 60 16,-1-60-16,30 0 0,0 1 0,-29 58 16,0-88-16,29 30 0,0-1 15,0 30 1,-30-59-16,30 29 0,0 30 16,0-29-16,0-1 0,0 60 15,30-89-15,-30 29 0,29 59 16,-29-58-16,29-30 0,1 88 15,29 0 1,0-29 0,-59-29-16,59-1 15,-59 1-15,29-30 0,-29 29 16,29-29-16,60 59 16,58 0-16,-118-30 15,60 1-15,87 29 16,-146-59-16,-1 0 0,1 29 0,-1-29 0,1 30 0,-1-30 15,1 0-15,-1 0 0,0 0 0,1 29 0,-1-29 0,1 0 0,-1 29 0,1-29 0,-1 0 0,1 0 16,28 30-16,-28-30 0,-1 0 0,1 0 0,-1 0 0,-29 29 0,59-29 0,-29 0 16,-1 0-16,30 0 0,-30 0 0,1 0 0,-1 0 0,-29 30 0,30-30 0,-1 0 15,1 0-15,-1 0 0,0 0 0,1 0 0,29 0 0,-30 0 0,1 0 16,-1 0-16,1 0 0,-1 0 0,59-30 16,-58 30-16,-30-29 0,88-1 15,-88 1-15,30 29 16,28-59-16,-58 30 0,30 29 15,29-89-15,-59 60 16,59-30-16,-59 30 0,29 29 16,-29-30-16,0 1 0,30-1 0,-1 1 0,0-30 15,-29 29-15,30 30 0,-30-29 16,0 0-16,29 29 0,-29-30 0,30 1 0,-30-1 0,29 1 16,1-89-16,-1 89 15,-29-1-15,0 1 0,30 29 0,-30-30 0,0 1 0,0-1 0,29 30 16,-29-29-16,0-1 0,29 30 0,-29-29 0,0 0 0,30 29 0,-30-30 0,0 1 15,0-1-15,29 1 0,-29-1 0,30 30 0,-30-29 16,0-1-16,0 1 0,29 29 0,-29-29 0,0-1 0,0 1 16,30-30-1,-30 29-15,0 1 0,29-30 16,-29 30-16,30-1 0,-30 1 16,0-1-16,0 1 15,0-1-15,29 30 16,-29-29-16,0-1 0,0 1 15,0 0 1,0-1 47,0 1-48,0-1 16,0 1-15,0-1-16,29 30 16,-29-29-16,0-1 15,0 1-15,30 29 0,-30-29 16,0-30-16,0 29 16,0 1-1,29-1-15,-29 1 16,0 0-1,30-1-15,-30 1 16,0-1-16,0 60 156,-30-30-156</inkml:trace>
  <inkml:trace contextRef="#ctx0" brushRef="#br0" timeOffset="41226">17592 4682 0,'-29'0'16,"29"-30"-16,-29 30 0,-1 0 16,1 0-1,-1 0 1,30-29-16,-29 29 0,-1 0 0,-29 0 15,30 0 1,-30 0 0,30 0-16,-1 0 0,1 0 0,-30 0 15,29 0-15,1 0 0,-59 29 16,58-29-16,1 0 0,-1 0 16,30 30-16,-29-30 0,-59 29 15,58-29-15,1 0 0,-1 0 0,30 29 0,-29-29 16,-1 0-16,-58 59 15,59-59-15,-1 0 0,-29 59 16,30-59-16,-1 0 0,30 30 0,-29-30 16,29 29-16,-59 1 0,30-30 15,29 29-15,-30-29 0,-29 59 16,59-30-16,-29 1 16,-1-30-16,1 29 0,-30 30 15,0 29 1,0-29-1,30 30 1,-1-60-16,1 59 16,29-58-16,0-1 0,-30 1 0,30-1 0,0 1 15,-29 58 1,29-59-16,-29 1 0,29 58 16,0-58-16,0-1 0,0 0 15,0 30-15,0-29 16,0-1-16,0 30 15,0-29-15,0-1 0,0 30 16,0-30-16,0 1 16,29-30-16,-29 59 0,0-30 15,0 1-15,29 28 16,-29-28 0,0-1-1,0 1-15,30-1 16,-30 1-16,0-1 0,29 30 15,-29-30-15,30 30 16,-30-29 0,0-1-16,0 1 0,0-1 15,29-29-15,-29 59 16,0-30-16,30 1 0,-30 58 16,29-88-16,-29 30 15,0-1-15,30-29 0,-30 30 0,0 28 16,29-28-16,-29-1 0,0 1 15,59 29 1,-59-30-16,29-29 0,-29 30 0,30-1 0,-30 0 16,29-29-16,-29 30 0,30-30 0,58 88 15,0 1 1,-58-89-16,-1 29 0,30 30 16,-29-59-16,-30 29 0,117 30 15,-28-29 1,-60-30-16,89 59 15,-59-59-15,29 58 16,-58-58-16,-1 0 0,0 0 0,119 59 16,-119-59-16,1 0 0,87 30 15,-58-30-15,-59 29 0,30-29 16,29 0-16,-30 0 0,0 0 0,1 0 0,58 0 16,-58 0-16,-1 0 15,30 0-15,-30 0 0,1 0 0,58 0 16,-58 0-16,-1 0 15,-29-29-15,59 29 0,-30 0 0,1 0 16,-1 0-16,30-30 0,-29 30 16,-1 0-16,1 0 0,28 0 0,-58-29 15,30 29-15,-1 0 0,1 0 0,-1-30 16,1 30-16,-1-29 0,30 0 16,-59-1-16,29 30 0,-29-29 0,30 29 15,-30-30-15,29 30 0,-29-29 0,30 29 0,-30-30 0,29-29 16,-29 30-16,30 29 0,-30-29 0,0-1 0,29 30 15,-29-29-15,29-1 0,-29 1 0,30 29 0,-30-30 0,0 1 16,29-1-16,-29 1 0,30 29 16,-30-29-16,0-1 0,0 1 0,0-1 0,29 30 0,-29-29 15,0-1-15,30 1 0,-30-1 0,0 1 0,0 0 0,0-1 16,29-29-16,-29 30 0,0-1 0,0 1 16,0-1-16,0 1 0,30 0 0,-30-30 0,0 29 0,0 1 15,0-1-15,0-117 16,0 118-16,29-1 0,-58-88 15,29 89-15,0 0 16,0-1-16,0-88 16,-30 89-16,30-1 0,0 1 15,0 0-15,-29 29 0,29-30 0,0 1 0,-30-30 16,30 29-16,0 1 16,-29 29-16,29-30 0,0 1 0,0 0 15,-30 29-15,30-30 0,0 1 0,-59-30 16,59 29-16,0 1 15,-58-30 1,58 30-16,0-1 0,-30 30 0,-29-88 16,0 29-1,30 30-15,0-1 16,-1-29-16,1 59 0,29-29 16,-30-1-16,1 30 0,-1-59 15,1 59-15,29-29 0,-30 29 16,30-29-16,-29 29 0,29-30 0,-29 30 0,-30-59 15,29 59 1,-29-29-16,30-1 16,-1 30-16,1 0 0,-30-29 15,30 29-15,29-30 0,-30 30 0,1 0 16,-30-29 0,29 29-16,1 0 0,29-29 0,-59 29 15,0-30 1,59 1-1,-29 29-15,-1 0 16,30-30 125,-29 30-141,-1-29 15,1-1 1,0 30-16,29-29 16,-30 29-16,30-30 15,-29 30 1,-1 0 93</inkml:trace>
  <inkml:trace contextRef="#ctx0" brushRef="#br0" timeOffset="76260">5020 2444 0,'29'0'125,"-29"-30"-93,30 30-17,-30-29-15,29 29 0,1-30 16,-30 1 0,29 29-16,1-59 15,-1 59-15,-29-29 16,30-1-16,-30 1 15,29-1 1,-29 1-16,29 29 0,-29-30 0,30 1 16,-30 0-16,29 29 0,-29-59 15,30 59-15,-30-30 16,0 1 0,0-1-16,0 1 31,0 0 0,0-1-15,0 1 15,-30 29-31,1 0 31,29-30 16,-30 30-31,1 0-1,0-29 1,-1 29 0,1 0 15,-1 0-16,1 0 17,-1 0-17,1 0 1,-1 0 15,1 0 16,0 29-16,-1-29-15,1 30 0,-1-30-1,30 29 16,-29-29-15,29 30 0,-30-30-16,30 29 15,0 0 17,0 1-17,-29-30 1,29 29-16,0 1 15,0-1 1,0 1 0,0-1-1,0 0-15,0 1 16,-30-30 0,30 29-1,0 1-15,0-1 16,30-29-16,-30 30 15,0-1 1,0 1 0,0-1-1,0 0 1,29-29 0,-29 30-1,30-30 16,-30 29 1,29-29 15,-29 30-32,0-1 1,30-29 15,-30 30 16,29-30-16</inkml:trace>
  <inkml:trace contextRef="#ctx0" brushRef="#br0" timeOffset="102137">20301 10158 0,'0'-29'78,"0"-1"-47,0 1-15,0-1-1,0 1 17,0-1-32,0 1 31,0-1-15,30 1-1,-30 0 1,0-1 15,29 30-15,-29-29-1,30 29-15,-1 0 16,-29-30 0,29 30-16,1 0 46,-1 0-30,-29 30 0,30-30-16,-1 0 0,1 0 15,-1 0-15,1 29 16,-1-29-16,0 0 0,1 0 16,-30 30-1,29-30 1,1 0 218,-30-30-218,0 1-16,29 29 15,-29-30-15,30 1 16,-30-1 0,0 1-1,0-1 1,29 30 0,-29-29-1,0 0-15,0 58 172,0 0-156,0 1-1,0-1 1,0 1 0,0-1-1,30-29 1,-30 30-16,29-30 31,-29 29 0,29-29-15,1 0-16,-1 0 0,1 0 16,-1 0-16,1 0 15,-1 0 1,1 0-16,-1 0 15,0 0 17,1 0-17,-1 0 1,1 0 0,-1 0 15,1 30-16,-1-30 1,1 0 0,-1 0-16,0 0 15,1 29 1,-1-29-16,-29 29 141,30-29-141,-30 30 31,0-1 0,29-29-15,-29 30-16,0-1 15,30-29 17,-30 30-32,0-1 31,0 1 16,0-1 171</inkml:trace>
  <inkml:trace contextRef="#ctx0" brushRef="#br0" timeOffset="107003">20566 8774 0,'30'0'93,"-1"0"-77,1 0 0,-1 0-1,0 0-15,1 0 16,-1 0 31,-29 30-32,30-30 1,-30 29-16,29-29 16,-29 30-1,0-1 1,0 0-1,0 1-15,-29-30 32,29 29-32,-30-29 0,30 30 0,-29-30 15,29 29 1,-30-29-16,1 0 16,29 30-1,-29-30-15,-1 0 31,1 0-15,-1 0 0,60 0 156,-1 0-157,1 0 1,-1 29-1,0-29-15,1 0 16,-1 0 0,1 0 62,-30 30-63,0-1 1,0 0 15,0 1-15,0-1 15,0 1-15,-30-30-1,30 29 1,-29-29 15,29 30-15,-30-30-16,1 0 16,0 0-1,-1 0 1,1 0-16,-1 0 15,30 29 126,30-29-125</inkml:trace>
  <inkml:trace contextRef="#ctx0" brushRef="#br0" timeOffset="107993">21302 9216 0,'0'-30'32,"-29"30"14,29-29-46,-30 29 16,1 0 0,0 0-16,29-29 15,-30 29 1,1 0 0,29 29-1,-30-29 1,30 29-16,0 1 31,-29-1-15,58-29-16,-29 30 15,30-30 1,-30 29 15,29-29-31,1 0 16,-30 30 31,0-1 46,-30-29-77,1 0 62</inkml:trace>
  <inkml:trace contextRef="#ctx0" brushRef="#br0" timeOffset="108675">21450 9186 0,'0'30'47,"0"-1"-31,0 1 0,0-1-1,-30 1-15,30-1 16,0 1-16,0-1 15,0 0-15,0 1 16,0-1-16,0 1 16,0-1-16,0 1 0,0-1 15,0 0-15,0 1 16,0-1 0,0-58 46,0-1-46,0 1-16,0 0 15,0-1 1,0 1 0,0-1-16</inkml:trace>
  <inkml:trace contextRef="#ctx0" brushRef="#br0" timeOffset="109424">21450 9186 0,'29'0'16,"-29"-29"-1,29 29 1,1 0 15,-1 0 63,-29 29-78,30-29 15,-30 30-16,0-1 17,-30-29-17,30 30 1,-29-30-16,29 29 16,-30-29-1,30 30 1,-29-30-16,29 29 15,-29-29 1,-1 0 15,30 30-15,-29-30 15</inkml:trace>
  <inkml:trace contextRef="#ctx0" brushRef="#br0" timeOffset="153525.99">14354 9864 0,'29'0'16,"1"0"15,-30-30-15,29 30-1,0 0-15,-29-29 16,30 29-16,-30-30 0,59 1 16,-30 29-1,1-30-15,-30 1 16,29 29-16,1 0 0,-1-59 15,-29 30-15,29-1 16,-29 1-16,0-1 16,0 1-16,30 29 0,-30-30 15,0 1-15,-30 29 16,30-29 0,-29 29-16,29-30 0,-29 30 0,29-29 15,-30 29 1,30-30-16,-59 30 15,30 0-15,-30-29 16,29 29-16,1 0 16,-30 0-16,30 0 15,-1 0-15,1 0 16,29 29-16,-30-29 16,30 30-16,0-1 15,0 1-15,0-1 16,0 0-1,30 1-15,-30-1 16,29-29-16,30 59 16,29 0-1,1 0 1,-1 0-16,-58-30 16,28-29-1,-58 30-15,0-1 63,0 1-48,0-1 1,-29-29-16,29 29 0,-29 1 16,-1-1-16,1 1 15,-1-1-15,1 1 16,-1-30-16,30 29 0,-29-29 0,-59 59 15,88-30-15,-30-29 0,-29 30 16,0-1 0,59 1-16,-29-1 15,-1-29-15,30 30 0,30-30 125,29 0-109</inkml:trace>
  <inkml:trace contextRef="#ctx0" brushRef="#br0" timeOffset="154304">14943 10187 0,'-30'30'16,"1"-30"-1,29 29-15,-30-29 16,1 30-16,-1-30 16,1 29-1,29 1-15,-30-1 16,30 1-16,0-1 16,0 0-1,30-29 1,-30 30-16,29-30 31,1 29-15,-1-29-16,1 0 15,-1 0-15,1 0 16,28 0 0,-28 0-16,-1 0 0,30 0 15,-59-29-15,30 29 0,-30-30 16,29 30-16,-29-29 15,0 0 1,0-1 0,-29 30-1,29-29-15,-30 29 16,1-30-16,-1 1 16,1 29-1,-1 0-15,-28-30 16,28 30-16,-29-29 15,30 29-15,-1 0 16,1 0-16,29 29 63</inkml:trace>
  <inkml:trace contextRef="#ctx0" brushRef="#br0" timeOffset="155345">15855 10276 0,'0'29'47,"30"-29"78</inkml:trace>
  <inkml:trace contextRef="#ctx0" brushRef="#br0" timeOffset="156522">16209 9599 0,'29'0'16,"0"0"15,-29-30-31,30 30 16,-1 0-16,30 0 15,-29 0 1,-30-29-16,59 29 0,-30 0 0,30 0 16,-30 0-16,1 0 15,29 0 1,-30 0-16,1 0 0,-1 0 0,-29 29 0,29-29 15,1 0-15,-1 30 16,1-30-16,-30 58 16,29-58-16,-29 30 15,0-1-15,30-29 0,-30 30 16,29 29 0,-29-30-16,0 1 15,0-1 1,0 0-16,-29-29 15,-1 30-15,1-30 16,29 29-16,-59-29 16,29 0-16,30 30 0,-58-30 15,58 29-15,-30-29 0,1 30 16,-1-30-16,1 29 16,-1-29-1,30 30 1,0-1-16,-29-29 15,29 29 1,29-29-16,-29 30 16,30-30-1,-1 0 1,-29 29-16,30-29 16,-30 30-16,29-30 15,1 29-15,-1-29 16,0 30-16,1-30 15,-1 29-15,1 1 16,-1-30-16,1 0 0,-1 29 16,1-29-16,-1 0 0,0 0 125,-29-29-110,30 29-15</inkml:trace>
  <inkml:trace contextRef="#ctx0" brushRef="#br0" timeOffset="157505.01">17799 9363 0,'0'0'0,"-30"0"15,30-29 1,-29 29 0,-1 0-16,1 0 15,-1 0 1,1 0-16,29 29 15,-30-29-15,1 0 16,29 30 0,0-1-16,-29 0 15,29 1 1,0-1-16,29 1 0,-29 29 16,0-30-1,29 0-15,-29 1 0,0-1 16,30-29-16,-30 30 0,0 29 15,0-30-15,29-29 0,-29 30 0,0-1 16,30 59-16,-30-58 16,0-1-16,29 30 15,1-29-15,-30-1 0,0 0 0,0 1 16,29 29-16,-29-30 16,0 1-16,30 29 15,-30-30-15,0 0 0,29 1 16,-29-1-16,0 1 15,0-1 17,-29-29-17,-1 0 63,1 0-46</inkml:trace>
  <inkml:trace contextRef="#ctx0" brushRef="#br0" timeOffset="158244.99">17445 10070 0,'0'-30'32,"30"30"-17,-1 0 1,1 0-16,-30-29 15,29 29-15,30 0 16,0-30 0,0 1-1,0 29 1,-1 0-16,1 0 16,-29 0-1,-1 0 1,1 0-1,-1 0 1</inkml:trace>
  <inkml:trace contextRef="#ctx0" brushRef="#br0" timeOffset="160302">15767 10394 0,'29'0'63,"-29"-30"-1,30 30-15,-1 0 0,1 0-47,-1 0 16</inkml:trace>
  <inkml:trace contextRef="#ctx0" brushRef="#br0" timeOffset="171610.99">15296 9393 0,'-30'0'79,"30"29"-64,0 0 16,-29-29-31,29 30 16,-30-30 0,30 29-16,0 1 47,-29-30-32,29 29 1,0 1-1,-29-30 1,29 29 0,0 0-1,0 1 48,29-30-16,-29 29-32,29-29-15,1 0 16,-1 30 0,-29-1-16,30-29 0,29 30 15,0-1 1,-1 1-1,1-1-15,-29 0 16,-1-29-16,-29 30 0,30-30 16,-1 0-16,-29 29 0,30-29 15,-30 30 1,29-30-16,0 0 31,-58 0 141</inkml:trace>
  <inkml:trace contextRef="#ctx0" brushRef="#br0" timeOffset="172728">15649 9510 0,'0'30'16,"0"-1"31,0 1-32,-29-30-15,29 29 16,0 0 0,0 1-16,0-1 15,0 1 1,-30-1 0,30 1-16,0-1 15,-29-29 1,29 30-16,0-1 15,0 0 1,0 1-16,0-1 31,-30-29-15,30 30-16,0-1 16,0 1-1,0-1 1,0 1-16,0-1 15,-29-29 1,29 29-16,0 1 16,0-1-1,0 1 1,0-1 0,-30-29-1,30 30 48,0-60 15,30 30-47</inkml:trace>
  <inkml:trace contextRef="#ctx0" brushRef="#br0" timeOffset="179680">12734 12307 0,'0'30'93,"0"-1"-93,0 1 16,0 29-16,0-30 16,0 30-16,0-30 15,0 30-15,0-29 16,0-1-16,-29 1 16,29-1-16,0 1 15,0-1 1</inkml:trace>
  <inkml:trace contextRef="#ctx0" brushRef="#br0" timeOffset="180226">13205 12867 0,'0'29'78,"0"1"-46</inkml:trace>
  <inkml:trace contextRef="#ctx0" brushRef="#br0" timeOffset="181824.99">13588 12455 0,'0'-30'63,"30"30"-48,-1 0 1,-29-29-1,29 29-15,1 0 16,-1 0 0,1 0-16,29 0 15,-30 0 1,1 29-16,-30 1 47,29-30-32,-29 29-15,29-29 16,-29 30 0,-29-30-1,29 29 1,-29 0 0,29 1-16,0-1 15,-30-29 1,30 30-1,-29-30-15,29 29 16,-30-29-16,30 30 16,-29-30-16,-1 0 15,1 29 1,-1-29-16,30 30 0,-29-30 16,29 29-1,-29-29 1,29 29 15,-30-29-15,30 30-1,30-30 95,-1 0-95,-29 29-15,29-29 16,1 0-16,-1 30 16,1-30-16,-1 0 0,30 29 15,-29-29-15,-1 30 16,0-30-1,1 0 1,-30 29 0,29-29 15</inkml:trace>
  <inkml:trace contextRef="#ctx0" brushRef="#br0" timeOffset="202740">11821 12661 0,'0'-30'0,"0"60"47,0-1 31,0 1-62,0-1 15,0 1-15,-29-30 15,29 29-31,29-29 94,-29 29-94,30-29 15,-1 0 1,1 0-1,-1 0-15,1 0 16,-1 0 0,1 0-1,-30 30 1,29-30-16,0 0 0,1 0 16,-30 29-16,29-29 0,1 0 15,-1 0 1,1 0-16,-30 30 15,0-60 251,29 30-250,-29-29-1,30 29 17,-30-30-17,0 1 48,0 0-16,0-1-32,29 30 1,-29-29-1,-29 29 235,29 29-234</inkml:trace>
  <inkml:trace contextRef="#ctx0" brushRef="#br0" timeOffset="-199188.73">12028 12572 0,'0'30'46,"-30"-1"-30,30 1 0,0-1-16,0 1 0,30-30 15,-30 29-15,0 1 16,0-1-16,29-29 0,-29 29 0,29 1 16,-29-1-1,30-29 1,-1 0 15,-29-29-15,30 29-16,-30-30 0,29 1 15,-29 0 1,0-1-16,0 1 16,-29 29-16,29-30 0,0 1 15,-30 29 1,1 0-16,29-30 15,-30 30-15,30 30 16,-29-1 0,0 1-16,29 29 15,0-30-15,-30 30 16,30-30-16,0 1 16,0 29-16,30-30 15,-30 1-15,29-1 16,-29 0-16,29-29 15,1 0 1,-30-29 0,0 0-16,0-30 15,0 29-15,0 1 16,-30 29-16,30-30 0,-29 30 16,29-29-1,-29 29 1,29 29 15,29-29 0,-29 30-15,29-30-16,30 0 16,-29 0-16,-1 0 0,1 0 15,-30 29-15</inkml:trace>
  <inkml:trace contextRef="#ctx0" brushRef="#br0" timeOffset="-197249.73">14413 12572 0,'0'30'94,"-30"-30"-79,1 0-15,29 29 16,-30-29-16,30 30 16,-29-30-16,29 29 15,-30-29 1,30 30-16,-29-1 31,29 1-15,-30-30-1,30 29-15,0 0 16,0 1 0,0-1-16,0 1 15,0-1 1,0 1-16,0-1 15,0 1-15,0-1 0,0 0 16,30 1-16,-30-1 16,29-29-16,-29 59 15,30-59-15,-1 30 16,1-1 0,-1-29-16,1 29 15,-1 1-15,0-30 16,-29 29-16,30-29 0,-1 0 15,1 0 1,-1 0 0,-29-29-1,30 29-15,-30-30 16,29 30-16,1-29 0,-1 0 16,0 29-1,-29-59-15,30 59 16,-30-30-16,29 1 15,-29-1-15,30 1 16,-30 0-16,0-1 16,29 1-16,-29-1 15,0 1-15,0-1 16,0 1 0,0-1-16,0 1 15,0 0-15,0-1 16,0 1-1,-29 29 1,29-30-16,0 1 16,-30 29-1,30-30 1,-29 30 0,-1 0-16,30-29 15,-29 29-15,0-30 16,-1 30-1,30-29 1,-29 29-16,-1 0 16,1-29-16,-1 29 15,1 0 1,-1 0-16,1 0 16,0 0-16,-1 0 15,1 0 1,-1 0-1,1 0-15,-1 0 16,30 29 109</inkml:trace>
  <inkml:trace contextRef="#ctx0" brushRef="#br0" timeOffset="-194185.75">13235 12926 0,'0'29'16,"-30"-29"-1,30 30 16,0-60 94,0 1-109,0-1-16,0 1 16,-29 29-1,29-30 1,-30 60 31,1-30-16,29 29-31,0 1 31</inkml:trace>
  <inkml:trace contextRef="#ctx0" brushRef="#br0" timeOffset="-191756.73">13647 13426 0,'29'0'93,"1"30"-77,-1-30-16,30 29 16,-29-29-16,-1 0 0,1 0 15,-1 30-15,89-1 16,-89-29-16,1 0 0,87 29 16,-87-29-16,-1 0 0,-29 30 0,30-30 0,-1 0 0,1 0 0,29 29 15,-30-29-15,0 0 16,-58 0 140</inkml:trace>
  <inkml:trace contextRef="#ctx0" brushRef="#br0" timeOffset="-186962.73">15472 9334 0,'0'29'63,"0"1"-48,30-30-15,-30 29 0,0 0 0,0 30 16,0-29-16,29-30 0,1 88 15,29 30 1,29-30 0,-88-58-16,29-1 0,30 59 15,-29 1 1,-1-30 0,1-30-16,-30-58 78,-30-1-63,30 1-15,-29-30 16,29 29-16,-30-29 16,1 59-16,29-29 0,0 0 15,-30 29-15,30-30 0,-29-29 16,29 30-16,-29 29 0,29-30 0,0 1 0,-30-30 15,1 59-15,29-29 16,-30-1-16,30 60 47,0-1-31,30 0-1,-30 1-15,0-1 16,29 1-16,1-30 15,-30 59 1,29-59-16,-29 29 16,29-29-1</inkml:trace>
  <inkml:trace contextRef="#ctx0" brushRef="#br0" timeOffset="-184945.73">15885 8539 0,'29'0'31,"-29"-30"-16,-29 30 32,29 30-31,0-1-16,-30-29 16,30 30-1,-29-30-15,-1 0 16,30 29-16,-29-29 15,29 29 1,-30-29-16,1 0 31,29 30-15,29-30 31,-29 29-16,30-29-31,29 30 16,-30-30-1,1 59 1,-1-59-16,1 29 16,-30 1-16,29-30 0,-29 29 15,29-29-15,-29 29 0,0 1 0,30-30 16,-30 29-16,0 1 15,29-30 1,-29 29-16,0 1 16,0-1 15,-29-29-15,29 30-1,-30-30 1,1 29-1,0-29 1,-1 0-16,1 0 16,29-29-16,-30 29 0,1 0 15,-1 0-15,1 0 0,-1-30 16,1 30-16,0 0 0,-1-29 16,1 29-16,-1 0 15,60 0 95</inkml:trace>
  <inkml:trace contextRef="#ctx0" brushRef="#br0" timeOffset="-184319.75">15944 8715 0,'29'0'78,"0"0"-63,1 0 1,-1 0 0,1 0-1,-30 30 1,29-30-16,1 0 16,-1 0 62,1 0-47</inkml:trace>
  <inkml:trace contextRef="#ctx0" brushRef="#br0" timeOffset="-181553.73">11704 13544 0,'0'29'110,"-30"1"-79,30-1-16,-29-29-15,29 30 16,0-1-16,29-29 125,1 0-109,-30 30-1,59-30 1,-59 29-16,88-29 16,-88 30-16,29-30 0,1 0 0,-1 29 0,60 0 15,-60-29-15,0 0 0,60 59 16,-60-59-16,1 0 15,-30-29 110,0-1-109,29 1-16,-29 0 16,0-1-16,0 1 15,0-30-15,0 29 16,30 1-16,-30-1 0,0 1 16,0 0-1,-30 29 110,30 29-125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43:49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10791 9451 0,'-29'0'157,"29"30"-157,-30-30 15,30 29 1,-29-29 0,29 30-16,-30-30 15,1 0 1,29 29-16,-30-29 15,30 30-15,-29-30 0,-1 29 16,1-29-16,0 29 16,-1-29-16,30 30 15,-29-30-15,-1 0 0,60 0 110,-1 0-110,1 0 15,28 0 1,-28 0-16,-1 0 16,1 0-16,-1 0 15,1 29-15,-1-29 16,1 30-1,-1-30-15,0 0 16,1 0 0,-30 29-1,29-29 1,-29 30-16,0-1 16,30-29-1,-30 30-15,0-1 16,29-29-16,-29 29 15,0 1 1,0-1 0,0 1 31,0-1-32,-29-29 1,29 30-1,-30-30-15,30 29 16,-29-29-16,-1 0 16,30 30-16,-29-30 0,0 29 15,-1-29 1,1 29-16,-1-29 16,1 0-1,-1 0 1,1 0-1,-1 0 1,1 0 0,0 0-16,-1-29 15,1 29-15,-1 0 16,1 0-16</inkml:trace>
  <inkml:trace contextRef="#ctx0" brushRef="#br0" timeOffset="1428.97">10614 9481 0,'30'0'47,"-1"0"-16,1 0 0,-1 0-15,1 0-16,-1 0 0,0 0 15,1 0 1,29 0-16,-30-30 16,1 30-16,29 0 15,-30 0-15,0 0 16,1 0-16,-1 0 31,-29-29 94</inkml:trace>
  <inkml:trace contextRef="#ctx0" brushRef="#br0" timeOffset="27167.97">11262 10570 0,'0'30'63,"0"-1"-48,0 1 1,0-1-16,-29-29 0,29 59 16,0 0-1,-30-59-15,30 29 0,0 30 16,0 0 0,-29 0-1,29-30 1,0 1-16,-30-30 47,60 0-16,-30-30-15,0 1-16,29-1 15,1 30-15,-30-29 0,0 0 0,58-30 16,-58 29-1,59 1-15,-59-1 16,30 30-16,29-59 16,-30 59-16,30-29 15,-30 29-15,30-29 16,-29 29 46,-1 0-46</inkml:trace>
  <inkml:trace contextRef="#ctx0" brushRef="#br0" timeOffset="28030.98">11969 10717 0,'-59'30'16,"118"-60"-16,-148 60 0,30-1 15,30-29-15,0 0 0,-1 30 16,1-30-16,-1 0 0,30 29 16,-29 1-16,29-1 15,0 1 1,0-1-16,0 0 0,0 1 16,0-1-1,29 1 1,1-30-1,-30 29 1,29-29-16,1 0 0,-1 0 16,-29-29-16,29 29 0,1 0 15,-1 0-15,1-59 16,-1 59-16,-29-30 16,59 1-16,-29 0 15,-30-1-15,29 30 0,0-59 16,-29 30-16,0-1 15,0 60 48,0-1-47,0 1-16,-29-1 15,29 1-15,0-1 0,0 30 16,0-30-1,0 30 1,0-29-16,29-1 16,-29 1-16,0-1 15,30-29 1,-1 0 31,1 0-32,-1 0 1</inkml:trace>
  <inkml:trace contextRef="#ctx0" brushRef="#br0" timeOffset="28483.97">12616 10570 0,'-29'0'16,"29"30"-16,-29-1 16,29 1-16,0-1 0,-30 30 15,30-30-15,0 1 0,-29 29 16,29-30-16,0 1 16,-30 28-16,30-28 15,0-1-15,0 1 16,-29-1-16,29 1 0,0-1 15,0 1-15,0-1 16,0 0-16,29-29 63</inkml:trace>
  <inkml:trace contextRef="#ctx0" brushRef="#br0" timeOffset="28874.97">12234 10776 0,'29'0'16,"-29"30"-16,88-30 16,-29 29-1,-29-29-15,-30 30 0,29-30 16,60 29-16,-60-29 15,-29 30-15,29-30 0,1 0 0,-1 29 16,60 0-16,-60-29 0,1 0 16,-1 30-1,0-30-15</inkml:trace>
  <inkml:trace contextRef="#ctx0" brushRef="#br0" timeOffset="29244.97">13029 11012 0,'0'29'16,"0"1"-16,-30-1 16,30 1-1,0-1-15,0 1 16,0-1-1,-29 0-15,29 1 16,0-60 78</inkml:trace>
  <inkml:trace contextRef="#ctx0" brushRef="#br0" timeOffset="29604.98">13058 10717 0,'0'30'15,"0"-1"-15,30-29 16,-1 30-1,-29-1 17</inkml:trace>
  <inkml:trace contextRef="#ctx0" brushRef="#br0" timeOffset="30420.97">13323 10953 0,'0'29'0,"0"1"16,0-1 0,-29 1-16,29-1 15,-30 1 1,30-1-16,-29 30 15,-1-59-15,30 59 16,0-30 0,0 1-1,-29-30 1,29-30 78,29 30-79,-29-29-15,30 29 16,-30-30-16,29 30 0,1-58 16,-1 58-16,-29-30 0,30 30 15,28-59 1,-28 59-16,-1 0 15,1 0-15,-1-29 0,1 29 16,-1 0-16,1 0 16,-1 0-16,0 29 15,1-29 1,-30 30 0,0-1-16,29-29 15,-29 30-15,0-1 0,0 0 16,30-29-16,-30 30 15,0-1 1,0 1-16,0-1 16,0 1-1,0-1 1,-30-29-16,30 30 78,30-30-78</inkml:trace>
  <inkml:trace contextRef="#ctx0" brushRef="#br0" timeOffset="31953.97">14413 11159 0,'0'-29'16,"0"58"-16,-30-58 31,30-1 16,-29 30-31,-1 0-16,1 0 15,-1 0 1,1 0-1,-1 0-15,1 0 0,0 0 16,-1 0-16,-29 30 16,30-30-16,-30 29 15,59 1-15,-30-30 16,1 58-16,0-58 16,29 30-16,0-1 0,0 1 15,-30-30 1,30 29-16,0 1 15,30-30-15,-1 0 63,0 0-63,1 0 16,-1 0-1,1 0-15,-30 29 0,29-29 0,1 0 0,-1 0 16,1-29-16,-1 29 15,30 0-15,-59-30 16,59 1-16,-30 29 16,1-30-1,-30 1-15,29 29 16,-29-30 0,0 1-1,0 58 95,0 1-95,30-30-15,-30 29 0,0 1 16,0-1-16,0 1 15,0-1-15,0 30 16,0-30 0,0 1-16,29 29 15,-29-30-15,0 1 16,0-1-16,0 1 0,0-1 16,0 0-16,0 1 15,0-1 1,0 1-16,0-1 15,0 1-15,-29-30 0,29 29 16,0 1 0,-30-30-16,30 29 0,-29 0 15,29 1 1,-30-30 15,1 29-15,-1-29-1,1 0 1,-1 0 0,1 0 15,0-29-31,-1 29 16,30-30-16,-59 1 15,0-30-15,30 59 16,-30-59-16,0 30 15,30 29-15,29-30 0,-30 30 16,30-29-16,-29 29 16</inkml:trace>
  <inkml:trace contextRef="#ctx0" brushRef="#br0" timeOffset="47845.97">14766 11483 0,'29'0'78,"1"0"-16,-1 0-46,1 0-1,-1 0 1,1 29 0,-1-29-1,0 0 1,-29 30-16,30-30 16,-1 0-1,1 0 1,-1 0-1,-29 29 1,30-29-16</inkml:trace>
  <inkml:trace contextRef="#ctx0" brushRef="#br0" timeOffset="48653.97">15855 11218 0,'0'29'46,"-29"1"-46,29-1 16,-30 1-16,30-1 0,0 1 16,0-1-16,-29 30 15,29-30-15,-30 1 0,30-1 0,0 30 16,-29 0-16,29-29 16,0-1-16,0 0 0,0 1 15,0-1-15,-29-29 16</inkml:trace>
  <inkml:trace contextRef="#ctx0" brushRef="#br0" timeOffset="79583.97">12057 9510 0,'0'-29'0,"29"29"31,1 0 47,-30 29-62,29-29-1,1 0-15,-30 30 16,59-30-16,-59 29 16,29 1-16,1-30 15,-1 0-15,-29 29 16,29-29-16,-29 29 0,0 1 16,0-1-1,0 1 16,0-1-15,-29-29 0,29 30-16,-29-30 15,-1 29 1,1-29-16,29 30 0,-59-30 16,59 29-16,-30-29 0,1 0 0,-30 29 15,30-29 1,-1 30-16,1-30 15,-1 0 1,1 0 15,58 0 94,1 0-109,-1 0-16,-29 29 0,30-29 16,-1 0-16,30 0 15,-30 0-15,1 0 16,-1 0-16,1 0 15,-1 30-15,1-30 16,-1 29-16,0-29 31,-29 30 1,30-30-17,-30 29-15,0 1 31,0-1-15,0 0 0,0 1-1,-30-30 1,30 29 0,-29-29-1,0 30 1,-1-1-1,1-29 1,-1 30-16,1-30 16,-1 0-16,1 29 15,-1-29 1</inkml:trace>
  <inkml:trace contextRef="#ctx0" brushRef="#br0" timeOffset="80969.97">10379 9275 0,'0'29'47,"29"1"-31,1-1-16,-1 30 16,1-59-16,-30 29 0,29-29 15,-29 30-15,29-1 0,30 30 16,-59-29-16,30-30 0,-30 29 0,29-29 0,-29 29 15,30-29-15,-1 30 0,-29-1 0,30-29 0,-1 0 0,-29 30 0,29-30 16,-29 29-16,30-29 0,-30 30 0,29-30 0,-29 29 0,30-29 0,-30 30 16,29-30-16,1 29 0,-30 0 15,29-29-15,1 30 16,-30-1-16,0 1 16,29-30-16,-29 29 15,29-29-15,-29 30 31,30-30-15,-30 29 0,0 1-16,29-30 15,-29 29 17,30-29 61,-30 29-77</inkml:trace>
  <inkml:trace contextRef="#ctx0" brushRef="#br0" timeOffset="-165733.78">12116 13279 0,'29'0'31,"-29"29"16,0 1-16,0-1-15,0 1-1,0-1 1,30 1-16,-30-1 15,0 1-15,0-1 16,0 0-16,0 1 16,0-1-16,0 1 15,0-1-15,29-29 0,-29 30 16,0-1 0,30 1-16,-30-1 15,29-29-15,-29 29 16,30-29-1</inkml:trace>
  <inkml:trace contextRef="#ctx0" brushRef="#br0" timeOffset="-165118.78">11998 12808 0,'0'29'47,"0"1"-16,30-30-31,-30 29 15,29-29 1,-29 30-16</inkml:trace>
  <inkml:trace contextRef="#ctx0" brushRef="#br0" timeOffset="-164204.78">12734 13662 0,'30'0'47,"-1"-30"-31,-29 60-16,0-60 0,0 60 0,30-60 15,-1 30-15,30 0 16,-30 0-16,1 0 15,29 0 1,-30 0-16,30 30 16,-30-30-16,1 0 0,58 0 15,-58 0-15,-1 0 16,1 0 0</inkml:trace>
  <inkml:trace contextRef="#ctx0" brushRef="#br0" timeOffset="-163768.75">13117 13279 0,'0'29'16,"0"1"-16,0-1 16,0 1-16,-29-30 0,29 29 15,0 1-15,0 29 16,0-30-16,0 0 0,0 1 0,-30 58 16,30-58-16,0-1 15,0 30-15,0 29 31,0-58-31,0-1 16,0 1 0</inkml:trace>
  <inkml:trace contextRef="#ctx0" brushRef="#br0" timeOffset="-163352.78">13529 13691 0,'30'0'16,"-1"0"-1,1 0 1,-30 30-16,29-30 0,59 0 15,-58 29-15,-1-29 0,60 0 16,-60 0-16,0 0 0,1 0 0,-1 0 0,30 0 16,-59 30-16,30-30 0,-1 0 0,1 0 0,-1 0 15,0 0-15,30 0 16,-29 0-16,-60 0 62</inkml:trace>
  <inkml:trace contextRef="#ctx0" brushRef="#br0" timeOffset="-162990.75">13971 13308 0,'0'30'0,"-30"29"16,1 29-1,29-58-15,0-1 0,-29 89 16,29-30-16,-30 0 15,30-58 1,0 29-16,-29-30 16,29 1-16,0-1 0,0 1 15,0-1 1</inkml:trace>
  <inkml:trace contextRef="#ctx0" brushRef="#br0" timeOffset="-162564.78">14619 13515 0,'29'0'32,"1"0"46,-30 29-78</inkml:trace>
  <inkml:trace contextRef="#ctx0" brushRef="#br0" timeOffset="-162082.78">14795 13868 0,'0'29'31,"-29"-29"-15,29 30-16,0-1 16,-30-29-1,30 30-15,-29-1 16,0 1-1,-30 28 1,29-28 0,1-1-1,-1 1-15,1-30 16,-1 0-16,30 29 31</inkml:trace>
  <inkml:trace contextRef="#ctx0" brushRef="#br0" timeOffset="-161168.72">12234 14869 0,'0'29'0,"-30"-29"16,30 30-16,0-1 15,-29-29-15,29 30 16,0-1-16,0 1 16,-30-1-1,30 1-15,0-1 16,0 0-16,0 1 0,0 29 16,0-30-16,30 30 15,-30-29-15,0-1 16,0 0-1,29-29-15</inkml:trace>
  <inkml:trace contextRef="#ctx0" brushRef="#br0" timeOffset="-160657.78">12175 14398 0,'0'29'32,"29"-29"-17,-29 30 1,30-30-1,-30 29 48</inkml:trace>
  <inkml:trace contextRef="#ctx0" brushRef="#br0" timeOffset="-159927.75">12970 15340 0,'29'0'32,"-29"-29"-17,30 29 1,29 0-16,29 0 15,-59 0-15,60 0 16,-60 0-16,1 0 0,-1 0 16,0 0-16,1 0 0,29 0 0,59 29 15,-89-29-15,0 0 16,1 0-16,-1 0 0,30 30 0,-29-30 16,29 0-16,-30 0 15,-58 0 48</inkml:trace>
  <inkml:trace contextRef="#ctx0" brushRef="#br0" timeOffset="-159474.72">13559 14928 0,'0'59'16,"0"-30"-16,0 1 0,0 29 16,0-30-16,29-29 0,-29 29 0,0 1 15,0 29 1,0-30-16,0 1 0,30-30 0,-30 29 0,0 30 15,0-30-15,29 30 16,-29-29-16,0-1 16,0 1-16,0-1 15,0 1 1</inkml:trace>
  <inkml:trace contextRef="#ctx0" brushRef="#br0" timeOffset="-158960.75">14177 15193 0,'29'0'62,"1"0"-46,-1 0-1,1 0-15,-1 0 16,1 0-16,-1 0 16,30 0-16,-30 0 15,30 29 1,-29-29-16,-1 0 0,1 0 0,-1 0 16,-29 30-1</inkml:trace>
  <inkml:trace contextRef="#ctx0" brushRef="#br0" timeOffset="-158480.78">14295 15517 0,'29'0'47,"1"0"-31,-1 0-1,1 0-15,-1 0 0,30 29 16,-30-29-16,30 0 15,-29 0-15,-1 0 0,1 30 16,-1-30 15</inkml:trace>
  <inkml:trace contextRef="#ctx0" brushRef="#br0" timeOffset="-157660.78">15355 14898 0,'0'30'16,"0"-1"-1,0 1-15,0-1 0,0 60 16,0-60-16,0 0 16,0 1-16,0-1 0,0 60 15,0-60-15,0 1 16,0-1-16,0 30 16,0-30-16,0 1 0,0-1 15,0 1-15,0-1 0,0 1 16</inkml:trace>
  <inkml:trace contextRef="#ctx0" brushRef="#br0" timeOffset="-157242.78">15914 15340 0,'30'0'109,"-30"30"-93</inkml:trace>
  <inkml:trace contextRef="#ctx0" brushRef="#br0" timeOffset="-156812.72">16091 15635 0,'0'29'47,"0"0"-31,-30 1-1,1-30-15,29 29 16,-30 1-16,1-30 16,0 29-1,-1 1-15,1-30 16,-1 0-16,30 29 0,-29-29 16,-30 0-1,29 0-15,1 0 0,-30 0 16,30 0-16,-1 0 0,-29 0 15,30 0-15,-1 0 16,-28 0-16,28 0 16</inkml:trace>
  <inkml:trace contextRef="#ctx0" brushRef="#br0" timeOffset="-155530.72">15826 13956 0,'0'30'15,"0"-1"1,0 1 0,0-1-1,0 0-15,0 1 0,0-1 16,0 30-16,0-29 15,0 29 1,29-30-16,-29 0 0,0 1 16,0-1-16,0 1 31</inkml:trace>
  <inkml:trace contextRef="#ctx0" brushRef="#br0" timeOffset="-155196.78">15855 13662 0,'0'29'32,"30"-29"14</inkml:trace>
  <inkml:trace contextRef="#ctx0" brushRef="#br0" timeOffset="-154652.78">16150 14251 0,'29'0'32,"1"0"-17,-1 0 1,0 0-16,1 0 16,-1 0-16,1 0 0,-1 0 15,30 0 1,-29 0-16,-1 0 47,-29 29-32,29-29 17</inkml:trace>
  <inkml:trace contextRef="#ctx0" brushRef="#br0" timeOffset="-154253.78">16120 14457 0,'30'0'16,"-1"0"0,1 0-16,-1 0 15,30 0 1,-30 0-16,-29 29 0,30-29 0,-1 0 0,30 0 15,-29 0-15,-1 0 0,0 30 16</inkml:trace>
  <inkml:trace contextRef="#ctx0" brushRef="#br0" timeOffset="-153803.78">16768 14251 0,'0'29'31,"29"-29"-15,-29 30-16,0-1 16,0 0-16,0 1 0,0 29 15,0-30-15,0 1 16,0-1-16,0 1 16,0-1-16,0 0 15,0 1 1,0-1-16,30-29 15,-30 30-15</inkml:trace>
  <inkml:trace contextRef="#ctx0" brushRef="#br0" timeOffset="-153470.75">16768 14015 0,'29'0'47,"1"0"-15,-30 30-17,29-30 16</inkml:trace>
  <inkml:trace contextRef="#ctx0" brushRef="#br0" timeOffset="-152973.58">17239 14575 0,'30'0'47,"-1"0"-31,0 0-1,30 0 1,-29 0-16,-1 0 0,60 0 16,-1 29-1,-29-29 1,-30 0-16,1 0 0,-1 0 16</inkml:trace>
  <inkml:trace contextRef="#ctx0" brushRef="#br0" timeOffset="-152603.75">17592 14427 0,'-29'0'0,"29"30"16,0-1-1,0 1-15,0-1 16,0 1-16,0-1 0,0 0 16,0 1-16,0-1 15,0 1 1,0-1-16,0 1 31,29-30-15</inkml:trace>
  <inkml:trace contextRef="#ctx0" brushRef="#br0" timeOffset="-151919.75">18181 14427 0,'-29'0'0,"29"30"15,0-1-15,-30-29 16,30 59-16,-29 0 16,29-30-16,0 30 15,0-29-15,0-1 16,0 1-1,0-1-15</inkml:trace>
  <inkml:trace contextRef="#ctx0" brushRef="#br0" timeOffset="-151521.75">18623 14457 0,'29'0'47</inkml:trace>
  <inkml:trace contextRef="#ctx0" brushRef="#br0" timeOffset="-151139.75">18564 14663 0,'30'29'16,"-30"1"15,29-30-15,-29 29-16,0 1 15,-29-1 1,29 1-1,0-1-15,-30-29 16,30 29-16,-29-29 16,-1 0-16,1 0 15,-30 0 1,29 0-16,1 0 0,0 0 0,-30 0 16,29 0-16,1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24C57-30BE-4816-B5A6-1E8DC3F2A46C}" type="datetimeFigureOut">
              <a:rPr lang="LID4096" smtClean="0"/>
              <a:t>09/25/2025</a:t>
            </a:fld>
            <a:endParaRPr lang="LID4096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75ECE-644E-483B-800D-5063223C36F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1902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59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593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707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906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477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5276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234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44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01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758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846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855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186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853B3-95C8-4BF8-BD47-E5356120F960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2268167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853B3-95C8-4BF8-BD47-E5356120F960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647547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853B3-95C8-4BF8-BD47-E5356120F960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3979471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853B3-95C8-4BF8-BD47-E5356120F960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1922812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853B3-95C8-4BF8-BD47-E5356120F960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5029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68DB09-4D6E-4772-BB61-FE91E715B1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81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2931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923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407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CB658C-C1A7-450C-89D2-DFF02B4821E9}" type="datetime1">
              <a:rPr lang="zh-TW" altLang="en-US"/>
              <a:pPr/>
              <a:t>2025/9/25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02A09-46C3-4B27-B4E1-E80642C831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846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2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2A27699-41AE-F3A2-BEA1-2869B23FEBB8}"/>
              </a:ext>
            </a:extLst>
          </p:cNvPr>
          <p:cNvSpPr/>
          <p:nvPr/>
        </p:nvSpPr>
        <p:spPr bwMode="auto">
          <a:xfrm>
            <a:off x="10240413" y="3492921"/>
            <a:ext cx="1438772" cy="365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16DD6-39D6-47E8-BFF0-7138469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38" y="44448"/>
            <a:ext cx="8229600" cy="838200"/>
          </a:xfrm>
        </p:spPr>
        <p:txBody>
          <a:bodyPr/>
          <a:lstStyle/>
          <a:p>
            <a:r>
              <a:rPr lang="en-US" dirty="0">
                <a:cs typeface="Calibri"/>
              </a:rPr>
              <a:t>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5AE1-A8C8-4198-9DF5-A9D98CC7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046375"/>
            <a:ext cx="7805877" cy="5463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int a=4;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“%d”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cs typeface="Calibri"/>
              </a:rPr>
              <a:t>printf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 and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cs typeface="Calibri"/>
              </a:rPr>
              <a:t>scanf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 functions</a:t>
            </a:r>
            <a:endParaRPr lang="en-US" sz="2400" dirty="0">
              <a:solidFill>
                <a:schemeClr val="bg1">
                  <a:lumMod val="50000"/>
                </a:schemeClr>
              </a:solidFill>
              <a:cs typeface="Calibri"/>
            </a:endParaRPr>
          </a:p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double b=1.0;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“%f”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cs typeface="Calibri"/>
              </a:rPr>
              <a:t>printf</a:t>
            </a:r>
            <a:endParaRPr lang="en-US" sz="2000" dirty="0">
              <a:solidFill>
                <a:schemeClr val="bg1">
                  <a:lumMod val="50000"/>
                </a:schemeClr>
              </a:solidFill>
              <a:cs typeface="Calibri"/>
            </a:endParaRP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“%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cs typeface="Calibri"/>
              </a:rPr>
              <a:t>lf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”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cs typeface="Calibri"/>
              </a:rPr>
              <a:t>scanf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 function</a:t>
            </a:r>
          </a:p>
          <a:p>
            <a:pPr lvl="1"/>
            <a:endParaRPr lang="en-US" sz="2400" dirty="0">
              <a:solidFill>
                <a:schemeClr val="bg1">
                  <a:lumMod val="50000"/>
                </a:schemeClr>
              </a:solidFill>
              <a:cs typeface="Calibri"/>
            </a:endParaRPr>
          </a:p>
          <a:p>
            <a:r>
              <a:rPr lang="en-US" sz="3600" dirty="0">
                <a:cs typeface="Calibri"/>
              </a:rPr>
              <a:t>char c=‘A’;</a:t>
            </a:r>
          </a:p>
          <a:p>
            <a:pPr lvl="1"/>
            <a:r>
              <a:rPr lang="en-US" dirty="0">
                <a:cs typeface="Calibri"/>
              </a:rPr>
              <a:t>“%c” in </a:t>
            </a:r>
            <a:r>
              <a:rPr lang="en-US" dirty="0" err="1">
                <a:cs typeface="Calibri"/>
              </a:rPr>
              <a:t>printf</a:t>
            </a:r>
            <a:r>
              <a:rPr lang="en-US" dirty="0">
                <a:cs typeface="Calibri"/>
              </a:rPr>
              <a:t> and </a:t>
            </a:r>
            <a:r>
              <a:rPr lang="en-US" dirty="0" err="1">
                <a:cs typeface="Calibri"/>
              </a:rPr>
              <a:t>scanf</a:t>
            </a:r>
            <a:r>
              <a:rPr lang="en-US" dirty="0">
                <a:cs typeface="Calibri"/>
              </a:rPr>
              <a:t> functions</a:t>
            </a:r>
          </a:p>
          <a:p>
            <a:pPr lvl="1"/>
            <a:r>
              <a:rPr lang="en-US" dirty="0" err="1">
                <a:cs typeface="Calibri"/>
              </a:rPr>
              <a:t>getchar</a:t>
            </a:r>
            <a:r>
              <a:rPr lang="en-US" dirty="0">
                <a:cs typeface="Calibri"/>
              </a:rPr>
              <a:t>(), </a:t>
            </a:r>
            <a:r>
              <a:rPr lang="en-US" dirty="0" err="1">
                <a:cs typeface="Calibri"/>
              </a:rPr>
              <a:t>putchar</a:t>
            </a:r>
            <a:r>
              <a:rPr lang="en-US" dirty="0">
                <a:cs typeface="Calibri"/>
              </a:rPr>
              <a:t>(</a:t>
            </a:r>
            <a:r>
              <a:rPr lang="en-US" dirty="0">
                <a:cs typeface="Calibri"/>
                <a:sym typeface="Wingdings 2" panose="05020102010507070707" pitchFamily="18" charset="2"/>
              </a:rPr>
              <a:t></a:t>
            </a:r>
            <a:r>
              <a:rPr lang="en-US" dirty="0">
                <a:cs typeface="Calibri"/>
              </a:rPr>
              <a:t>)</a:t>
            </a:r>
          </a:p>
          <a:p>
            <a:pPr lvl="1"/>
            <a:r>
              <a:rPr lang="en-US" dirty="0">
                <a:cs typeface="Calibri"/>
              </a:rPr>
              <a:t>ASCII table (char can be view as integer)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1DD-F40D-4842-86A4-8E565F1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D202E8-6503-11BC-A4ED-9A1DEAC85338}"/>
              </a:ext>
            </a:extLst>
          </p:cNvPr>
          <p:cNvSpPr txBox="1"/>
          <p:nvPr/>
        </p:nvSpPr>
        <p:spPr>
          <a:xfrm>
            <a:off x="6027900" y="1251558"/>
            <a:ext cx="613213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if(logical expression)  else</a:t>
            </a:r>
          </a:p>
          <a:p>
            <a:pPr marL="914400" lvl="1" indent="-457200">
              <a:buFont typeface="Calibri" panose="020F0502020204030204" pitchFamily="34" charset="0"/>
              <a:buChar char="‒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bool  true(1), false(0)</a:t>
            </a:r>
          </a:p>
          <a:p>
            <a:pPr marL="914400" lvl="1" indent="-457200">
              <a:buFont typeface="Calibri" panose="020F0502020204030204" pitchFamily="34" charset="0"/>
              <a:buChar char="‒"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cs typeface="Calibri"/>
              </a:rPr>
              <a:t>&amp;&amp; and      || or      ! Not</a:t>
            </a:r>
          </a:p>
          <a:p>
            <a:pPr marL="914400" lvl="1" indent="-457200">
              <a:buFont typeface="Calibri" panose="020F0502020204030204" pitchFamily="34" charset="0"/>
              <a:buChar char="‒"/>
            </a:pPr>
            <a:endParaRPr lang="en-US" altLang="zh-CN" sz="3200" dirty="0"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cs typeface="Calibri"/>
              </a:rPr>
              <a:t>Array</a:t>
            </a:r>
          </a:p>
          <a:p>
            <a:pPr marL="1028700" lvl="1" indent="-571500">
              <a:buFont typeface="Calibri" panose="020F0502020204030204" pitchFamily="34" charset="0"/>
              <a:buChar char="‒"/>
            </a:pPr>
            <a:r>
              <a:rPr lang="en-US" altLang="zh-CN" sz="3200" dirty="0">
                <a:cs typeface="Calibri"/>
              </a:rPr>
              <a:t>int a[5]={1,2,3}; // </a:t>
            </a:r>
            <a:r>
              <a:rPr lang="en-US" altLang="zh-CN" sz="3200" u="sng" dirty="0">
                <a:cs typeface="Calibri"/>
              </a:rPr>
              <a:t>1 2 3 0 0 </a:t>
            </a:r>
          </a:p>
          <a:p>
            <a:pPr marL="1028700" lvl="1" indent="-571500">
              <a:buFont typeface="Calibri" panose="020F0502020204030204" pitchFamily="34" charset="0"/>
              <a:buChar char="‒"/>
            </a:pPr>
            <a:r>
              <a:rPr lang="en-US" altLang="zh-CN" sz="3200" dirty="0">
                <a:cs typeface="Calibri"/>
              </a:rPr>
              <a:t>a[1]=10  // index 0 to 4(N-1)</a:t>
            </a:r>
          </a:p>
          <a:p>
            <a:pPr lvl="1"/>
            <a:endParaRPr lang="en-US" altLang="zh-CN" sz="3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5307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20"/>
              </a:spcBef>
            </a:pPr>
            <a:r>
              <a:rPr lang="en-US" sz="3600" dirty="0">
                <a:ea typeface="Calibri"/>
              </a:rPr>
              <a:t>1-D Array Examples</a:t>
            </a:r>
            <a:endParaRPr lang="en-US" sz="3600" dirty="0">
              <a:ea typeface="新細明體"/>
            </a:endParaRPr>
          </a:p>
          <a:p>
            <a:pPr lvl="1">
              <a:lnSpc>
                <a:spcPct val="90000"/>
              </a:lnSpc>
              <a:spcBef>
                <a:spcPts val="20"/>
              </a:spcBef>
            </a:pPr>
            <a:r>
              <a:rPr lang="en-US" altLang="zh-TW" sz="3200" dirty="0">
                <a:ea typeface="新細明體"/>
              </a:rPr>
              <a:t>Array as a </a:t>
            </a:r>
            <a:r>
              <a:rPr lang="en-US" altLang="zh-TW" sz="3200" b="1" dirty="0">
                <a:ea typeface="新細明體"/>
              </a:rPr>
              <a:t>lookup table</a:t>
            </a:r>
            <a:endParaRPr lang="en-US" sz="3200" b="1" dirty="0">
              <a:ea typeface="新細明體"/>
              <a:cs typeface="Calibri"/>
            </a:endParaRPr>
          </a:p>
          <a:p>
            <a:pPr lvl="2">
              <a:lnSpc>
                <a:spcPct val="90000"/>
              </a:lnSpc>
              <a:spcBef>
                <a:spcPts val="20"/>
              </a:spcBef>
              <a:buFont typeface="Wingdings" pitchFamily="34" charset="0"/>
              <a:buChar char="§"/>
            </a:pPr>
            <a:r>
              <a:rPr lang="en-US" sz="3200" dirty="0">
                <a:ea typeface="新細明體"/>
              </a:rPr>
              <a:t>Lab4 Ex2 Ex3 </a:t>
            </a:r>
            <a:endParaRPr lang="en-US" sz="3200" dirty="0">
              <a:ea typeface="新細明體"/>
              <a:cs typeface="Calibri"/>
            </a:endParaRPr>
          </a:p>
          <a:p>
            <a:pPr lvl="1">
              <a:lnSpc>
                <a:spcPct val="90000"/>
              </a:lnSpc>
              <a:spcBef>
                <a:spcPts val="20"/>
              </a:spcBef>
            </a:pPr>
            <a:r>
              <a:rPr lang="en-US" sz="3200" dirty="0">
                <a:ea typeface="新細明體"/>
              </a:rPr>
              <a:t>Array for </a:t>
            </a:r>
            <a:r>
              <a:rPr lang="en-US" sz="3200" b="1" dirty="0">
                <a:ea typeface="新細明體"/>
              </a:rPr>
              <a:t>counting</a:t>
            </a:r>
            <a:endParaRPr lang="en-US" sz="3200" b="1" dirty="0">
              <a:ea typeface="新細明體"/>
              <a:cs typeface="Calibri"/>
            </a:endParaRPr>
          </a:p>
          <a:p>
            <a:pPr lvl="2">
              <a:buFont typeface="Wingdings" pitchFamily="34" charset="0"/>
              <a:buChar char="§"/>
            </a:pPr>
            <a:r>
              <a:rPr lang="en-US" sz="3200" dirty="0">
                <a:ea typeface="新細明體"/>
              </a:rPr>
              <a:t>Lab4 Ex5</a:t>
            </a:r>
          </a:p>
          <a:p>
            <a:pPr lvl="8">
              <a:buFont typeface="Wingdings" pitchFamily="34" charset="0"/>
              <a:buChar char="§"/>
            </a:pPr>
            <a:endParaRPr lang="en-US" altLang="zh-TW" sz="3200" dirty="0">
              <a:ea typeface="新細明體" pitchFamily="18" charset="-120"/>
              <a:cs typeface="Calibri"/>
            </a:endParaRPr>
          </a:p>
          <a:p>
            <a:r>
              <a:rPr lang="en-US" altLang="zh-TW" sz="3600" b="1" dirty="0">
                <a:ea typeface="新細明體" pitchFamily="18" charset="-120"/>
              </a:rPr>
              <a:t>2-D Arrays</a:t>
            </a:r>
          </a:p>
          <a:p>
            <a:pPr lvl="1"/>
            <a:r>
              <a:rPr lang="en-US" altLang="zh-TW" sz="3200" dirty="0">
                <a:ea typeface="新細明體"/>
              </a:rPr>
              <a:t>Declaring and Initializing 2-D Arrays</a:t>
            </a:r>
            <a:endParaRPr lang="en-US" altLang="zh-TW" sz="3200" dirty="0">
              <a:ea typeface="新細明體"/>
              <a:cs typeface="Calibri"/>
            </a:endParaRPr>
          </a:p>
          <a:p>
            <a:pPr lvl="1"/>
            <a:r>
              <a:rPr lang="en-US" altLang="zh-TW" sz="3200" dirty="0">
                <a:ea typeface="新細明體"/>
              </a:rPr>
              <a:t>Example</a:t>
            </a:r>
            <a:endParaRPr lang="en-US" altLang="zh-TW" sz="3200" dirty="0">
              <a:ea typeface="新細明體"/>
              <a:cs typeface="Calibri"/>
            </a:endParaRPr>
          </a:p>
          <a:p>
            <a:pPr lvl="2">
              <a:buFont typeface="Wingdings" pitchFamily="34" charset="0"/>
              <a:buChar char="§"/>
            </a:pPr>
            <a:r>
              <a:rPr lang="en-US" altLang="zh-TW" sz="2800" dirty="0">
                <a:ea typeface="新細明體"/>
              </a:rPr>
              <a:t>Representing </a:t>
            </a:r>
            <a:r>
              <a:rPr lang="en-US" altLang="zh-TW" sz="2800" b="1" dirty="0">
                <a:ea typeface="新細明體"/>
              </a:rPr>
              <a:t>matrices</a:t>
            </a:r>
            <a:r>
              <a:rPr lang="en-US" altLang="zh-TW" sz="2800" dirty="0">
                <a:ea typeface="新細明體"/>
              </a:rPr>
              <a:t> and finding the transpose of a matrix</a:t>
            </a:r>
            <a:endParaRPr lang="en-US" altLang="zh-TW" sz="2800" dirty="0">
              <a:ea typeface="新細明體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28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8278-E3CF-16E0-5802-60765EC1B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782167"/>
            <a:ext cx="11910647" cy="4390033"/>
          </a:xfrm>
        </p:spPr>
        <p:txBody>
          <a:bodyPr/>
          <a:lstStyle/>
          <a:p>
            <a:r>
              <a:rPr lang="en-US" altLang="zh-CN" dirty="0"/>
              <a:t>Task</a:t>
            </a:r>
          </a:p>
          <a:p>
            <a:pPr lvl="1"/>
            <a:r>
              <a:rPr lang="en-US" altLang="zh-CN" sz="3200" dirty="0"/>
              <a:t>Input: Month No.</a:t>
            </a:r>
          </a:p>
          <a:p>
            <a:pPr lvl="1"/>
            <a:r>
              <a:rPr lang="en-US" altLang="zh-CN" sz="3200" dirty="0"/>
              <a:t>Output: # of days in this month</a:t>
            </a:r>
            <a:endParaRPr lang="zh-CN" alt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5F416-B9EA-2E2C-1EAB-053DFE32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6EFB0D6-9073-B917-52B1-C6E18556C265}"/>
                  </a:ext>
                </a:extLst>
              </p14:cNvPr>
              <p14:cNvContentPartPr/>
              <p14:nvPr/>
            </p14:nvContentPartPr>
            <p14:xfrm>
              <a:off x="9966528" y="1901736"/>
              <a:ext cx="467280" cy="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6EFB0D6-9073-B917-52B1-C6E18556C2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7528" y="1883736"/>
                <a:ext cx="4849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B1A4B64-9E7E-28CD-29BC-593F5BD7A13F}"/>
              </a:ext>
            </a:extLst>
          </p:cNvPr>
          <p:cNvGrpSpPr/>
          <p:nvPr/>
        </p:nvGrpSpPr>
        <p:grpSpPr>
          <a:xfrm>
            <a:off x="8808131" y="783508"/>
            <a:ext cx="2925064" cy="5572845"/>
            <a:chOff x="7700264" y="783508"/>
            <a:chExt cx="2925064" cy="5572845"/>
          </a:xfrm>
        </p:grpSpPr>
        <p:pic>
          <p:nvPicPr>
            <p:cNvPr id="1026" name="Picture 2" descr="Months in a Year: Complete Guide for Students">
              <a:extLst>
                <a:ext uri="{FF2B5EF4-FFF2-40B4-BE49-F238E27FC236}">
                  <a16:creationId xmlns:a16="http://schemas.microsoft.com/office/drawing/2014/main" id="{2ECB51CF-0ED2-2C25-C00A-F02BA2C02D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62" r="26677"/>
            <a:stretch>
              <a:fillRect/>
            </a:stretch>
          </p:blipFill>
          <p:spPr bwMode="auto">
            <a:xfrm>
              <a:off x="7700264" y="783508"/>
              <a:ext cx="2925064" cy="5572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81FC1D-048B-230B-B363-99E86F1FAC70}"/>
                    </a:ext>
                  </a:extLst>
                </p14:cNvPr>
                <p14:cNvContentPartPr/>
                <p14:nvPr/>
              </p14:nvContentPartPr>
              <p14:xfrm>
                <a:off x="9957528" y="1892736"/>
                <a:ext cx="47592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81FC1D-048B-230B-B363-99E86F1FAC7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21528" y="1856736"/>
                  <a:ext cx="54756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Rectangle 2">
            <a:extLst>
              <a:ext uri="{FF2B5EF4-FFF2-40B4-BE49-F238E27FC236}">
                <a16:creationId xmlns:a16="http://schemas.microsoft.com/office/drawing/2014/main" id="{680E5646-CE72-EC4A-C342-BE3C2254F9CD}"/>
              </a:ext>
            </a:extLst>
          </p:cNvPr>
          <p:cNvSpPr txBox="1">
            <a:spLocks noChangeArrowheads="1"/>
          </p:cNvSpPr>
          <p:nvPr/>
        </p:nvSpPr>
        <p:spPr>
          <a:xfrm>
            <a:off x="1752601" y="165101"/>
            <a:ext cx="8762999" cy="76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>
                <a:ea typeface="新細明體"/>
              </a:rPr>
              <a:t>2.1. Array as a Lookup Table </a:t>
            </a:r>
            <a:endParaRPr lang="en-US" altLang="zh-TW" dirty="0">
              <a:ea typeface="新細明體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1F036-A6CD-9B7C-88FD-7E3448683066}"/>
              </a:ext>
            </a:extLst>
          </p:cNvPr>
          <p:cNvSpPr txBox="1"/>
          <p:nvPr/>
        </p:nvSpPr>
        <p:spPr>
          <a:xfrm>
            <a:off x="2189120" y="178216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rPr>
              <a:t>How many days in month x?</a:t>
            </a:r>
            <a:endParaRPr kumimoji="0" lang="zh-CN" altLang="en-US" sz="32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4DABE-6BEE-E9E8-DC35-0683E25EA65D}"/>
              </a:ext>
            </a:extLst>
          </p:cNvPr>
          <p:cNvSpPr txBox="1"/>
          <p:nvPr/>
        </p:nvSpPr>
        <p:spPr>
          <a:xfrm>
            <a:off x="187568" y="4167000"/>
            <a:ext cx="8526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[12] = { 31, 28, 31, 30, 31, 30,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31, 31, 30, 31, 30, 31 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C0C85A-6BFC-D94E-F42C-18C3BE885A80}"/>
              </a:ext>
            </a:extLst>
          </p:cNvPr>
          <p:cNvSpPr txBox="1"/>
          <p:nvPr/>
        </p:nvSpPr>
        <p:spPr>
          <a:xfrm>
            <a:off x="2021480" y="529271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TW" sz="3200" b="1" dirty="0" err="1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lang="en-US" altLang="zh-TW" sz="3200" b="1" dirty="0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[ </a:t>
            </a:r>
            <a:r>
              <a:rPr lang="en-US" altLang="zh-TW" sz="3200" b="1" dirty="0">
                <a:solidFill>
                  <a:srgbClr val="C000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???</a:t>
            </a:r>
            <a:r>
              <a:rPr lang="en-US" altLang="zh-TW" sz="3200" b="1" dirty="0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]</a:t>
            </a:r>
            <a:endParaRPr kumimoji="0" lang="zh-CN" altLang="en-US" sz="32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1920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65101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2.1. Array as a Lookup Table 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1752601" y="1066800"/>
            <a:ext cx="8762999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Advantage: No need for several 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 statements</a:t>
            </a: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1985963" y="1600200"/>
            <a:ext cx="85296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[month-1] =&gt; # of days in "month"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[12] = { 31, 28, 31, 30, 31, 30,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31, 31, 30, 31, 30, 31 };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month;      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To store user input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days;       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To store # of days in the given month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, &amp;month);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assume we forget the existence of leap year for now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days = </a:t>
            </a:r>
            <a:r>
              <a:rPr kumimoji="0" lang="en-US" altLang="zh-TW" sz="200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kumimoji="0" lang="en-US" altLang="zh-TW" sz="20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[month - 1]; 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highlight>
                <a:srgbClr val="FFFF00"/>
              </a:highlight>
              <a:uLnTx/>
              <a:uFillTx/>
              <a:latin typeface="Consolas"/>
              <a:ea typeface="新細明體"/>
              <a:cs typeface="Arial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"The input month has %d days!\n"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, days);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52601" y="5486401"/>
            <a:ext cx="876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condition for checking if a year is a leap year is a bit long and is omitted in this example.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FACEBCD-F45A-D543-8F51-5A3A1709A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002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2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4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6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7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8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9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10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11</a:t>
            </a:r>
          </a:p>
          <a:p>
            <a:pPr marL="0" marR="0" lvl="0" indent="0" algn="l" defTabSz="4635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1A9E041-5A13-564D-AC38-9BD1CC24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254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1"/>
            <a:ext cx="8686800" cy="766763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2.1. Array as a Lookup Table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1228725" y="1239018"/>
            <a:ext cx="101917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General Idea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: Map a value to an array index.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Given 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x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Calculate the 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index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 to the array element based on the value of 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x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Access array[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index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]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471226" y="3564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rPr>
              <a:t>31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471226" y="3945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rPr>
              <a:t>28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471226" y="4326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rPr>
              <a:t>31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114635" y="3564882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114635" y="396016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8114635" y="4298307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8806189" y="4766866"/>
            <a:ext cx="266420" cy="782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8142090" y="4790865"/>
            <a:ext cx="266419" cy="782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r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r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8471226" y="5602410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rPr>
              <a:t>31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6723321" y="5521525"/>
            <a:ext cx="17940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N=12       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2372938" y="4315425"/>
            <a:ext cx="102175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  <a:endParaRPr kumimoji="1" lang="en-US" altLang="zh-TW" sz="1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4710689" y="4284444"/>
            <a:ext cx="214225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index = f(</a:t>
            </a: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Index=month-1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056263" y="4517383"/>
            <a:ext cx="18288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endCxn id="10" idx="1"/>
          </p:cNvCxnSpPr>
          <p:nvPr/>
        </p:nvCxnSpPr>
        <p:spPr>
          <a:xfrm flipV="1">
            <a:off x="6695015" y="4160224"/>
            <a:ext cx="1419620" cy="36571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32699" y="3943681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509496" y="4024346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7156086" y="3873077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4635" y="2882085"/>
            <a:ext cx="15776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</a:p>
          <a:p>
            <a:pPr lvl="0" algn="ctr">
              <a:defRPr/>
            </a:pPr>
            <a:r>
              <a:rPr lang="en-US" altLang="zh-TW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279B86DF-348C-C843-B3E6-5E43311D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C82DEB1C-23F2-FD91-9245-8AF608F9D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2951" y="3106491"/>
            <a:ext cx="1375698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5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# of days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5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Jan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5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Feb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5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March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5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Dec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89EB6-E3B8-212C-4611-78234A90DF5E}"/>
              </a:ext>
            </a:extLst>
          </p:cNvPr>
          <p:cNvSpPr txBox="1"/>
          <p:nvPr/>
        </p:nvSpPr>
        <p:spPr>
          <a:xfrm>
            <a:off x="508951" y="298010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rPr>
              <a:t>How many days in month x?</a:t>
            </a:r>
            <a:endParaRPr kumimoji="0" lang="zh-CN" altLang="en-US" sz="32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50D2B6-514F-CED9-33CA-48DC516E5C66}"/>
              </a:ext>
            </a:extLst>
          </p:cNvPr>
          <p:cNvSpPr txBox="1"/>
          <p:nvPr/>
        </p:nvSpPr>
        <p:spPr>
          <a:xfrm>
            <a:off x="579972" y="5267926"/>
            <a:ext cx="3665850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40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kumimoji="1" lang="en-US" altLang="zh-TW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[</a:t>
            </a:r>
            <a:r>
              <a:rPr kumimoji="1" lang="en-US" altLang="zh-TW" sz="2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0</a:t>
            </a:r>
            <a:r>
              <a:rPr kumimoji="1" lang="en-US" altLang="zh-TW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] 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to access the # of days in Jan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75828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1"/>
            <a:ext cx="8686800" cy="766763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2.1. Array as a Lookup Table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1228725" y="1239018"/>
            <a:ext cx="101917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General Idea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: Map a value to an array index.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Given 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x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Calculate the 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index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 to the array element based on the value of 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x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Access array[</a:t>
            </a:r>
            <a:r>
              <a:rPr kumimoji="1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index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]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471226" y="3564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471226" y="3945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471226" y="4326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114635" y="3564882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114635" y="396016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8114635" y="4298307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8806189" y="4766866"/>
            <a:ext cx="266420" cy="782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8142090" y="4790865"/>
            <a:ext cx="266419" cy="782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r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marR="0" lvl="0" indent="0" algn="r" defTabSz="914400" rtl="0" eaLnBrk="1" fontAlgn="auto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8471226" y="5602410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7913060" y="5614078"/>
            <a:ext cx="5581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N-1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2732699" y="4246218"/>
            <a:ext cx="3177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endParaRPr kumimoji="1" lang="en-US" altLang="zh-TW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4885064" y="4286550"/>
            <a:ext cx="15665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index = f(</a:t>
            </a: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056263" y="4517383"/>
            <a:ext cx="18288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3" idx="3"/>
          </p:cNvCxnSpPr>
          <p:nvPr/>
        </p:nvCxnSpPr>
        <p:spPr>
          <a:xfrm flipV="1">
            <a:off x="6451647" y="4121432"/>
            <a:ext cx="1557617" cy="39595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32699" y="3943681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509496" y="4024346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7442944" y="3721809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9500" y="310649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279B86DF-348C-C843-B3E6-5E43311D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DBAA85-8D2D-8798-6FD1-075C0576112F}"/>
              </a:ext>
            </a:extLst>
          </p:cNvPr>
          <p:cNvSpPr txBox="1"/>
          <p:nvPr/>
        </p:nvSpPr>
        <p:spPr>
          <a:xfrm>
            <a:off x="2317412" y="5250995"/>
            <a:ext cx="4502674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array[</a:t>
            </a:r>
            <a:r>
              <a:rPr kumimoji="1" lang="en-US" altLang="zh-TW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index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] 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to access data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004692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6DD6-39D6-47E8-BFF0-7138469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38" y="44448"/>
            <a:ext cx="8229600" cy="838200"/>
          </a:xfrm>
        </p:spPr>
        <p:txBody>
          <a:bodyPr/>
          <a:lstStyle/>
          <a:p>
            <a:r>
              <a:rPr lang="en-US" dirty="0">
                <a:cs typeface="Calibri"/>
              </a:rPr>
              <a:t>2. 1-D Array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5AE1-A8C8-4198-9DF5-A9D98CC7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362074"/>
            <a:ext cx="11910647" cy="4810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cs typeface="Calibri"/>
              </a:rPr>
              <a:t>Array as a lookup table</a:t>
            </a:r>
          </a:p>
          <a:p>
            <a:pPr lvl="1"/>
            <a:r>
              <a:rPr lang="en-US" sz="3200" dirty="0">
                <a:cs typeface="Calibri"/>
              </a:rPr>
              <a:t>Lab4 Ex2 Ex3 </a:t>
            </a:r>
          </a:p>
          <a:p>
            <a:endParaRPr lang="en-US" sz="3600" dirty="0">
              <a:cs typeface="Calibri"/>
            </a:endParaRPr>
          </a:p>
          <a:p>
            <a:endParaRPr lang="en-US" sz="3600" dirty="0">
              <a:cs typeface="Calibri"/>
            </a:endParaRPr>
          </a:p>
          <a:p>
            <a:r>
              <a:rPr lang="en-US" sz="4000" b="1" dirty="0">
                <a:cs typeface="Calibri"/>
              </a:rPr>
              <a:t>Array for counting</a:t>
            </a:r>
          </a:p>
          <a:p>
            <a:pPr lvl="1"/>
            <a:r>
              <a:rPr lang="en-US" sz="3200" dirty="0">
                <a:cs typeface="Calibri"/>
              </a:rPr>
              <a:t>Lab4 Ex5 </a:t>
            </a:r>
          </a:p>
          <a:p>
            <a:endParaRPr lang="en-US" sz="3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1DD-F40D-4842-86A4-8E565F1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7046A96-AC6D-2D2E-8920-720E34329491}"/>
              </a:ext>
            </a:extLst>
          </p:cNvPr>
          <p:cNvGrpSpPr/>
          <p:nvPr/>
        </p:nvGrpSpPr>
        <p:grpSpPr>
          <a:xfrm>
            <a:off x="5671857" y="1076603"/>
            <a:ext cx="1496427" cy="2907697"/>
            <a:chOff x="8910171" y="1362074"/>
            <a:chExt cx="1496427" cy="29076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7B21C3-44FC-E3C7-4BC2-080237995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1820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1DCCD8-A097-3179-15A0-1822AB6DB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2201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6EE6D8-0F05-B0CE-3812-3650982DE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2582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8FE3A6C6-7978-E265-BA3E-3944775F8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1820465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5C4DE3AD-47D9-3054-B79F-95FE2620E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2215752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A54D01C8-89C6-7112-4D61-EE46B6C8B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2553890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1" name="Text Box 22">
              <a:extLst>
                <a:ext uri="{FF2B5EF4-FFF2-40B4-BE49-F238E27FC236}">
                  <a16:creationId xmlns:a16="http://schemas.microsoft.com/office/drawing/2014/main" id="{4ACB8D22-85FE-10C6-31A1-0C1C24815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03300" y="3022449"/>
              <a:ext cx="266420" cy="782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</p:txBody>
        </p:sp>
        <p:sp>
          <p:nvSpPr>
            <p:cNvPr id="12" name="Text Box 23">
              <a:extLst>
                <a:ext uri="{FF2B5EF4-FFF2-40B4-BE49-F238E27FC236}">
                  <a16:creationId xmlns:a16="http://schemas.microsoft.com/office/drawing/2014/main" id="{91350179-E998-2DF2-3095-3902CE44F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9201" y="3046448"/>
              <a:ext cx="266419" cy="782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2535C87E-DA3A-9EA3-9393-0FC599852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3857993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572437C6-9657-7C96-FDE0-910FFA696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0171" y="3869661"/>
              <a:ext cx="5581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N-1</a:t>
              </a:r>
            </a:p>
          </p:txBody>
        </p:sp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1C575959-0F54-5EEC-4EF6-CC34D578714C}"/>
                </a:ext>
              </a:extLst>
            </p:cNvPr>
            <p:cNvSpPr/>
            <p:nvPr/>
          </p:nvSpPr>
          <p:spPr>
            <a:xfrm>
              <a:off x="9516611" y="1362074"/>
              <a:ext cx="88998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新細明體" pitchFamily="18" charset="-120"/>
                  <a:cs typeface="+mn-cs"/>
                </a:rPr>
                <a:t>array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EFDE010-018B-14E4-A941-35FD3E4BF82F}"/>
              </a:ext>
            </a:extLst>
          </p:cNvPr>
          <p:cNvSpPr txBox="1"/>
          <p:nvPr/>
        </p:nvSpPr>
        <p:spPr>
          <a:xfrm>
            <a:off x="7812733" y="1852920"/>
            <a:ext cx="1937893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array[</a:t>
            </a:r>
            <a:r>
              <a:rPr kumimoji="1" lang="en-US" altLang="zh-TW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index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] 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to access data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61462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65101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>
                <a:ea typeface="新細明體"/>
              </a:rPr>
              <a:t>2.2. Array for Counting 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B465E-868C-DF47-9F92-48DC485C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501104" y="1217352"/>
            <a:ext cx="11490758" cy="1576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Here are </a:t>
            </a:r>
            <a:r>
              <a:rPr kumimoji="0" lang="en-US" altLang="zh-TW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five candidates </a:t>
            </a:r>
            <a:r>
              <a:rPr lang="en-US" altLang="zh-TW" sz="28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for student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president</a:t>
            </a:r>
            <a:r>
              <a:rPr lang="en-US" altLang="zh-TW" sz="28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/chairman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 of one collage.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Now, </a:t>
            </a:r>
            <a:r>
              <a:rPr kumimoji="0" lang="en-US" altLang="zh-TW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voting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 for them.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3A4D01C-52DA-5218-B16A-42B7D289CAD9}"/>
              </a:ext>
            </a:extLst>
          </p:cNvPr>
          <p:cNvGrpSpPr/>
          <p:nvPr/>
        </p:nvGrpSpPr>
        <p:grpSpPr>
          <a:xfrm>
            <a:off x="4743438" y="3318143"/>
            <a:ext cx="1440000" cy="2535126"/>
            <a:chOff x="4793480" y="2353711"/>
            <a:chExt cx="1440000" cy="2535126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539C168D-C4B6-4F20-9710-5DE947D0E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8F484942-AFAE-44BD-857D-7D6496221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84E586BC-FD0F-4995-A702-E9781023F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2B503C4F-5A27-496B-8FB7-5CA4B7A02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5336F1A2-879A-4F67-89B7-4E89C3D0A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6" name="Rectangle 24">
            <a:extLst>
              <a:ext uri="{FF2B5EF4-FFF2-40B4-BE49-F238E27FC236}">
                <a16:creationId xmlns:a16="http://schemas.microsoft.com/office/drawing/2014/main" id="{AAC01226-D561-41CB-ABC1-6F399AFF6F99}"/>
              </a:ext>
            </a:extLst>
          </p:cNvPr>
          <p:cNvSpPr/>
          <p:nvPr/>
        </p:nvSpPr>
        <p:spPr>
          <a:xfrm>
            <a:off x="4895757" y="2801955"/>
            <a:ext cx="1135361" cy="461665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45D1089-E7EA-0238-E3FB-A6BF99B49C5F}"/>
              </a:ext>
            </a:extLst>
          </p:cNvPr>
          <p:cNvGrpSpPr/>
          <p:nvPr/>
        </p:nvGrpSpPr>
        <p:grpSpPr>
          <a:xfrm>
            <a:off x="501104" y="3268510"/>
            <a:ext cx="3874649" cy="2589802"/>
            <a:chOff x="10093839" y="723543"/>
            <a:chExt cx="1791825" cy="1436352"/>
          </a:xfrm>
        </p:grpSpPr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92693996-7F2C-4B7E-B545-4640CFB24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723543"/>
              <a:ext cx="1676182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Candidate1: </a:t>
              </a:r>
              <a:r>
                <a:rPr lang="en-US" sz="2400" b="0" i="0" dirty="0">
                  <a:effectLst/>
                  <a:latin typeface="-apple-system"/>
                </a:rPr>
                <a:t>David Johnson</a:t>
              </a: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A008B11A-BB85-4126-A36E-72609ED86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018619"/>
              <a:ext cx="167882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Candidate2: </a:t>
              </a:r>
              <a:r>
                <a:rPr lang="en-US" sz="2400" b="0" i="0" dirty="0">
                  <a:effectLst/>
                  <a:latin typeface="-apple-system"/>
                </a:rPr>
                <a:t>Jennifer Brown</a:t>
              </a: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9905E84C-6BF2-40F0-89C0-1F8E264D0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313695"/>
              <a:ext cx="1537706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Candidate3: </a:t>
              </a:r>
              <a:r>
                <a:rPr lang="en-US" sz="2400" b="0" i="0" dirty="0">
                  <a:effectLst/>
                  <a:latin typeface="-apple-system"/>
                </a:rPr>
                <a:t>James Miller</a:t>
              </a:r>
            </a:p>
          </p:txBody>
        </p:sp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8BEE63E3-E0E9-4287-A13F-51C2BEE93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903847"/>
              <a:ext cx="1791825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Candidate5: </a:t>
              </a:r>
              <a:r>
                <a:rPr lang="en-US" sz="2400" b="0" i="0" dirty="0">
                  <a:effectLst/>
                  <a:latin typeface="-apple-system"/>
                </a:rPr>
                <a:t>Robert Anderson</a:t>
              </a: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F5501232-F18A-415A-BBE1-BF92F5BA3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608771"/>
              <a:ext cx="1751588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Candidate4: </a:t>
              </a:r>
              <a:r>
                <a:rPr lang="en-US" sz="2400" b="0" i="0" dirty="0">
                  <a:effectLst/>
                  <a:latin typeface="-apple-system"/>
                </a:rPr>
                <a:t>Jessica Martinez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14:cNvPr>
              <p14:cNvContentPartPr/>
              <p14:nvPr/>
            </p14:nvContentPartPr>
            <p14:xfrm>
              <a:off x="5260440" y="3339000"/>
              <a:ext cx="2978640" cy="23745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1080" y="3329640"/>
                <a:ext cx="2997360" cy="2393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Rectangle 24">
            <a:extLst>
              <a:ext uri="{FF2B5EF4-FFF2-40B4-BE49-F238E27FC236}">
                <a16:creationId xmlns:a16="http://schemas.microsoft.com/office/drawing/2014/main" id="{185F29C6-367F-7E56-5A33-C795138FE645}"/>
              </a:ext>
            </a:extLst>
          </p:cNvPr>
          <p:cNvSpPr/>
          <p:nvPr/>
        </p:nvSpPr>
        <p:spPr>
          <a:xfrm>
            <a:off x="7541368" y="3397477"/>
            <a:ext cx="4450494" cy="2677656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 to store the count for each candidates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800" b="1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ea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800" b="1" i="0" u="none" strike="noStrike" kern="120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At first, they are all ZERO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8F0C8B-FB05-59FD-BB2D-8ACD18CDE4F7}"/>
              </a:ext>
            </a:extLst>
          </p:cNvPr>
          <p:cNvSpPr txBox="1"/>
          <p:nvPr/>
        </p:nvSpPr>
        <p:spPr>
          <a:xfrm>
            <a:off x="4895757" y="2002648"/>
            <a:ext cx="611419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400" b="1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[5] = {</a:t>
            </a:r>
            <a:r>
              <a:rPr lang="en-US" altLang="zh-TW" sz="2400" b="1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0 }; </a:t>
            </a:r>
            <a:endParaRPr lang="LID4096" sz="2400" b="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F1EF723-C05A-91C9-DEC4-BE031B1A312C}"/>
              </a:ext>
            </a:extLst>
          </p:cNvPr>
          <p:cNvGrpSpPr/>
          <p:nvPr/>
        </p:nvGrpSpPr>
        <p:grpSpPr>
          <a:xfrm>
            <a:off x="5264702" y="3245210"/>
            <a:ext cx="397469" cy="2680941"/>
            <a:chOff x="5938936" y="2542193"/>
            <a:chExt cx="397469" cy="1469717"/>
          </a:xfrm>
        </p:grpSpPr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8C0B52E4-D292-ADCB-1468-628E697CA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349" y="3116762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4" name="Text Box 10">
              <a:extLst>
                <a:ext uri="{FF2B5EF4-FFF2-40B4-BE49-F238E27FC236}">
                  <a16:creationId xmlns:a16="http://schemas.microsoft.com/office/drawing/2014/main" id="{EB6B794D-99B0-1299-EF62-650325407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767" y="3404047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5" name="Text Box 8">
              <a:extLst>
                <a:ext uri="{FF2B5EF4-FFF2-40B4-BE49-F238E27FC236}">
                  <a16:creationId xmlns:a16="http://schemas.microsoft.com/office/drawing/2014/main" id="{0886CDC4-6250-42BA-4F72-BC8ECC8F3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349" y="2542193"/>
              <a:ext cx="393056" cy="3587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6" name="Text Box 9">
              <a:extLst>
                <a:ext uri="{FF2B5EF4-FFF2-40B4-BE49-F238E27FC236}">
                  <a16:creationId xmlns:a16="http://schemas.microsoft.com/office/drawing/2014/main" id="{4E9B7C92-0E29-B68C-B942-CA2F468E2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349" y="2829477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F142B402-1BBE-DBF6-54A3-DCD204D11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8936" y="3691331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C924C51-8913-4010-0500-0BEA65B26FC3}"/>
              </a:ext>
            </a:extLst>
          </p:cNvPr>
          <p:cNvGrpSpPr/>
          <p:nvPr/>
        </p:nvGrpSpPr>
        <p:grpSpPr>
          <a:xfrm>
            <a:off x="6232955" y="2771395"/>
            <a:ext cx="867673" cy="3081874"/>
            <a:chOff x="6121903" y="2739577"/>
            <a:chExt cx="867673" cy="3081874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7A1C-1619-8A9F-BB88-A3CA95D1D835}"/>
                </a:ext>
              </a:extLst>
            </p:cNvPr>
            <p:cNvGrpSpPr/>
            <p:nvPr/>
          </p:nvGrpSpPr>
          <p:grpSpPr>
            <a:xfrm>
              <a:off x="6244612" y="3263620"/>
              <a:ext cx="533725" cy="2557831"/>
              <a:chOff x="5802680" y="2542193"/>
              <a:chExt cx="533725" cy="1402227"/>
            </a:xfrm>
          </p:grpSpPr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EAD183F6-8688-4E01-89ED-1CD20DCA46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7093" y="3116762"/>
                <a:ext cx="529312" cy="2530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[2]</a:t>
                </a:r>
              </a:p>
            </p:txBody>
          </p: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61865ED1-8A6F-43EA-8A83-70D72D93C6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4511" y="3404047"/>
                <a:ext cx="529312" cy="2530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[3]</a:t>
                </a:r>
              </a:p>
            </p:txBody>
          </p:sp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22CBE6FA-4E62-467F-BAEF-8B90C4844B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7093" y="2542193"/>
                <a:ext cx="529312" cy="2530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[0]</a:t>
                </a:r>
              </a:p>
            </p:txBody>
          </p:sp>
          <p:sp>
            <p:nvSpPr>
              <p:cNvPr id="12" name="Text Box 9">
                <a:extLst>
                  <a:ext uri="{FF2B5EF4-FFF2-40B4-BE49-F238E27FC236}">
                    <a16:creationId xmlns:a16="http://schemas.microsoft.com/office/drawing/2014/main" id="{22051143-EA71-4A76-A490-3646B79273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7093" y="2829477"/>
                <a:ext cx="529312" cy="2530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[1]</a:t>
                </a:r>
              </a:p>
            </p:txBody>
          </p:sp>
          <p:sp>
            <p:nvSpPr>
              <p:cNvPr id="15" name="Text Box 10">
                <a:extLst>
                  <a:ext uri="{FF2B5EF4-FFF2-40B4-BE49-F238E27FC236}">
                    <a16:creationId xmlns:a16="http://schemas.microsoft.com/office/drawing/2014/main" id="{A4FD2417-F253-4EBE-A750-F426BA3C5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2680" y="3691331"/>
                <a:ext cx="529312" cy="2530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[4]</a:t>
                </a:r>
              </a:p>
            </p:txBody>
          </p:sp>
        </p:grpSp>
        <p:sp>
          <p:nvSpPr>
            <p:cNvPr id="38" name="Text Box 8">
              <a:extLst>
                <a:ext uri="{FF2B5EF4-FFF2-40B4-BE49-F238E27FC236}">
                  <a16:creationId xmlns:a16="http://schemas.microsoft.com/office/drawing/2014/main" id="{3ED9F75D-CE46-9E13-66D5-C4FA046B0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1903" y="2739577"/>
              <a:ext cx="86767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0558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9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65101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>
                <a:ea typeface="新細明體"/>
              </a:rPr>
              <a:t>2.2. Array for Counting 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D65ABC-EE2C-7D45-89DC-8B30E5DF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00" y="1561940"/>
            <a:ext cx="489702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10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B465E-868C-DF47-9F92-48DC485C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1752601" y="1066800"/>
            <a:ext cx="8762999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Let's count the Voting results of 5 Candidates!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940402" y="1561941"/>
            <a:ext cx="10699780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[5] = {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0 };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// All</a:t>
            </a:r>
            <a:r>
              <a:rPr kumimoji="0" lang="en-US" altLang="zh-TW" sz="1800" b="0" i="0" u="none" strike="noStrike" kern="1200" cap="none" spc="0" normalizeH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counts are set to 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/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To store user input, assuming valid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"Enter students' ratings (1 to 5 stars): 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Consolas" panose="020B0609020204030204" pitchFamily="49" charset="0"/>
            </a:endParaRPr>
          </a:p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read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 results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from the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students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, one-by-one, and tally</a:t>
            </a:r>
          </a:p>
          <a:p>
            <a:pPr lvl="0"/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, &amp;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); 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Get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as 1 – 5 from 1</a:t>
            </a:r>
            <a:r>
              <a:rPr kumimoji="0" lang="en-US" altLang="zh-TW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st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student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lvl="0"/>
            <a:r>
              <a:rPr lang="en-US" altLang="zh-TW" sz="200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</a:t>
            </a:r>
            <a:r>
              <a:rPr lang="en-US" altLang="zh-TW" sz="200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voting-1</a:t>
            </a:r>
            <a:r>
              <a:rPr kumimoji="0" lang="en-US" altLang="zh-TW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]++;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Map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to 0 – 4, update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 ]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pPr lvl="0"/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 results of Candidate 1 to 5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: %d %d %d %d %d\n"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</a:t>
            </a:r>
          </a:p>
          <a:p>
            <a:pPr lvl="0"/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[0],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[1],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[2],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[3],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[4]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);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D242BD-1189-C5EC-4110-C1429D2B1D4E}"/>
              </a:ext>
            </a:extLst>
          </p:cNvPr>
          <p:cNvGrpSpPr/>
          <p:nvPr/>
        </p:nvGrpSpPr>
        <p:grpSpPr>
          <a:xfrm>
            <a:off x="8753434" y="805750"/>
            <a:ext cx="1649689" cy="1828079"/>
            <a:chOff x="9924826" y="4086507"/>
            <a:chExt cx="1649689" cy="1828079"/>
          </a:xfrm>
        </p:grpSpPr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92693996-7F2C-4B7E-B545-4640CFB24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4086507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Candidate1</a:t>
              </a: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A008B11A-BB85-4126-A36E-72609ED86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4428111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Candidate2</a:t>
              </a: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9905E84C-6BF2-40F0-89C0-1F8E264D0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4769715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Candidate3</a:t>
              </a:r>
            </a:p>
          </p:txBody>
        </p:sp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8BEE63E3-E0E9-4287-A13F-51C2BEE93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9387" y="5452921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Candidate5</a:t>
              </a: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F5501232-F18A-415A-BBE1-BF92F5BA3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5111319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Candidate4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14:cNvPr>
              <p14:cNvContentPartPr/>
              <p14:nvPr/>
            </p14:nvContentPartPr>
            <p14:xfrm>
              <a:off x="5260440" y="3339000"/>
              <a:ext cx="2978640" cy="23745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1080" y="3329640"/>
                <a:ext cx="2997360" cy="239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F8798798-1B35-FC14-F7EE-1D78A7DEA8AA}"/>
              </a:ext>
            </a:extLst>
          </p:cNvPr>
          <p:cNvGrpSpPr/>
          <p:nvPr/>
        </p:nvGrpSpPr>
        <p:grpSpPr>
          <a:xfrm>
            <a:off x="10313860" y="358964"/>
            <a:ext cx="1875476" cy="2225076"/>
            <a:chOff x="4743438" y="2771395"/>
            <a:chExt cx="2362607" cy="2739488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106F51B3-21AB-5BCF-B881-EF62DBABDC8E}"/>
                </a:ext>
              </a:extLst>
            </p:cNvPr>
            <p:cNvGrpSpPr/>
            <p:nvPr/>
          </p:nvGrpSpPr>
          <p:grpSpPr>
            <a:xfrm>
              <a:off x="4743438" y="3400096"/>
              <a:ext cx="1446673" cy="2093466"/>
              <a:chOff x="4793480" y="2435664"/>
              <a:chExt cx="1446673" cy="2093466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87604CC7-AB48-CAA8-BD28-75A2AF344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2435664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8BB1660D-6EBD-6BE4-7F0D-8A412F113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2848223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27" name="Rectangle 6">
                <a:extLst>
                  <a:ext uri="{FF2B5EF4-FFF2-40B4-BE49-F238E27FC236}">
                    <a16:creationId xmlns:a16="http://schemas.microsoft.com/office/drawing/2014/main" id="{1461D78B-9DDA-E63C-58F0-2CF9039D2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3260782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28" name="Rectangle 6">
                <a:extLst>
                  <a:ext uri="{FF2B5EF4-FFF2-40B4-BE49-F238E27FC236}">
                    <a16:creationId xmlns:a16="http://schemas.microsoft.com/office/drawing/2014/main" id="{479D34A2-F666-41EE-60CC-156F4BEC3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153" y="4085902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29" name="Rectangle 6">
                <a:extLst>
                  <a:ext uri="{FF2B5EF4-FFF2-40B4-BE49-F238E27FC236}">
                    <a16:creationId xmlns:a16="http://schemas.microsoft.com/office/drawing/2014/main" id="{8CE64A1C-4622-3E06-D5DC-8CE39349B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3673341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30" name="Rectangle 24">
              <a:extLst>
                <a:ext uri="{FF2B5EF4-FFF2-40B4-BE49-F238E27FC236}">
                  <a16:creationId xmlns:a16="http://schemas.microsoft.com/office/drawing/2014/main" id="{9338C860-E767-192B-B062-29C36787CA5C}"/>
                </a:ext>
              </a:extLst>
            </p:cNvPr>
            <p:cNvSpPr/>
            <p:nvPr/>
          </p:nvSpPr>
          <p:spPr>
            <a:xfrm>
              <a:off x="4895757" y="2801956"/>
              <a:ext cx="1135361" cy="4547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b="1" i="0" u="none" strike="noStrike" kern="1200" normalizeH="0" baseline="0" noProof="0" dirty="0">
                  <a:ln w="0"/>
                  <a:solidFill>
                    <a:schemeClr val="tx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Consolas" panose="020B0609020204030204" pitchFamily="49" charset="0"/>
                  <a:ea typeface="新細明體" pitchFamily="18" charset="-120"/>
                  <a:cs typeface="+mn-cs"/>
                </a:rPr>
                <a:t>Array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3D141C25-01D0-8C4B-BF25-9207E4EE277C}"/>
                </a:ext>
              </a:extLst>
            </p:cNvPr>
            <p:cNvGrpSpPr/>
            <p:nvPr/>
          </p:nvGrpSpPr>
          <p:grpSpPr>
            <a:xfrm>
              <a:off x="5231079" y="3245209"/>
              <a:ext cx="433353" cy="2265674"/>
              <a:chOff x="5905313" y="2542193"/>
              <a:chExt cx="433353" cy="1242064"/>
            </a:xfrm>
          </p:grpSpPr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17FA2A31-B847-1054-06FC-7A1A213DC4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7895" y="3007425"/>
                <a:ext cx="428511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33" name="Text Box 10">
                <a:extLst>
                  <a:ext uri="{FF2B5EF4-FFF2-40B4-BE49-F238E27FC236}">
                    <a16:creationId xmlns:a16="http://schemas.microsoft.com/office/drawing/2014/main" id="{C2FBC034-09FB-4731-D247-D295ECA80E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5313" y="3240041"/>
                <a:ext cx="428511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34" name="Text Box 8">
                <a:extLst>
                  <a:ext uri="{FF2B5EF4-FFF2-40B4-BE49-F238E27FC236}">
                    <a16:creationId xmlns:a16="http://schemas.microsoft.com/office/drawing/2014/main" id="{D777358C-22E0-780B-EE0E-4B4214FC9F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7895" y="2542193"/>
                <a:ext cx="428510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35" name="Text Box 9">
                <a:extLst>
                  <a:ext uri="{FF2B5EF4-FFF2-40B4-BE49-F238E27FC236}">
                    <a16:creationId xmlns:a16="http://schemas.microsoft.com/office/drawing/2014/main" id="{653E8601-980C-A3E3-5FF7-2FA642A7B6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7895" y="2774809"/>
                <a:ext cx="428511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36" name="Text Box 10">
                <a:extLst>
                  <a:ext uri="{FF2B5EF4-FFF2-40B4-BE49-F238E27FC236}">
                    <a16:creationId xmlns:a16="http://schemas.microsoft.com/office/drawing/2014/main" id="{A468DD6A-F97F-AF30-2677-C8948A36C9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0156" y="3472657"/>
                <a:ext cx="428510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8CEEB5C6-6BEA-4D17-5485-15B40873810C}"/>
                </a:ext>
              </a:extLst>
            </p:cNvPr>
            <p:cNvGrpSpPr/>
            <p:nvPr/>
          </p:nvGrpSpPr>
          <p:grpSpPr>
            <a:xfrm>
              <a:off x="6227540" y="2771395"/>
              <a:ext cx="878505" cy="2694051"/>
              <a:chOff x="6116488" y="2739577"/>
              <a:chExt cx="878505" cy="2694051"/>
            </a:xfrm>
          </p:grpSpPr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1F999431-2CF1-7633-9BED-1A5EC368A25E}"/>
                  </a:ext>
                </a:extLst>
              </p:cNvPr>
              <p:cNvGrpSpPr/>
              <p:nvPr/>
            </p:nvGrpSpPr>
            <p:grpSpPr>
              <a:xfrm>
                <a:off x="6232226" y="3263621"/>
                <a:ext cx="567216" cy="2170007"/>
                <a:chOff x="5790294" y="2542193"/>
                <a:chExt cx="567216" cy="1189618"/>
              </a:xfrm>
            </p:grpSpPr>
            <p:sp>
              <p:nvSpPr>
                <p:cNvPr id="40" name="Text Box 10">
                  <a:extLst>
                    <a:ext uri="{FF2B5EF4-FFF2-40B4-BE49-F238E27FC236}">
                      <a16:creationId xmlns:a16="http://schemas.microsoft.com/office/drawing/2014/main" id="{267646D0-E530-C8FD-C5E5-4C0D4EA1EA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2876" y="3012361"/>
                  <a:ext cx="557748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[2]</a:t>
                  </a:r>
                </a:p>
              </p:txBody>
            </p:sp>
            <p:sp>
              <p:nvSpPr>
                <p:cNvPr id="41" name="Text Box 10">
                  <a:extLst>
                    <a:ext uri="{FF2B5EF4-FFF2-40B4-BE49-F238E27FC236}">
                      <a16:creationId xmlns:a16="http://schemas.microsoft.com/office/drawing/2014/main" id="{C230B37A-465F-BC55-8B42-0B1FF0981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0294" y="3247445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[3]</a:t>
                  </a:r>
                </a:p>
              </p:txBody>
            </p:sp>
            <p:sp>
              <p:nvSpPr>
                <p:cNvPr id="42" name="Text Box 8">
                  <a:extLst>
                    <a:ext uri="{FF2B5EF4-FFF2-40B4-BE49-F238E27FC236}">
                      <a16:creationId xmlns:a16="http://schemas.microsoft.com/office/drawing/2014/main" id="{D92102BF-1952-B452-1EB7-32A98184A7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2876" y="2542193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[0]</a:t>
                  </a:r>
                </a:p>
              </p:txBody>
            </p:sp>
            <p:sp>
              <p:nvSpPr>
                <p:cNvPr id="43" name="Text Box 9">
                  <a:extLst>
                    <a:ext uri="{FF2B5EF4-FFF2-40B4-BE49-F238E27FC236}">
                      <a16:creationId xmlns:a16="http://schemas.microsoft.com/office/drawing/2014/main" id="{4A48800C-2F6C-9A88-CEE6-C994EDDFAA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2876" y="2777277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[1]</a:t>
                  </a:r>
                </a:p>
              </p:txBody>
            </p:sp>
            <p:sp>
              <p:nvSpPr>
                <p:cNvPr id="44" name="Text Box 10">
                  <a:extLst>
                    <a:ext uri="{FF2B5EF4-FFF2-40B4-BE49-F238E27FC236}">
                      <a16:creationId xmlns:a16="http://schemas.microsoft.com/office/drawing/2014/main" id="{4D11E22F-48B9-C344-448B-786E3B3ACD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9761" y="3482531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[4]</a:t>
                  </a:r>
                </a:p>
              </p:txBody>
            </p:sp>
          </p:grpSp>
          <p:sp>
            <p:nvSpPr>
              <p:cNvPr id="39" name="Text Box 8">
                <a:extLst>
                  <a:ext uri="{FF2B5EF4-FFF2-40B4-BE49-F238E27FC236}">
                    <a16:creationId xmlns:a16="http://schemas.microsoft.com/office/drawing/2014/main" id="{2E5DBBDD-BC0B-90AD-AF36-90F65026E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488" y="2739577"/>
                <a:ext cx="878505" cy="4547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Index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3270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65101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>
                <a:ea typeface="新細明體"/>
              </a:rPr>
              <a:t>2.2. Array for Counting 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D65ABC-EE2C-7D45-89DC-8B30E5DF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00" y="1561940"/>
            <a:ext cx="489702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10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B465E-868C-DF47-9F92-48DC485C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1752601" y="1066800"/>
            <a:ext cx="8762999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Let's count the Voting results of 5 Candidates!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940402" y="1561941"/>
            <a:ext cx="10699780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[5] = {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0 };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// All</a:t>
            </a:r>
            <a:r>
              <a:rPr kumimoji="0" lang="en-US" altLang="zh-TW" sz="1800" b="0" i="0" u="none" strike="noStrike" kern="1200" cap="none" spc="0" normalizeH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counts are set to 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/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To store user input, assuming valid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"Enter students' ratings (1 to 5 stars): 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Consolas" panose="020B0609020204030204" pitchFamily="49" charset="0"/>
            </a:endParaRPr>
          </a:p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read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 results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from the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students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, one-by-one, and tally</a:t>
            </a:r>
          </a:p>
          <a:p>
            <a:pPr lvl="0"/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, &amp;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); 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Get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as 1 – 5 from 1</a:t>
            </a:r>
            <a:r>
              <a:rPr kumimoji="0" lang="en-US" altLang="zh-TW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st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student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lvl="0"/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</a:t>
            </a:r>
            <a:r>
              <a:rPr lang="en-US" altLang="zh-TW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voting-1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]++;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Map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to 0 – 4, update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 ]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Times New Roman" pitchFamily="18" charset="0"/>
            </a:endParaRPr>
          </a:p>
          <a:p>
            <a:pPr lvl="0"/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scanf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&amp;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); 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Get rating from 2</a:t>
            </a:r>
            <a:r>
              <a:rPr kumimoji="0" lang="en-US" altLang="zh-TW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nd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student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lvl="0"/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</a:t>
            </a:r>
            <a:r>
              <a:rPr lang="en-US" altLang="zh-TW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voting-1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]++;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// Similar mapping &amp; counting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lvl="0"/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scanf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&amp;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); 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...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lvl="0"/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</a:t>
            </a:r>
            <a:r>
              <a:rPr lang="en-US" altLang="zh-TW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voting-1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]++;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/>
            </a:endParaRPr>
          </a:p>
          <a:p>
            <a:pPr lvl="0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.</a:t>
            </a:r>
          </a:p>
          <a:p>
            <a:pPr lvl="0"/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.</a:t>
            </a:r>
          </a:p>
          <a:p>
            <a:pPr lvl="0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.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pPr lvl="0"/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 results of Candidate 1 to 5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: %d %d %d %d %d\n"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</a:t>
            </a:r>
          </a:p>
          <a:p>
            <a:pPr lvl="0"/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[0],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[1],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[2],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[3],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[4]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);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14:cNvPr>
              <p14:cNvContentPartPr/>
              <p14:nvPr/>
            </p14:nvContentPartPr>
            <p14:xfrm>
              <a:off x="5260440" y="3339000"/>
              <a:ext cx="2978640" cy="23745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1080" y="3329640"/>
                <a:ext cx="2997360" cy="239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2">
            <a:extLst>
              <a:ext uri="{FF2B5EF4-FFF2-40B4-BE49-F238E27FC236}">
                <a16:creationId xmlns:a16="http://schemas.microsoft.com/office/drawing/2014/main" id="{D61A3F1A-FDF0-22B8-BBC1-CE24C2CF10AC}"/>
              </a:ext>
            </a:extLst>
          </p:cNvPr>
          <p:cNvGrpSpPr/>
          <p:nvPr/>
        </p:nvGrpSpPr>
        <p:grpSpPr>
          <a:xfrm>
            <a:off x="8753434" y="805750"/>
            <a:ext cx="1649689" cy="1828079"/>
            <a:chOff x="9924826" y="4086507"/>
            <a:chExt cx="1649689" cy="1828079"/>
          </a:xfrm>
        </p:grpSpPr>
        <p:sp>
          <p:nvSpPr>
            <p:cNvPr id="44" name="Text Box 8">
              <a:extLst>
                <a:ext uri="{FF2B5EF4-FFF2-40B4-BE49-F238E27FC236}">
                  <a16:creationId xmlns:a16="http://schemas.microsoft.com/office/drawing/2014/main" id="{AA890CFD-0477-ABA2-A898-55FE79C4F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4086507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Candidate1</a:t>
              </a:r>
            </a:p>
          </p:txBody>
        </p:sp>
        <p:sp>
          <p:nvSpPr>
            <p:cNvPr id="45" name="Text Box 9">
              <a:extLst>
                <a:ext uri="{FF2B5EF4-FFF2-40B4-BE49-F238E27FC236}">
                  <a16:creationId xmlns:a16="http://schemas.microsoft.com/office/drawing/2014/main" id="{12BCAD7F-BA2B-AAA2-3546-B903787F7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4428111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Candidate2</a:t>
              </a:r>
            </a:p>
          </p:txBody>
        </p:sp>
        <p:sp>
          <p:nvSpPr>
            <p:cNvPr id="46" name="Text Box 10">
              <a:extLst>
                <a:ext uri="{FF2B5EF4-FFF2-40B4-BE49-F238E27FC236}">
                  <a16:creationId xmlns:a16="http://schemas.microsoft.com/office/drawing/2014/main" id="{45827B42-8F7B-1F95-2531-57C2F6810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4769715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Candidate3</a:t>
              </a:r>
            </a:p>
          </p:txBody>
        </p:sp>
        <p:sp>
          <p:nvSpPr>
            <p:cNvPr id="47" name="Text Box 10">
              <a:extLst>
                <a:ext uri="{FF2B5EF4-FFF2-40B4-BE49-F238E27FC236}">
                  <a16:creationId xmlns:a16="http://schemas.microsoft.com/office/drawing/2014/main" id="{E59B15D0-903A-F216-8241-56F13B72B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9387" y="5452921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Candidate5</a:t>
              </a:r>
            </a:p>
          </p:txBody>
        </p:sp>
        <p:sp>
          <p:nvSpPr>
            <p:cNvPr id="48" name="Text Box 10">
              <a:extLst>
                <a:ext uri="{FF2B5EF4-FFF2-40B4-BE49-F238E27FC236}">
                  <a16:creationId xmlns:a16="http://schemas.microsoft.com/office/drawing/2014/main" id="{09F01949-61B0-B327-5BC8-51D784FE0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4826" y="5111319"/>
              <a:ext cx="1635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Candidate4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C2145DA-753C-4818-10E0-7C659C62C2E2}"/>
              </a:ext>
            </a:extLst>
          </p:cNvPr>
          <p:cNvGrpSpPr/>
          <p:nvPr/>
        </p:nvGrpSpPr>
        <p:grpSpPr>
          <a:xfrm>
            <a:off x="10313860" y="358964"/>
            <a:ext cx="1875476" cy="2225076"/>
            <a:chOff x="4743438" y="2771395"/>
            <a:chExt cx="2362607" cy="2739488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66B57F24-D603-F673-C437-4CD70977C6CF}"/>
                </a:ext>
              </a:extLst>
            </p:cNvPr>
            <p:cNvGrpSpPr/>
            <p:nvPr/>
          </p:nvGrpSpPr>
          <p:grpSpPr>
            <a:xfrm>
              <a:off x="4743438" y="3400096"/>
              <a:ext cx="1446673" cy="2093466"/>
              <a:chOff x="4793480" y="2435664"/>
              <a:chExt cx="1446673" cy="2093466"/>
            </a:xfrm>
          </p:grpSpPr>
          <p:sp>
            <p:nvSpPr>
              <p:cNvPr id="11266" name="Rectangle 4">
                <a:extLst>
                  <a:ext uri="{FF2B5EF4-FFF2-40B4-BE49-F238E27FC236}">
                    <a16:creationId xmlns:a16="http://schemas.microsoft.com/office/drawing/2014/main" id="{5ACC722D-DD82-4D38-740E-EFE63C655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2435664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1270" name="Rectangle 5">
                <a:extLst>
                  <a:ext uri="{FF2B5EF4-FFF2-40B4-BE49-F238E27FC236}">
                    <a16:creationId xmlns:a16="http://schemas.microsoft.com/office/drawing/2014/main" id="{EBC9BF60-F96C-2092-FAC2-AE83BB30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2848223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1271" name="Rectangle 6">
                <a:extLst>
                  <a:ext uri="{FF2B5EF4-FFF2-40B4-BE49-F238E27FC236}">
                    <a16:creationId xmlns:a16="http://schemas.microsoft.com/office/drawing/2014/main" id="{4F9869CC-0E1C-A7E5-27F8-3A3011859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3260782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1272" name="Rectangle 6">
                <a:extLst>
                  <a:ext uri="{FF2B5EF4-FFF2-40B4-BE49-F238E27FC236}">
                    <a16:creationId xmlns:a16="http://schemas.microsoft.com/office/drawing/2014/main" id="{7C9EFFB9-3583-0F8F-B323-C080E4113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153" y="4085902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1273" name="Rectangle 6">
                <a:extLst>
                  <a:ext uri="{FF2B5EF4-FFF2-40B4-BE49-F238E27FC236}">
                    <a16:creationId xmlns:a16="http://schemas.microsoft.com/office/drawing/2014/main" id="{D8B2D877-5CE4-CB3A-C314-BCF4371C77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3480" y="3673341"/>
                <a:ext cx="1440000" cy="4432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1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51" name="Rectangle 24">
              <a:extLst>
                <a:ext uri="{FF2B5EF4-FFF2-40B4-BE49-F238E27FC236}">
                  <a16:creationId xmlns:a16="http://schemas.microsoft.com/office/drawing/2014/main" id="{9AB0FF78-203C-1E51-8A31-171E89BBFC0C}"/>
                </a:ext>
              </a:extLst>
            </p:cNvPr>
            <p:cNvSpPr/>
            <p:nvPr/>
          </p:nvSpPr>
          <p:spPr>
            <a:xfrm>
              <a:off x="4895757" y="2801956"/>
              <a:ext cx="1135361" cy="4547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b="1" i="0" u="none" strike="noStrike" kern="1200" normalizeH="0" baseline="0" noProof="0" dirty="0">
                  <a:ln w="0"/>
                  <a:solidFill>
                    <a:schemeClr val="tx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Consolas" panose="020B0609020204030204" pitchFamily="49" charset="0"/>
                  <a:ea typeface="新細明體" pitchFamily="18" charset="-120"/>
                  <a:cs typeface="+mn-cs"/>
                </a:rPr>
                <a:t>Array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7E24472F-EF63-932B-9332-BC14C3CDF227}"/>
                </a:ext>
              </a:extLst>
            </p:cNvPr>
            <p:cNvGrpSpPr/>
            <p:nvPr/>
          </p:nvGrpSpPr>
          <p:grpSpPr>
            <a:xfrm>
              <a:off x="5231079" y="3245209"/>
              <a:ext cx="433353" cy="2265674"/>
              <a:chOff x="5905313" y="2542193"/>
              <a:chExt cx="433353" cy="1242064"/>
            </a:xfrm>
          </p:grpSpPr>
          <p:sp>
            <p:nvSpPr>
              <p:cNvPr id="61" name="Text Box 10">
                <a:extLst>
                  <a:ext uri="{FF2B5EF4-FFF2-40B4-BE49-F238E27FC236}">
                    <a16:creationId xmlns:a16="http://schemas.microsoft.com/office/drawing/2014/main" id="{728E96E6-F02B-55DC-3CAD-CFEEA25E51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7895" y="3007425"/>
                <a:ext cx="428511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62" name="Text Box 10">
                <a:extLst>
                  <a:ext uri="{FF2B5EF4-FFF2-40B4-BE49-F238E27FC236}">
                    <a16:creationId xmlns:a16="http://schemas.microsoft.com/office/drawing/2014/main" id="{57FECF25-6CDE-CAAE-CCF8-46EB5EE8A0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5313" y="3240041"/>
                <a:ext cx="428511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63" name="Text Box 8">
                <a:extLst>
                  <a:ext uri="{FF2B5EF4-FFF2-40B4-BE49-F238E27FC236}">
                    <a16:creationId xmlns:a16="http://schemas.microsoft.com/office/drawing/2014/main" id="{8502730B-2813-2296-79C3-C8226225DA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7895" y="2542193"/>
                <a:ext cx="428510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11264" name="Text Box 9">
                <a:extLst>
                  <a:ext uri="{FF2B5EF4-FFF2-40B4-BE49-F238E27FC236}">
                    <a16:creationId xmlns:a16="http://schemas.microsoft.com/office/drawing/2014/main" id="{20D6BE2E-7BD0-9B52-B215-30A9B98D9D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7895" y="2774809"/>
                <a:ext cx="428511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11265" name="Text Box 10">
                <a:extLst>
                  <a:ext uri="{FF2B5EF4-FFF2-40B4-BE49-F238E27FC236}">
                    <a16:creationId xmlns:a16="http://schemas.microsoft.com/office/drawing/2014/main" id="{41EB71FB-95FB-93A5-FE70-C7F0204AED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0156" y="3472657"/>
                <a:ext cx="428510" cy="311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9FC3995-EAFB-03EA-FCC3-39EF5D9AFA2A}"/>
                </a:ext>
              </a:extLst>
            </p:cNvPr>
            <p:cNvGrpSpPr/>
            <p:nvPr/>
          </p:nvGrpSpPr>
          <p:grpSpPr>
            <a:xfrm>
              <a:off x="6227540" y="2771395"/>
              <a:ext cx="878505" cy="2694051"/>
              <a:chOff x="6116488" y="2739577"/>
              <a:chExt cx="878505" cy="2694051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B492C51A-5BA5-67C5-C7ED-58E1CBBDC540}"/>
                  </a:ext>
                </a:extLst>
              </p:cNvPr>
              <p:cNvGrpSpPr/>
              <p:nvPr/>
            </p:nvGrpSpPr>
            <p:grpSpPr>
              <a:xfrm>
                <a:off x="6232226" y="3263621"/>
                <a:ext cx="567216" cy="2170007"/>
                <a:chOff x="5790294" y="2542193"/>
                <a:chExt cx="567216" cy="1189618"/>
              </a:xfrm>
            </p:grpSpPr>
            <p:sp>
              <p:nvSpPr>
                <p:cNvPr id="56" name="Text Box 10">
                  <a:extLst>
                    <a:ext uri="{FF2B5EF4-FFF2-40B4-BE49-F238E27FC236}">
                      <a16:creationId xmlns:a16="http://schemas.microsoft.com/office/drawing/2014/main" id="{A13EE31D-FD98-EE80-AA89-858CCDD19C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2876" y="3012361"/>
                  <a:ext cx="557748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[2]</a:t>
                  </a:r>
                </a:p>
              </p:txBody>
            </p:sp>
            <p:sp>
              <p:nvSpPr>
                <p:cNvPr id="57" name="Text Box 10">
                  <a:extLst>
                    <a:ext uri="{FF2B5EF4-FFF2-40B4-BE49-F238E27FC236}">
                      <a16:creationId xmlns:a16="http://schemas.microsoft.com/office/drawing/2014/main" id="{5BEACE07-3DA1-5180-BE61-D452C59846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0294" y="3247445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[3]</a:t>
                  </a:r>
                </a:p>
              </p:txBody>
            </p:sp>
            <p:sp>
              <p:nvSpPr>
                <p:cNvPr id="58" name="Text Box 8">
                  <a:extLst>
                    <a:ext uri="{FF2B5EF4-FFF2-40B4-BE49-F238E27FC236}">
                      <a16:creationId xmlns:a16="http://schemas.microsoft.com/office/drawing/2014/main" id="{C85286D6-8BFB-1BB0-9CB9-2F91920A9B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2876" y="2542193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[0]</a:t>
                  </a:r>
                </a:p>
              </p:txBody>
            </p:sp>
            <p:sp>
              <p:nvSpPr>
                <p:cNvPr id="59" name="Text Box 9">
                  <a:extLst>
                    <a:ext uri="{FF2B5EF4-FFF2-40B4-BE49-F238E27FC236}">
                      <a16:creationId xmlns:a16="http://schemas.microsoft.com/office/drawing/2014/main" id="{68BA1E7F-871B-BAEB-4819-EFCBD16100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2876" y="2777277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[1]</a:t>
                  </a:r>
                </a:p>
              </p:txBody>
            </p:sp>
            <p:sp>
              <p:nvSpPr>
                <p:cNvPr id="60" name="Text Box 10">
                  <a:extLst>
                    <a:ext uri="{FF2B5EF4-FFF2-40B4-BE49-F238E27FC236}">
                      <a16:creationId xmlns:a16="http://schemas.microsoft.com/office/drawing/2014/main" id="{FE2F39DE-0EB1-7758-75FA-10682AD352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99761" y="3482531"/>
                  <a:ext cx="557749" cy="249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[4]</a:t>
                  </a:r>
                </a:p>
              </p:txBody>
            </p:sp>
          </p:grpSp>
          <p:sp>
            <p:nvSpPr>
              <p:cNvPr id="55" name="Text Box 8">
                <a:extLst>
                  <a:ext uri="{FF2B5EF4-FFF2-40B4-BE49-F238E27FC236}">
                    <a16:creationId xmlns:a16="http://schemas.microsoft.com/office/drawing/2014/main" id="{78E7C16C-8B12-D3ED-5BEF-6F6AF5889B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488" y="2739577"/>
                <a:ext cx="878505" cy="4547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Index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9806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2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6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6DD6-39D6-47E8-BFF0-7138469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38" y="44448"/>
            <a:ext cx="8229600" cy="838200"/>
          </a:xfrm>
        </p:spPr>
        <p:txBody>
          <a:bodyPr/>
          <a:lstStyle/>
          <a:p>
            <a:r>
              <a:rPr lang="en-US" dirty="0">
                <a:cs typeface="Calibri"/>
              </a:rPr>
              <a:t>2. 1-D Array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5AE1-A8C8-4198-9DF5-A9D98CC7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362074"/>
            <a:ext cx="11910647" cy="4810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cs typeface="Calibri"/>
              </a:rPr>
              <a:t>Array as a lookup table</a:t>
            </a:r>
          </a:p>
          <a:p>
            <a:pPr lvl="1"/>
            <a:r>
              <a:rPr lang="en-US" sz="3200" dirty="0">
                <a:cs typeface="Calibri"/>
              </a:rPr>
              <a:t>Lab4 Ex2 Ex3 </a:t>
            </a:r>
          </a:p>
          <a:p>
            <a:endParaRPr lang="en-US" sz="3600" dirty="0">
              <a:cs typeface="Calibri"/>
            </a:endParaRPr>
          </a:p>
          <a:p>
            <a:endParaRPr lang="en-US" sz="3600" dirty="0">
              <a:cs typeface="Calibri"/>
            </a:endParaRPr>
          </a:p>
          <a:p>
            <a:r>
              <a:rPr lang="en-US" sz="3600" dirty="0">
                <a:cs typeface="Calibri"/>
              </a:rPr>
              <a:t>Array for counting</a:t>
            </a:r>
          </a:p>
          <a:p>
            <a:pPr lvl="1"/>
            <a:r>
              <a:rPr lang="en-US" sz="3200" dirty="0">
                <a:cs typeface="Calibri"/>
              </a:rPr>
              <a:t>Lab4 Ex5 </a:t>
            </a:r>
          </a:p>
          <a:p>
            <a:endParaRPr lang="en-US" sz="3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1DD-F40D-4842-86A4-8E565F1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7046A96-AC6D-2D2E-8920-720E34329491}"/>
              </a:ext>
            </a:extLst>
          </p:cNvPr>
          <p:cNvGrpSpPr/>
          <p:nvPr/>
        </p:nvGrpSpPr>
        <p:grpSpPr>
          <a:xfrm>
            <a:off x="4599573" y="1020027"/>
            <a:ext cx="1496427" cy="2646346"/>
            <a:chOff x="8910171" y="1362074"/>
            <a:chExt cx="1496427" cy="29076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7B21C3-44FC-E3C7-4BC2-080237995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1820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1DCCD8-A097-3179-15A0-1822AB6DB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2201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6EE6D8-0F05-B0CE-3812-3650982DE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2582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8FE3A6C6-7978-E265-BA3E-3944775F8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1820465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5C4DE3AD-47D9-3054-B79F-95FE2620E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2215752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A54D01C8-89C6-7112-4D61-EE46B6C8B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2553890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1" name="Text Box 22">
              <a:extLst>
                <a:ext uri="{FF2B5EF4-FFF2-40B4-BE49-F238E27FC236}">
                  <a16:creationId xmlns:a16="http://schemas.microsoft.com/office/drawing/2014/main" id="{4ACB8D22-85FE-10C6-31A1-0C1C24815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03300" y="3022449"/>
              <a:ext cx="266420" cy="782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</p:txBody>
        </p:sp>
        <p:sp>
          <p:nvSpPr>
            <p:cNvPr id="12" name="Text Box 23">
              <a:extLst>
                <a:ext uri="{FF2B5EF4-FFF2-40B4-BE49-F238E27FC236}">
                  <a16:creationId xmlns:a16="http://schemas.microsoft.com/office/drawing/2014/main" id="{91350179-E998-2DF2-3095-3902CE44F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9201" y="3046448"/>
              <a:ext cx="266419" cy="782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2535C87E-DA3A-9EA3-9393-0FC599852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3857993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572437C6-9657-7C96-FDE0-910FFA696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0171" y="3869661"/>
              <a:ext cx="5581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N-1</a:t>
              </a:r>
            </a:p>
          </p:txBody>
        </p:sp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1C575959-0F54-5EEC-4EF6-CC34D578714C}"/>
                </a:ext>
              </a:extLst>
            </p:cNvPr>
            <p:cNvSpPr/>
            <p:nvPr/>
          </p:nvSpPr>
          <p:spPr>
            <a:xfrm>
              <a:off x="9516611" y="1362074"/>
              <a:ext cx="88998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新細明體" pitchFamily="18" charset="-120"/>
                  <a:cs typeface="+mn-cs"/>
                </a:rPr>
                <a:t>array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EFDE010-018B-14E4-A941-35FD3E4BF82F}"/>
              </a:ext>
            </a:extLst>
          </p:cNvPr>
          <p:cNvSpPr txBox="1"/>
          <p:nvPr/>
        </p:nvSpPr>
        <p:spPr>
          <a:xfrm>
            <a:off x="6412705" y="1560312"/>
            <a:ext cx="3094664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Data Stored in Array</a:t>
            </a:r>
            <a:endParaRPr kumimoji="1" lang="en-US" altLang="zh-TW" sz="2400" dirty="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algn="ctr"/>
            <a:endParaRPr kumimoji="1" lang="en-US" altLang="zh-TW" sz="2400" b="1" dirty="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algn="ctr"/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array[</a:t>
            </a:r>
            <a:r>
              <a:rPr kumimoji="1" lang="en-US" altLang="zh-TW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index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] 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to </a:t>
            </a:r>
            <a:endParaRPr kumimoji="1" lang="LID4096" sz="240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algn="ctr"/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access data</a:t>
            </a:r>
            <a:endParaRPr lang="LID4096" sz="2400">
              <a:solidFill>
                <a:prstClr val="black"/>
              </a:solidFill>
              <a:ea typeface="新細明體"/>
              <a:cs typeface="Times New Roman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15E956-3097-7D35-9CE4-517119F48D81}"/>
              </a:ext>
            </a:extLst>
          </p:cNvPr>
          <p:cNvSpPr/>
          <p:nvPr/>
        </p:nvSpPr>
        <p:spPr>
          <a:xfrm>
            <a:off x="6187657" y="4761408"/>
            <a:ext cx="2923928" cy="1323439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i="0" u="none" strike="noStrike" kern="1200" normalizeH="0" baseline="0" noProof="0" dirty="0">
                <a:ln w="0"/>
                <a:uLnTx/>
                <a:uFillTx/>
                <a:latin typeface="Consolas" panose="020B0609020204030204" pitchFamily="49" charset="0"/>
                <a:ea typeface="新細明體" pitchFamily="18" charset="-120"/>
              </a:rPr>
              <a:t>store the 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cap="none" spc="0" dirty="0">
              <a:ln w="0"/>
              <a:latin typeface="Consolas" panose="020B0609020204030204" pitchFamily="49" charset="0"/>
              <a:ea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i="0" u="none" strike="noStrike" kern="1200" normalizeH="0" baseline="0" noProof="0" dirty="0">
                <a:ln w="0"/>
                <a:uLnTx/>
                <a:uFillTx/>
                <a:latin typeface="Consolas" panose="020B0609020204030204" pitchFamily="49" charset="0"/>
                <a:ea typeface="新細明體" pitchFamily="18" charset="-120"/>
              </a:rPr>
              <a:t>At first, they are </a:t>
            </a:r>
            <a:r>
              <a:rPr kumimoji="1" lang="en-US" sz="2000" b="1" i="0" u="none" strike="noStrike" kern="1200" normalizeH="0" baseline="0" noProof="0" dirty="0">
                <a:ln w="0"/>
                <a:uLnTx/>
                <a:uFillTx/>
                <a:latin typeface="Consolas" panose="020B0609020204030204" pitchFamily="49" charset="0"/>
                <a:ea typeface="新細明體" pitchFamily="18" charset="-120"/>
              </a:rPr>
              <a:t>all ZERO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uLnTx/>
              <a:uFillTx/>
              <a:latin typeface="Calibri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8998329-0123-1269-BC7A-CA0598B65347}"/>
              </a:ext>
            </a:extLst>
          </p:cNvPr>
          <p:cNvGrpSpPr/>
          <p:nvPr/>
        </p:nvGrpSpPr>
        <p:grpSpPr>
          <a:xfrm>
            <a:off x="4322677" y="4205905"/>
            <a:ext cx="1766671" cy="2369503"/>
            <a:chOff x="4239899" y="4131034"/>
            <a:chExt cx="1766671" cy="2369503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B85A4EA3-8BB8-88C1-3EBA-A3DEDF97BBF9}"/>
                </a:ext>
              </a:extLst>
            </p:cNvPr>
            <p:cNvSpPr/>
            <p:nvPr/>
          </p:nvSpPr>
          <p:spPr>
            <a:xfrm>
              <a:off x="4940149" y="4131034"/>
              <a:ext cx="1066421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i="0" u="none" strike="noStrike" kern="1200" normalizeH="0" baseline="0" noProof="0" dirty="0">
                  <a:ln w="0"/>
                  <a:uLnTx/>
                  <a:uFillTx/>
                  <a:latin typeface="Consolas" panose="020B0609020204030204" pitchFamily="49" charset="0"/>
                  <a:ea typeface="新細明體" pitchFamily="18" charset="-120"/>
                  <a:cs typeface="+mn-cs"/>
                </a:rPr>
                <a:t>Array</a:t>
              </a:r>
              <a:endParaRPr kumimoji="0" lang="en-US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0710C93-44FA-EF2B-3EF1-5C3390B38061}"/>
                </a:ext>
              </a:extLst>
            </p:cNvPr>
            <p:cNvGrpSpPr/>
            <p:nvPr/>
          </p:nvGrpSpPr>
          <p:grpSpPr>
            <a:xfrm>
              <a:off x="4239899" y="4145474"/>
              <a:ext cx="1681668" cy="2355063"/>
              <a:chOff x="4127283" y="3490279"/>
              <a:chExt cx="1681668" cy="2355063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3F2E923-084B-EE7D-2107-B224E00D87DF}"/>
                  </a:ext>
                </a:extLst>
              </p:cNvPr>
              <p:cNvGrpSpPr/>
              <p:nvPr/>
            </p:nvGrpSpPr>
            <p:grpSpPr>
              <a:xfrm>
                <a:off x="4743438" y="3856571"/>
                <a:ext cx="1065513" cy="1988771"/>
                <a:chOff x="4793480" y="2386515"/>
                <a:chExt cx="1440000" cy="2469520"/>
              </a:xfrm>
            </p:grpSpPr>
            <p:sp>
              <p:nvSpPr>
                <p:cNvPr id="19" name="Rectangle 4">
                  <a:extLst>
                    <a:ext uri="{FF2B5EF4-FFF2-40B4-BE49-F238E27FC236}">
                      <a16:creationId xmlns:a16="http://schemas.microsoft.com/office/drawing/2014/main" id="{7F5443D8-E091-4C56-CD62-753AB2F82B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2386515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0" name="Rectangle 5">
                  <a:extLst>
                    <a:ext uri="{FF2B5EF4-FFF2-40B4-BE49-F238E27FC236}">
                      <a16:creationId xmlns:a16="http://schemas.microsoft.com/office/drawing/2014/main" id="{8BD7FD2F-FB9F-6685-CF58-0AFDE73385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2898796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1" name="Rectangle 6">
                  <a:extLst>
                    <a:ext uri="{FF2B5EF4-FFF2-40B4-BE49-F238E27FC236}">
                      <a16:creationId xmlns:a16="http://schemas.microsoft.com/office/drawing/2014/main" id="{62A0ADD8-F2B3-4224-2CEC-ECAC7738C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3411077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2" name="Rectangle 6">
                  <a:extLst>
                    <a:ext uri="{FF2B5EF4-FFF2-40B4-BE49-F238E27FC236}">
                      <a16:creationId xmlns:a16="http://schemas.microsoft.com/office/drawing/2014/main" id="{83852FCA-9956-7871-1C50-B8293D78B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4435642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3" name="Rectangle 6">
                  <a:extLst>
                    <a:ext uri="{FF2B5EF4-FFF2-40B4-BE49-F238E27FC236}">
                      <a16:creationId xmlns:a16="http://schemas.microsoft.com/office/drawing/2014/main" id="{0A2858E4-8D0D-0280-16A6-5FC96169DA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3923358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CA7FC7B2-6FB7-2D66-C8E6-361D34874AB1}"/>
                  </a:ext>
                </a:extLst>
              </p:cNvPr>
              <p:cNvGrpSpPr/>
              <p:nvPr/>
            </p:nvGrpSpPr>
            <p:grpSpPr>
              <a:xfrm>
                <a:off x="4127283" y="3490279"/>
                <a:ext cx="697371" cy="2302833"/>
                <a:chOff x="6150030" y="2863230"/>
                <a:chExt cx="742453" cy="2859501"/>
              </a:xfrm>
            </p:grpSpPr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D2FB3834-85D0-203B-27F6-D94874D3552E}"/>
                    </a:ext>
                  </a:extLst>
                </p:cNvPr>
                <p:cNvGrpSpPr/>
                <p:nvPr/>
              </p:nvGrpSpPr>
              <p:grpSpPr>
                <a:xfrm>
                  <a:off x="6273582" y="3263621"/>
                  <a:ext cx="475785" cy="2459110"/>
                  <a:chOff x="5831650" y="2542193"/>
                  <a:chExt cx="475785" cy="1348107"/>
                </a:xfrm>
              </p:grpSpPr>
              <p:sp>
                <p:nvSpPr>
                  <p:cNvPr id="35" name="Text Box 10">
                    <a:extLst>
                      <a:ext uri="{FF2B5EF4-FFF2-40B4-BE49-F238E27FC236}">
                        <a16:creationId xmlns:a16="http://schemas.microsoft.com/office/drawing/2014/main" id="{8E3C86A3-3C70-5BA2-8702-CF7FCC2815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6062" y="3116762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[2]</a:t>
                    </a:r>
                  </a:p>
                </p:txBody>
              </p:sp>
              <p:sp>
                <p:nvSpPr>
                  <p:cNvPr id="36" name="Text Box 10">
                    <a:extLst>
                      <a:ext uri="{FF2B5EF4-FFF2-40B4-BE49-F238E27FC236}">
                        <a16:creationId xmlns:a16="http://schemas.microsoft.com/office/drawing/2014/main" id="{D95E0241-50C6-94DD-C3E8-C98F3CDC018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3480" y="3404047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[3]</a:t>
                    </a:r>
                  </a:p>
                </p:txBody>
              </p:sp>
              <p:sp>
                <p:nvSpPr>
                  <p:cNvPr id="37" name="Text Box 8">
                    <a:extLst>
                      <a:ext uri="{FF2B5EF4-FFF2-40B4-BE49-F238E27FC236}">
                        <a16:creationId xmlns:a16="http://schemas.microsoft.com/office/drawing/2014/main" id="{050B0941-D39E-24DB-0579-9752243EAB1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6063" y="2542193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[0]</a:t>
                    </a:r>
                  </a:p>
                </p:txBody>
              </p:sp>
              <p:sp>
                <p:nvSpPr>
                  <p:cNvPr id="38" name="Text Box 9">
                    <a:extLst>
                      <a:ext uri="{FF2B5EF4-FFF2-40B4-BE49-F238E27FC236}">
                        <a16:creationId xmlns:a16="http://schemas.microsoft.com/office/drawing/2014/main" id="{B888844F-B57F-7B1A-3478-0FFC43E7A04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6063" y="2829477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[1]</a:t>
                    </a:r>
                  </a:p>
                </p:txBody>
              </p:sp>
              <p:sp>
                <p:nvSpPr>
                  <p:cNvPr id="39" name="Text Box 10">
                    <a:extLst>
                      <a:ext uri="{FF2B5EF4-FFF2-40B4-BE49-F238E27FC236}">
                        <a16:creationId xmlns:a16="http://schemas.microsoft.com/office/drawing/2014/main" id="{BBD155A5-A451-6BF5-7654-18248F80D2E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1650" y="3691331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[4]</a:t>
                    </a:r>
                  </a:p>
                </p:txBody>
              </p:sp>
            </p:grpSp>
            <p:sp>
              <p:nvSpPr>
                <p:cNvPr id="34" name="Text Box 8">
                  <a:extLst>
                    <a:ext uri="{FF2B5EF4-FFF2-40B4-BE49-F238E27FC236}">
                      <a16:creationId xmlns:a16="http://schemas.microsoft.com/office/drawing/2014/main" id="{14619660-0275-5310-25DC-0AFBCAB7E9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50030" y="2863230"/>
                  <a:ext cx="742453" cy="3629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Index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82217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Introduction to Arrays (1-D arrays)</a:t>
            </a:r>
          </a:p>
          <a:p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Defining and Declaring Arrays</a:t>
            </a:r>
          </a:p>
          <a:p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Accessing Array Elements</a:t>
            </a:r>
          </a:p>
          <a:p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ea typeface="新細明體"/>
              </a:rPr>
              <a:t>Examples</a:t>
            </a:r>
            <a:endParaRPr lang="en-US" altLang="zh-TW" sz="2800" dirty="0">
              <a:solidFill>
                <a:schemeClr val="bg1">
                  <a:lumMod val="50000"/>
                </a:schemeClr>
              </a:solidFill>
              <a:ea typeface="新細明體"/>
              <a:cs typeface="Calibri"/>
            </a:endParaRPr>
          </a:p>
          <a:p>
            <a:endParaRPr lang="en-US" altLang="zh-TW" sz="2800" dirty="0">
              <a:ea typeface="新細明體" pitchFamily="18" charset="-120"/>
              <a:cs typeface="Calibri"/>
            </a:endParaRPr>
          </a:p>
          <a:p>
            <a:r>
              <a:rPr lang="en-US" altLang="zh-TW" sz="3600" b="1" dirty="0">
                <a:ea typeface="新細明體" pitchFamily="18" charset="-120"/>
              </a:rPr>
              <a:t>2-D Arrays</a:t>
            </a:r>
          </a:p>
          <a:p>
            <a:r>
              <a:rPr lang="en-US" altLang="zh-TW" sz="3600" dirty="0">
                <a:ea typeface="新細明體" pitchFamily="18" charset="-120"/>
              </a:rPr>
              <a:t>Declaring and Initializing 2-D Arrays</a:t>
            </a:r>
          </a:p>
          <a:p>
            <a:r>
              <a:rPr lang="en-US" altLang="zh-TW" sz="3600" dirty="0">
                <a:ea typeface="新細明體" pitchFamily="18" charset="-120"/>
              </a:rPr>
              <a:t>Example</a:t>
            </a:r>
          </a:p>
          <a:p>
            <a:pPr lvl="1"/>
            <a:r>
              <a:rPr lang="en-US" altLang="zh-TW" sz="3200" dirty="0">
                <a:ea typeface="新細明體" pitchFamily="18" charset="-120"/>
              </a:rPr>
              <a:t>Representing </a:t>
            </a:r>
            <a:r>
              <a:rPr lang="en-US" altLang="zh-TW" sz="3600" b="1" dirty="0">
                <a:ea typeface="新細明體" pitchFamily="18" charset="-120"/>
              </a:rPr>
              <a:t>matrices</a:t>
            </a:r>
            <a:r>
              <a:rPr lang="en-US" altLang="zh-TW" sz="3200" dirty="0">
                <a:ea typeface="新細明體" pitchFamily="18" charset="-120"/>
              </a:rPr>
              <a:t> and finding the transpose of a matrix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98472-E48A-D98C-4B6D-2CB96AE039DB}"/>
              </a:ext>
            </a:extLst>
          </p:cNvPr>
          <p:cNvSpPr txBox="1"/>
          <p:nvPr/>
        </p:nvSpPr>
        <p:spPr>
          <a:xfrm>
            <a:off x="8405321" y="4135458"/>
            <a:ext cx="3500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3600" dirty="0">
                <a:latin typeface="Consolas" panose="020B0609020204030204" pitchFamily="49" charset="0"/>
                <a:ea typeface="新細明體" pitchFamily="18" charset="-120"/>
              </a:rPr>
              <a:t> a[3][4]; </a:t>
            </a:r>
            <a:endParaRPr lang="zh-CN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6279C-8ED2-935C-FA12-8C67EC52ECDC}"/>
              </a:ext>
            </a:extLst>
          </p:cNvPr>
          <p:cNvSpPr txBox="1"/>
          <p:nvPr/>
        </p:nvSpPr>
        <p:spPr>
          <a:xfrm>
            <a:off x="8405321" y="1704806"/>
            <a:ext cx="3011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0070C0">
                    <a:alpha val="50000"/>
                  </a:srgbClr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36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ea typeface="新細明體" pitchFamily="18" charset="-120"/>
              </a:rPr>
              <a:t> B[3]; </a:t>
            </a:r>
            <a:endParaRPr lang="zh-CN" altLang="en-US" sz="3600" dirty="0">
              <a:solidFill>
                <a:schemeClr val="tx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967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/>
              </a:rPr>
              <a:t>3.1. 2-D Array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585" y="1267859"/>
            <a:ext cx="8229600" cy="48355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It’s like a table consisting of rows and columns</a:t>
            </a: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Usually rectangular in shape</a:t>
            </a: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Stores values of the same type</a:t>
            </a: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It takes two indexes to identify each element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</p:txBody>
      </p:sp>
      <p:graphicFrame>
        <p:nvGraphicFramePr>
          <p:cNvPr id="5120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29860"/>
              </p:ext>
            </p:extLst>
          </p:nvPr>
        </p:nvGraphicFramePr>
        <p:xfrm>
          <a:off x="3587309" y="3429000"/>
          <a:ext cx="7479275" cy="2586460"/>
        </p:xfrm>
        <a:graphic>
          <a:graphicData uri="http://schemas.openxmlformats.org/drawingml/2006/table">
            <a:tbl>
              <a:tblPr/>
              <a:tblGrid>
                <a:gridCol w="1495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7664060-754A-064E-A231-81E27E46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0A18D9-6CAA-9634-AE7E-C04867F59A23}"/>
              </a:ext>
            </a:extLst>
          </p:cNvPr>
          <p:cNvSpPr txBox="1"/>
          <p:nvPr/>
        </p:nvSpPr>
        <p:spPr>
          <a:xfrm>
            <a:off x="8077200" y="2025264"/>
            <a:ext cx="3500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3600" dirty="0">
                <a:latin typeface="Consolas" panose="020B0609020204030204" pitchFamily="49" charset="0"/>
                <a:ea typeface="新細明體" pitchFamily="18" charset="-120"/>
              </a:rPr>
              <a:t> a[3][4];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84623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3.2. Declaring a 2-D Array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5" y="1143000"/>
            <a:ext cx="8839200" cy="32766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None/>
              <a:tabLst>
                <a:tab pos="5595938" algn="l"/>
              </a:tabLst>
            </a:pPr>
            <a:r>
              <a:rPr lang="en-US" altLang="zh-TW" sz="24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	type </a:t>
            </a:r>
            <a:r>
              <a:rPr lang="en-US" altLang="zh-TW" sz="24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24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24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]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>
              <a:lnSpc>
                <a:spcPct val="90000"/>
              </a:lnSpc>
              <a:buNone/>
              <a:tabLst>
                <a:tab pos="5595938" algn="l"/>
              </a:tabLst>
            </a:pPr>
            <a:endParaRPr lang="en-US" altLang="zh-TW" sz="300" dirty="0">
              <a:solidFill>
                <a:srgbClr val="0000FF"/>
              </a:solidFill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type</a:t>
            </a:r>
            <a:r>
              <a:rPr lang="en-US" altLang="zh-TW" sz="2400" dirty="0">
                <a:ea typeface="新細明體" pitchFamily="18" charset="-120"/>
              </a:rPr>
              <a:t>: Data type of the array elements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2400" dirty="0">
                <a:ea typeface="新細明體" pitchFamily="18" charset="-120"/>
              </a:rPr>
              <a:t>: A valid identifier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2400" dirty="0">
                <a:ea typeface="新細明體" pitchFamily="18" charset="-120"/>
              </a:rPr>
              <a:t>: Number of rows (size of the 1</a:t>
            </a:r>
            <a:r>
              <a:rPr lang="en-US" altLang="zh-TW" sz="2400" baseline="30000" dirty="0">
                <a:ea typeface="新細明體" pitchFamily="18" charset="-120"/>
              </a:rPr>
              <a:t>st</a:t>
            </a:r>
            <a:r>
              <a:rPr lang="en-US" altLang="zh-TW" sz="2400" dirty="0">
                <a:ea typeface="新細明體" pitchFamily="18" charset="-120"/>
              </a:rPr>
              <a:t> dimension)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2400" dirty="0">
                <a:ea typeface="新細明體" pitchFamily="18" charset="-120"/>
              </a:rPr>
              <a:t>: Number of columns (size of the 2</a:t>
            </a:r>
            <a:r>
              <a:rPr lang="en-US" altLang="zh-TW" sz="2400" baseline="30000" dirty="0">
                <a:ea typeface="新細明體" pitchFamily="18" charset="-120"/>
              </a:rPr>
              <a:t>nd</a:t>
            </a:r>
            <a:r>
              <a:rPr lang="en-US" altLang="zh-TW" sz="2400" dirty="0">
                <a:ea typeface="新細明體" pitchFamily="18" charset="-120"/>
              </a:rPr>
              <a:t> dimension)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endParaRPr lang="en-US" altLang="zh-TW" sz="1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dirty="0">
                <a:ea typeface="新細明體" pitchFamily="18" charset="-120"/>
              </a:rPr>
              <a:t>e.g.,</a:t>
            </a:r>
          </a:p>
          <a:p>
            <a:pPr lvl="1">
              <a:lnSpc>
                <a:spcPct val="90000"/>
              </a:lnSpc>
              <a:buNone/>
              <a:tabLst>
                <a:tab pos="5595938" algn="l"/>
              </a:tabLst>
            </a:pP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a[3][4];  </a:t>
            </a:r>
            <a:r>
              <a:rPr lang="en-US" altLang="zh-TW" sz="2400" dirty="0">
                <a:solidFill>
                  <a:srgbClr val="00B050"/>
                </a:solidFill>
                <a:latin typeface="Consolas"/>
                <a:ea typeface="新細明體"/>
              </a:rPr>
              <a:t>// 3 rows, 4 columns</a:t>
            </a:r>
            <a:endParaRPr lang="en-US" altLang="zh-TW" sz="1800" dirty="0">
              <a:solidFill>
                <a:srgbClr val="00B050"/>
              </a:solidFill>
              <a:latin typeface="Consolas"/>
              <a:ea typeface="新細明體"/>
            </a:endParaRPr>
          </a:p>
        </p:txBody>
      </p:sp>
      <p:graphicFrame>
        <p:nvGraphicFramePr>
          <p:cNvPr id="511026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182780"/>
              </p:ext>
            </p:extLst>
          </p:nvPr>
        </p:nvGraphicFramePr>
        <p:xfrm>
          <a:off x="1312985" y="4032739"/>
          <a:ext cx="7831015" cy="2147209"/>
        </p:xfrm>
        <a:graphic>
          <a:graphicData uri="http://schemas.openxmlformats.org/drawingml/2006/table">
            <a:tbl>
              <a:tblPr/>
              <a:tblGrid>
                <a:gridCol w="1566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62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0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1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2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3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8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0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8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1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2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3E6AF3D-1B80-3A4A-B21D-DA1A7DEA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733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3.2. Declaring a 2-D Array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5" y="1143000"/>
            <a:ext cx="8839200" cy="32766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None/>
              <a:tabLst>
                <a:tab pos="5595938" algn="l"/>
              </a:tabLst>
            </a:pPr>
            <a:r>
              <a:rPr lang="en-US" altLang="zh-TW" sz="24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16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type </a:t>
            </a:r>
            <a:r>
              <a:rPr lang="en-US" altLang="zh-TW" sz="16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1600" dirty="0">
                <a:solidFill>
                  <a:srgbClr val="0070C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1600" i="1" dirty="0" err="1">
                <a:solidFill>
                  <a:srgbClr val="0070C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1600" i="1" dirty="0">
                <a:solidFill>
                  <a:srgbClr val="0070C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1600" dirty="0">
                <a:solidFill>
                  <a:srgbClr val="0070C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</a:rPr>
              <a:t>]</a:t>
            </a:r>
            <a:r>
              <a:rPr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16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];</a:t>
            </a:r>
          </a:p>
          <a:p>
            <a:pPr>
              <a:lnSpc>
                <a:spcPct val="90000"/>
              </a:lnSpc>
              <a:buNone/>
              <a:tabLst>
                <a:tab pos="5595938" algn="l"/>
              </a:tabLst>
            </a:pPr>
            <a:endParaRPr lang="en-US" altLang="zh-TW" sz="1000" dirty="0">
              <a:solidFill>
                <a:srgbClr val="0000FF"/>
              </a:solidFill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type</a:t>
            </a:r>
            <a:r>
              <a:rPr lang="en-US" altLang="zh-TW" sz="1600" dirty="0">
                <a:ea typeface="新細明體" pitchFamily="18" charset="-120"/>
              </a:rPr>
              <a:t>: Data type of the array elements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1600" dirty="0">
                <a:ea typeface="新細明體" pitchFamily="18" charset="-120"/>
              </a:rPr>
              <a:t>: A valid identifier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1600" dirty="0">
                <a:ea typeface="新細明體" pitchFamily="18" charset="-120"/>
              </a:rPr>
              <a:t>: Number of rows (size of the 1</a:t>
            </a:r>
            <a:r>
              <a:rPr lang="en-US" altLang="zh-TW" sz="1600" baseline="30000" dirty="0">
                <a:ea typeface="新細明體" pitchFamily="18" charset="-120"/>
              </a:rPr>
              <a:t>st</a:t>
            </a:r>
            <a:r>
              <a:rPr lang="en-US" altLang="zh-TW" sz="1600" dirty="0">
                <a:ea typeface="新細明體" pitchFamily="18" charset="-120"/>
              </a:rPr>
              <a:t> dimension)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1600" dirty="0">
                <a:ea typeface="新細明體" pitchFamily="18" charset="-120"/>
              </a:rPr>
              <a:t>: Number of columns (size of the 2</a:t>
            </a:r>
            <a:r>
              <a:rPr lang="en-US" altLang="zh-TW" sz="1600" baseline="30000" dirty="0">
                <a:ea typeface="新細明體" pitchFamily="18" charset="-120"/>
              </a:rPr>
              <a:t>nd</a:t>
            </a:r>
            <a:r>
              <a:rPr lang="en-US" altLang="zh-TW" sz="1600" dirty="0">
                <a:ea typeface="新細明體" pitchFamily="18" charset="-120"/>
              </a:rPr>
              <a:t> dimension)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endParaRPr lang="en-US" altLang="zh-TW" sz="14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dirty="0">
                <a:ea typeface="新細明體" pitchFamily="18" charset="-120"/>
              </a:rPr>
              <a:t>e.g.,</a:t>
            </a:r>
          </a:p>
          <a:p>
            <a:pPr lvl="1">
              <a:lnSpc>
                <a:spcPct val="90000"/>
              </a:lnSpc>
              <a:buNone/>
              <a:tabLst>
                <a:tab pos="5595938" algn="l"/>
              </a:tabLst>
            </a:pP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a</a:t>
            </a:r>
            <a:r>
              <a:rPr lang="en-US" altLang="zh-TW" sz="2400" dirty="0"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</a:rPr>
              <a:t>[3]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[4];  </a:t>
            </a:r>
            <a:r>
              <a:rPr lang="en-US" altLang="zh-TW" sz="2400" dirty="0">
                <a:solidFill>
                  <a:srgbClr val="00B050"/>
                </a:solidFill>
                <a:latin typeface="Consolas"/>
                <a:ea typeface="新細明體"/>
              </a:rPr>
              <a:t>// 3 rows, 4 columns</a:t>
            </a:r>
            <a:endParaRPr lang="en-US" altLang="zh-TW" sz="1800" dirty="0">
              <a:solidFill>
                <a:srgbClr val="00B050"/>
              </a:solidFill>
              <a:latin typeface="Consolas"/>
              <a:ea typeface="新細明體"/>
            </a:endParaRPr>
          </a:p>
        </p:txBody>
      </p:sp>
      <p:graphicFrame>
        <p:nvGraphicFramePr>
          <p:cNvPr id="511026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651361"/>
              </p:ext>
            </p:extLst>
          </p:nvPr>
        </p:nvGraphicFramePr>
        <p:xfrm>
          <a:off x="2006221" y="3898710"/>
          <a:ext cx="6646460" cy="2301924"/>
        </p:xfrm>
        <a:graphic>
          <a:graphicData uri="http://schemas.openxmlformats.org/drawingml/2006/table">
            <a:tbl>
              <a:tblPr/>
              <a:tblGrid>
                <a:gridCol w="1329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0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1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2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3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0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1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Consolas" panose="020B0609020204030204" pitchFamily="49" charset="0"/>
                          <a:ea typeface="新細明體" pitchFamily="18" charset="-120"/>
                        </a:rPr>
                        <a:t>[1]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Consolas" panose="020B0609020204030204" pitchFamily="49" charset="0"/>
                          <a:ea typeface="新細明體" pitchFamily="18" charset="-120"/>
                        </a:rPr>
                        <a:t>[1]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Consolas" panose="020B0609020204030204" pitchFamily="49" charset="0"/>
                          <a:ea typeface="新細明體" pitchFamily="18" charset="-120"/>
                        </a:rPr>
                        <a:t>[1]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Consolas" panose="020B0609020204030204" pitchFamily="49" charset="0"/>
                          <a:ea typeface="新細明體" pitchFamily="18" charset="-120"/>
                        </a:rPr>
                        <a:t>[1]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2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55" name="Line 52"/>
          <p:cNvSpPr>
            <a:spLocks noChangeShapeType="1"/>
          </p:cNvSpPr>
          <p:nvPr/>
        </p:nvSpPr>
        <p:spPr bwMode="auto">
          <a:xfrm flipH="1">
            <a:off x="8518477" y="5154304"/>
            <a:ext cx="671015" cy="2866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756" name="Text Box 54"/>
          <p:cNvSpPr txBox="1">
            <a:spLocks noChangeArrowheads="1"/>
          </p:cNvSpPr>
          <p:nvPr/>
        </p:nvSpPr>
        <p:spPr bwMode="auto">
          <a:xfrm>
            <a:off x="9128078" y="4890448"/>
            <a:ext cx="2495265" cy="96081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1</a:t>
            </a:r>
            <a:r>
              <a:rPr kumimoji="0" lang="en-US" altLang="zh-TW" sz="28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st</a:t>
            </a:r>
            <a:r>
              <a:rPr kumimoji="0" lang="en-US" altLang="zh-TW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index to row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3E6AF3D-1B80-3A4A-B21D-DA1A7DEA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363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3.2. Declaring a 2-D Array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5" y="1143000"/>
            <a:ext cx="8839200" cy="32766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None/>
              <a:tabLst>
                <a:tab pos="5595938" algn="l"/>
              </a:tabLst>
            </a:pPr>
            <a:r>
              <a:rPr lang="en-US" altLang="zh-TW" sz="24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16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type </a:t>
            </a:r>
            <a:r>
              <a:rPr lang="en-US" altLang="zh-TW" sz="16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16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16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]</a:t>
            </a:r>
            <a:r>
              <a:rPr lang="en-US" altLang="zh-TW" sz="1600" dirty="0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1600" dirty="0" err="1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1600" dirty="0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 ]</a:t>
            </a:r>
            <a:r>
              <a:rPr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>
              <a:lnSpc>
                <a:spcPct val="90000"/>
              </a:lnSpc>
              <a:buNone/>
              <a:tabLst>
                <a:tab pos="5595938" algn="l"/>
              </a:tabLst>
            </a:pPr>
            <a:endParaRPr lang="en-US" altLang="zh-TW" sz="1000" dirty="0">
              <a:solidFill>
                <a:srgbClr val="0000FF"/>
              </a:solidFill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type</a:t>
            </a:r>
            <a:r>
              <a:rPr lang="en-US" altLang="zh-TW" sz="1600" dirty="0">
                <a:ea typeface="新細明體" pitchFamily="18" charset="-120"/>
              </a:rPr>
              <a:t>: Data type of the array elements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1600" dirty="0">
                <a:ea typeface="新細明體" pitchFamily="18" charset="-120"/>
              </a:rPr>
              <a:t>: A valid identifier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1600" dirty="0">
                <a:ea typeface="新細明體" pitchFamily="18" charset="-120"/>
              </a:rPr>
              <a:t>: Number of rows (size of the 1</a:t>
            </a:r>
            <a:r>
              <a:rPr lang="en-US" altLang="zh-TW" sz="1600" baseline="30000" dirty="0">
                <a:ea typeface="新細明體" pitchFamily="18" charset="-120"/>
              </a:rPr>
              <a:t>st</a:t>
            </a:r>
            <a:r>
              <a:rPr lang="en-US" altLang="zh-TW" sz="1600" dirty="0">
                <a:ea typeface="新細明體" pitchFamily="18" charset="-120"/>
              </a:rPr>
              <a:t> dimension)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1600" dirty="0">
                <a:ea typeface="新細明體" pitchFamily="18" charset="-120"/>
              </a:rPr>
              <a:t>: Number of columns (size of the 2</a:t>
            </a:r>
            <a:r>
              <a:rPr lang="en-US" altLang="zh-TW" sz="1600" baseline="30000" dirty="0">
                <a:ea typeface="新細明體" pitchFamily="18" charset="-120"/>
              </a:rPr>
              <a:t>nd</a:t>
            </a:r>
            <a:r>
              <a:rPr lang="en-US" altLang="zh-TW" sz="1600" dirty="0">
                <a:ea typeface="新細明體" pitchFamily="18" charset="-120"/>
              </a:rPr>
              <a:t> dimension)</a:t>
            </a: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endParaRPr lang="en-US" altLang="zh-TW" sz="14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dirty="0">
                <a:ea typeface="新細明體" pitchFamily="18" charset="-120"/>
              </a:rPr>
              <a:t>e.g.,</a:t>
            </a:r>
          </a:p>
          <a:p>
            <a:pPr lvl="1">
              <a:lnSpc>
                <a:spcPct val="90000"/>
              </a:lnSpc>
              <a:buNone/>
              <a:tabLst>
                <a:tab pos="5595938" algn="l"/>
              </a:tabLst>
            </a:pP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a[3]</a:t>
            </a:r>
            <a:r>
              <a:rPr lang="en-US" altLang="zh-TW" sz="240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[4]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;  </a:t>
            </a:r>
            <a:r>
              <a:rPr lang="en-US" altLang="zh-TW" sz="2400" dirty="0">
                <a:solidFill>
                  <a:srgbClr val="00B050"/>
                </a:solidFill>
                <a:latin typeface="Consolas"/>
                <a:ea typeface="新細明體"/>
              </a:rPr>
              <a:t>// 3 rows, 4 columns</a:t>
            </a:r>
            <a:endParaRPr lang="en-US" altLang="zh-TW" sz="1800" dirty="0">
              <a:solidFill>
                <a:srgbClr val="00B050"/>
              </a:solidFill>
              <a:latin typeface="Consolas"/>
              <a:ea typeface="新細明體"/>
            </a:endParaRPr>
          </a:p>
        </p:txBody>
      </p:sp>
      <p:graphicFrame>
        <p:nvGraphicFramePr>
          <p:cNvPr id="511026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249921"/>
              </p:ext>
            </p:extLst>
          </p:nvPr>
        </p:nvGraphicFramePr>
        <p:xfrm>
          <a:off x="2006221" y="3898710"/>
          <a:ext cx="6646460" cy="2301924"/>
        </p:xfrm>
        <a:graphic>
          <a:graphicData uri="http://schemas.openxmlformats.org/drawingml/2006/table">
            <a:tbl>
              <a:tblPr/>
              <a:tblGrid>
                <a:gridCol w="1329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9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0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1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2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3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0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 pitchFamily="18" charset="-120"/>
                        </a:rPr>
                        <a:t>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1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 pitchFamily="18" charset="-120"/>
                        </a:rPr>
                        <a:t>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2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 pitchFamily="18" charset="-120"/>
                        </a:rPr>
                        <a:t>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55" name="Line 52"/>
          <p:cNvSpPr>
            <a:spLocks noChangeShapeType="1"/>
          </p:cNvSpPr>
          <p:nvPr/>
        </p:nvSpPr>
        <p:spPr bwMode="auto">
          <a:xfrm flipH="1">
            <a:off x="8518478" y="5186945"/>
            <a:ext cx="6096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756" name="Text Box 54"/>
          <p:cNvSpPr txBox="1">
            <a:spLocks noChangeArrowheads="1"/>
          </p:cNvSpPr>
          <p:nvPr/>
        </p:nvSpPr>
        <p:spPr bwMode="auto">
          <a:xfrm>
            <a:off x="9128078" y="4592379"/>
            <a:ext cx="2695432" cy="12588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1</a:t>
            </a:r>
            <a:r>
              <a:rPr kumimoji="0" lang="en-US" altLang="zh-TW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st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index to row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2</a:t>
            </a:r>
            <a:r>
              <a:rPr kumimoji="0" lang="en-US" altLang="zh-TW" sz="24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nd</a:t>
            </a:r>
            <a:r>
              <a:rPr kumimoji="0" lang="en-US" altLang="zh-TW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index to column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3E6AF3D-1B80-3A4A-B21D-DA1A7DEA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766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8450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>
                <a:ea typeface="新細明體"/>
              </a:rPr>
              <a:t>3.3. 2-D Array – Declaration and Initialization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066801"/>
            <a:ext cx="8839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int   x[3][4];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3 rows, 4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short y[2][10];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2 rows, 10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 with initialization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As an array of arrays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a[2][3] = {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1, 2, 3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4, 5, 6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</p:txBody>
      </p:sp>
      <p:graphicFrame>
        <p:nvGraphicFramePr>
          <p:cNvPr id="48845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715480"/>
              </p:ext>
            </p:extLst>
          </p:nvPr>
        </p:nvGraphicFramePr>
        <p:xfrm>
          <a:off x="8602419" y="2971800"/>
          <a:ext cx="2761151" cy="914400"/>
        </p:xfrm>
        <a:graphic>
          <a:graphicData uri="http://schemas.openxmlformats.org/drawingml/2006/table">
            <a:tbl>
              <a:tblPr/>
              <a:tblGrid>
                <a:gridCol w="110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3D883B-3BEE-954B-B420-76CB7D41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14:cNvPr>
              <p14:cNvContentPartPr/>
              <p14:nvPr/>
            </p14:nvContentPartPr>
            <p14:xfrm>
              <a:off x="4931760" y="3678120"/>
              <a:ext cx="1484280" cy="24807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2400" y="3668760"/>
                <a:ext cx="1503000" cy="249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875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8450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>
                <a:ea typeface="新細明體"/>
              </a:rPr>
              <a:t>3.3. 2-D Array – Declaration and Initialization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098553"/>
            <a:ext cx="8839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int   x[3][4];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3 rows, 4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short y[2][10];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2 rows, 10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 with initialization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>
                    <a:alpha val="39000"/>
                  </a:srgbClr>
                </a:solidFill>
                <a:latin typeface="Consolas" panose="020B0609020204030204" pitchFamily="49" charset="0"/>
                <a:ea typeface="新細明體" pitchFamily="18" charset="-120"/>
              </a:rPr>
              <a:t>// As an array of arrays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>
                    <a:alpha val="39000"/>
                  </a:srgbClr>
                </a:solidFill>
                <a:latin typeface="Consolas" panose="020B0609020204030204" pitchFamily="49" charset="0"/>
                <a:ea typeface="新細明體" pitchFamily="18" charset="-120"/>
              </a:rPr>
              <a:t>int a[2][3] = {{1, 2, 3}, {4, 5, 6}};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Not enough initializers, the rest got zeros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b[2][3] = {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4, 5</a:t>
            </a:r>
            <a:r>
              <a:rPr lang="en-US" altLang="zh-TW" sz="2400" b="1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graphicFrame>
        <p:nvGraphicFramePr>
          <p:cNvPr id="48845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02464"/>
              </p:ext>
            </p:extLst>
          </p:nvPr>
        </p:nvGraphicFramePr>
        <p:xfrm>
          <a:off x="8281988" y="3367088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alpha val="2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20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20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>
                              <a:alpha val="20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alpha val="2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>
                              <a:alpha val="20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20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20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47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184445"/>
              </p:ext>
            </p:extLst>
          </p:nvPr>
        </p:nvGraphicFramePr>
        <p:xfrm>
          <a:off x="8281987" y="4343400"/>
          <a:ext cx="2753334" cy="914400"/>
        </p:xfrm>
        <a:graphic>
          <a:graphicData uri="http://schemas.openxmlformats.org/drawingml/2006/table">
            <a:tbl>
              <a:tblPr/>
              <a:tblGrid>
                <a:gridCol w="1106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3D883B-3BEE-954B-B420-76CB7D41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14:cNvPr>
              <p14:cNvContentPartPr/>
              <p14:nvPr/>
            </p14:nvContentPartPr>
            <p14:xfrm>
              <a:off x="4931760" y="3678120"/>
              <a:ext cx="1484280" cy="24807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2400" y="3668760"/>
                <a:ext cx="1503000" cy="249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5780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8450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>
                <a:ea typeface="新細明體"/>
              </a:rPr>
              <a:t>3.3. 2-D Array – Declaration and Initialization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066801"/>
            <a:ext cx="8839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int   x[3][4];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3 rows, 4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short y[2][10];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2 rows, 10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 with initialization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>
                    <a:alpha val="25000"/>
                  </a:srgbClr>
                </a:solidFill>
                <a:latin typeface="Consolas" panose="020B0609020204030204" pitchFamily="49" charset="0"/>
                <a:ea typeface="新細明體" pitchFamily="18" charset="-120"/>
              </a:rPr>
              <a:t>// As an array of arrays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>
                    <a:alpha val="25000"/>
                  </a:srgbClr>
                </a:solidFill>
                <a:latin typeface="Consolas" panose="020B0609020204030204" pitchFamily="49" charset="0"/>
                <a:ea typeface="新細明體" pitchFamily="18" charset="-120"/>
              </a:rPr>
              <a:t>int a[2][3] = {{1, 2, 3}, {4, 5, 6}};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solidFill>
                <a:schemeClr val="tx1">
                  <a:alpha val="25000"/>
                </a:schemeClr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>
                    <a:alpha val="25000"/>
                  </a:srgbClr>
                </a:solidFill>
                <a:latin typeface="Consolas" panose="020B0609020204030204" pitchFamily="49" charset="0"/>
                <a:ea typeface="新細明體" pitchFamily="18" charset="-120"/>
              </a:rPr>
              <a:t>// Not enough initializers, the rest got zeros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>
                    <a:alpha val="25000"/>
                  </a:srgbClr>
                </a:solidFill>
                <a:latin typeface="Consolas" panose="020B0609020204030204" pitchFamily="49" charset="0"/>
                <a:ea typeface="新細明體" pitchFamily="18" charset="-120"/>
              </a:rPr>
              <a:t>int b[2][3] = {{1}, {4, 5}};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Values assigned by order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c[2][3] = {1, 2, 3, 4 ,5};</a:t>
            </a:r>
            <a:endParaRPr lang="en-US" altLang="zh-TW" sz="3600" b="1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graphicFrame>
        <p:nvGraphicFramePr>
          <p:cNvPr id="48845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80676"/>
              </p:ext>
            </p:extLst>
          </p:nvPr>
        </p:nvGraphicFramePr>
        <p:xfrm>
          <a:off x="8281988" y="3367088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alpha val="19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9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9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9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alpha val="19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>
                              <a:alpha val="19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9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9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47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164128"/>
              </p:ext>
            </p:extLst>
          </p:nvPr>
        </p:nvGraphicFramePr>
        <p:xfrm>
          <a:off x="8281988" y="4343400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alpha val="16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6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alpha val="16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alpha val="16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alpha val="16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6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>
                              <a:alpha val="16000"/>
                            </a:srgb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alpha val="16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492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231459"/>
              </p:ext>
            </p:extLst>
          </p:nvPr>
        </p:nvGraphicFramePr>
        <p:xfrm>
          <a:off x="7969372" y="5257800"/>
          <a:ext cx="2706443" cy="914400"/>
        </p:xfrm>
        <a:graphic>
          <a:graphicData uri="http://schemas.openxmlformats.org/drawingml/2006/table">
            <a:tbl>
              <a:tblPr/>
              <a:tblGrid>
                <a:gridCol w="1087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3D883B-3BEE-954B-B420-76CB7D41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14:cNvPr>
              <p14:cNvContentPartPr/>
              <p14:nvPr/>
            </p14:nvContentPartPr>
            <p14:xfrm>
              <a:off x="4931760" y="3678120"/>
              <a:ext cx="1484280" cy="24807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2400" y="3668760"/>
                <a:ext cx="1503000" cy="249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7972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8450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>
                <a:ea typeface="新細明體"/>
              </a:rPr>
              <a:t>3.3. 2-D Array – Declaration and Initialization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055851"/>
            <a:ext cx="8839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int   x[3][4];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3 rows, 4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short y[2][10];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2 rows, 10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 with initialization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As an array of arrays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a[2][3] = {{1, 2, 3}, {4, 5, 6}};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Not enough initializers, the rest got zeros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b[2][3] = {{1}, {4, 5}};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Values assigned by order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c[2][3] = {1, 2, 3, 4 ,5};</a:t>
            </a:r>
            <a:endParaRPr lang="en-US" altLang="zh-TW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graphicFrame>
        <p:nvGraphicFramePr>
          <p:cNvPr id="48845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71087"/>
              </p:ext>
            </p:extLst>
          </p:nvPr>
        </p:nvGraphicFramePr>
        <p:xfrm>
          <a:off x="8281988" y="3356138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47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996045"/>
              </p:ext>
            </p:extLst>
          </p:nvPr>
        </p:nvGraphicFramePr>
        <p:xfrm>
          <a:off x="8281988" y="4332450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492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177468"/>
              </p:ext>
            </p:extLst>
          </p:nvPr>
        </p:nvGraphicFramePr>
        <p:xfrm>
          <a:off x="8281988" y="5399250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3D883B-3BEE-954B-B420-76CB7D41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14:cNvPr>
              <p14:cNvContentPartPr/>
              <p14:nvPr/>
            </p14:nvContentPartPr>
            <p14:xfrm>
              <a:off x="4931760" y="3678120"/>
              <a:ext cx="1484280" cy="24807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2400" y="3668760"/>
                <a:ext cx="1503000" cy="24994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DD5603-F2F6-0FFF-CEFC-FE9F75665A89}"/>
              </a:ext>
            </a:extLst>
          </p:cNvPr>
          <p:cNvSpPr/>
          <p:nvPr/>
        </p:nvSpPr>
        <p:spPr>
          <a:xfrm>
            <a:off x="9017000" y="1219200"/>
            <a:ext cx="2844800" cy="1531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 dirty="0" err="1"/>
              <a:t>Ureply</a:t>
            </a:r>
            <a:endParaRPr lang="zh-CN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877984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375313" y="4362849"/>
            <a:ext cx="9824113" cy="8848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A[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][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 = { {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-1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 };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978090" y="288077"/>
            <a:ext cx="9144000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Example 3.3.</a:t>
            </a: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Using 2-D arrays to represent matrixes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1D50921-2CCD-1D4D-8CBB-0BA283C0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2" descr="Transpose of a Matrix in Python | Python Program to Print Transpose of a  matrix">
            <a:extLst>
              <a:ext uri="{FF2B5EF4-FFF2-40B4-BE49-F238E27FC236}">
                <a16:creationId xmlns:a16="http://schemas.microsoft.com/office/drawing/2014/main" id="{CED3F0DA-C196-B467-B130-0183A3327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355" y="1456270"/>
            <a:ext cx="3138517" cy="238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F30424-2BE6-0E7C-1719-28A61D0106DC}"/>
                  </a:ext>
                </a:extLst>
              </p:cNvPr>
              <p:cNvSpPr txBox="1"/>
              <p:nvPr/>
            </p:nvSpPr>
            <p:spPr>
              <a:xfrm>
                <a:off x="1863533" y="2176675"/>
                <a:ext cx="2897845" cy="146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3600" dirty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LID4096" sz="36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F30424-2BE6-0E7C-1719-28A61D010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533" y="2176675"/>
                <a:ext cx="2897845" cy="1465016"/>
              </a:xfrm>
              <a:prstGeom prst="rect">
                <a:avLst/>
              </a:prstGeom>
              <a:blipFill>
                <a:blip r:embed="rId4"/>
                <a:stretch>
                  <a:fillRect l="-968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11A3807-D5AF-54CF-9163-43EDF73571EB}"/>
                  </a:ext>
                </a:extLst>
              </p:cNvPr>
              <p:cNvSpPr txBox="1"/>
              <p:nvPr/>
            </p:nvSpPr>
            <p:spPr>
              <a:xfrm>
                <a:off x="4998493" y="2084342"/>
                <a:ext cx="4145507" cy="1557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36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LID4096" sz="36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11A3807-D5AF-54CF-9163-43EDF7357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493" y="2084342"/>
                <a:ext cx="4145507" cy="1557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DA19265-3D46-AB92-A0F1-A2EF9A73FEBC}"/>
              </a:ext>
            </a:extLst>
          </p:cNvPr>
          <p:cNvSpPr txBox="1"/>
          <p:nvPr/>
        </p:nvSpPr>
        <p:spPr>
          <a:xfrm>
            <a:off x="348354" y="2601406"/>
            <a:ext cx="13966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Matrix: </a:t>
            </a:r>
            <a:endParaRPr lang="LID4096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6">
                <a:extLst>
                  <a:ext uri="{FF2B5EF4-FFF2-40B4-BE49-F238E27FC236}">
                    <a16:creationId xmlns:a16="http://schemas.microsoft.com/office/drawing/2014/main" id="{80596511-3D6C-D3C7-C6CE-EA4C8274D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1579" y="5578546"/>
                <a:ext cx="5583288" cy="8848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t"/>
              <a:lstStyle>
                <a:lvl1pPr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lvl="0" algn="ctr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TW" sz="32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</m:ctrlPr>
                      </m:sSupPr>
                      <m:e>
                        <m:r>
                          <a:rPr kumimoji="0" lang="en-US" altLang="zh-TW" sz="3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𝑨</m:t>
                        </m:r>
                      </m:e>
                      <m:sup>
                        <m:r>
                          <a:rPr kumimoji="0" lang="en-US" altLang="zh-TW" sz="3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𝑻</m:t>
                        </m:r>
                      </m:sup>
                    </m:sSup>
                  </m:oMath>
                </a14:m>
                <a:r>
                  <a:rPr kumimoji="0" lang="en-US" altLang="zh-TW" sz="3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kumimoji="0" lang="en-US" altLang="zh-TW" sz="32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kumimoji="0" lang="en-US" altLang="zh-TW" sz="3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kumimoji="0" lang="en-US" altLang="zh-TW" sz="3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kumimoji="0" lang="en-US" altLang="zh-TW" sz="3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 = </a:t>
                </a:r>
                <a14:m>
                  <m:oMath xmlns:m="http://schemas.openxmlformats.org/officeDocument/2006/math">
                    <m:r>
                      <a:rPr lang="en-US" altLang="zh-TW" sz="32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新細明體"/>
                        <a:cs typeface="Times New Roman"/>
                      </a:rPr>
                      <m:t>𝑨</m:t>
                    </m:r>
                  </m:oMath>
                </a14:m>
                <a:r>
                  <a:rPr lang="en-US" altLang="zh-TW" sz="32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lang="en-US" altLang="zh-TW" sz="3200" dirty="0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lang="en-US" altLang="zh-TW" sz="32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lang="en-US" altLang="zh-TW" sz="3200" dirty="0" err="1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lang="en-US" altLang="zh-TW" sz="32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 </a:t>
                </a:r>
                <a:endParaRPr kumimoji="0" lang="en-US" altLang="zh-TW" sz="3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  <a:ea typeface="新細明體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Rectangle 6">
                <a:extLst>
                  <a:ext uri="{FF2B5EF4-FFF2-40B4-BE49-F238E27FC236}">
                    <a16:creationId xmlns:a16="http://schemas.microsoft.com/office/drawing/2014/main" id="{80596511-3D6C-D3C7-C6CE-EA4C8274DA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1579" y="5578546"/>
                <a:ext cx="5583288" cy="8848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861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animBg="1"/>
      <p:bldP spid="5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2057400" y="0"/>
            <a:ext cx="86106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// A and B represent two 3x3 matrixes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A[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 = {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-1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 };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B[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];	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// To store the transpose of matrix A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// Store transpose of A in B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B[0][0] = A[0][0];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B[0][1] = A[1][0];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B[0][2] = A[2][0];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</p:txBody>
      </p:sp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E72C42E-06E0-AB32-12C1-FE0D4CA6E890}"/>
              </a:ext>
            </a:extLst>
          </p:cNvPr>
          <p:cNvSpPr/>
          <p:nvPr/>
        </p:nvSpPr>
        <p:spPr bwMode="auto">
          <a:xfrm rot="5400000">
            <a:off x="7250213" y="1479826"/>
            <a:ext cx="1289820" cy="489045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1524000" y="0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20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524000" y="5791200"/>
            <a:ext cx="9144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Example 3.3.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Using 2-D arrays to represent matrixes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1D50921-2CCD-1D4D-8CBB-0BA283C0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CEF6E3-9E4B-0C4D-BCB5-166B07B32DC0}"/>
              </a:ext>
            </a:extLst>
          </p:cNvPr>
          <p:cNvSpPr/>
          <p:nvPr/>
        </p:nvSpPr>
        <p:spPr bwMode="auto">
          <a:xfrm>
            <a:off x="7353192" y="2436045"/>
            <a:ext cx="2256580" cy="489045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86C26FB-792E-BDE9-9976-6D35844BBC02}"/>
                  </a:ext>
                </a:extLst>
              </p:cNvPr>
              <p:cNvSpPr txBox="1"/>
              <p:nvPr/>
            </p:nvSpPr>
            <p:spPr>
              <a:xfrm>
                <a:off x="7221941" y="1144226"/>
                <a:ext cx="225658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800" dirty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86C26FB-792E-BDE9-9976-6D35844BB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941" y="1144226"/>
                <a:ext cx="2256580" cy="1139414"/>
              </a:xfrm>
              <a:prstGeom prst="rect">
                <a:avLst/>
              </a:prstGeom>
              <a:blipFill>
                <a:blip r:embed="rId3"/>
                <a:stretch>
                  <a:fillRect l="-97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C080A17-CB26-4EDD-8886-2D1BE0F2FF57}"/>
                  </a:ext>
                </a:extLst>
              </p:cNvPr>
              <p:cNvSpPr txBox="1"/>
              <p:nvPr/>
            </p:nvSpPr>
            <p:spPr>
              <a:xfrm>
                <a:off x="6901218" y="2467866"/>
                <a:ext cx="3248735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0" dirty="0"/>
                  <a:t>B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C080A17-CB26-4EDD-8886-2D1BE0F2F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218" y="2467866"/>
                <a:ext cx="3248735" cy="1231747"/>
              </a:xfrm>
              <a:prstGeom prst="rect">
                <a:avLst/>
              </a:prstGeom>
              <a:blipFill>
                <a:blip r:embed="rId4"/>
                <a:stretch>
                  <a:fillRect l="-375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>
            <a:extLst>
              <a:ext uri="{FF2B5EF4-FFF2-40B4-BE49-F238E27FC236}">
                <a16:creationId xmlns:a16="http://schemas.microsoft.com/office/drawing/2014/main" id="{B91EE504-F7FB-87C4-F388-4BD712C615FD}"/>
              </a:ext>
            </a:extLst>
          </p:cNvPr>
          <p:cNvSpPr/>
          <p:nvPr/>
        </p:nvSpPr>
        <p:spPr bwMode="auto">
          <a:xfrm>
            <a:off x="2095563" y="1601341"/>
            <a:ext cx="2383745" cy="11520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 w="60325" cmpd="sng"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6">
                <a:extLst>
                  <a:ext uri="{FF2B5EF4-FFF2-40B4-BE49-F238E27FC236}">
                    <a16:creationId xmlns:a16="http://schemas.microsoft.com/office/drawing/2014/main" id="{3AEFB56D-F0F1-FC5C-39BC-7DF2C6230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7200" y="4050202"/>
                <a:ext cx="4050866" cy="11608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t"/>
              <a:lstStyle>
                <a:lvl1pPr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lvl="0" algn="ctr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TW" sz="2800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</m:ctrlPr>
                      </m:sSupPr>
                      <m:e>
                        <m:r>
                          <a:rPr kumimoji="0" lang="en-US" altLang="zh-TW" sz="2800" b="1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𝑨</m:t>
                        </m:r>
                      </m:e>
                      <m:sup>
                        <m:r>
                          <a:rPr kumimoji="0" lang="en-US" altLang="zh-TW" sz="2800" b="1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𝑻</m:t>
                        </m:r>
                      </m:sup>
                    </m:sSup>
                  </m:oMath>
                </a14:m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kumimoji="0" lang="en-US" altLang="zh-TW" sz="28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 = </a:t>
                </a:r>
                <a14:m>
                  <m:oMath xmlns:m="http://schemas.openxmlformats.org/officeDocument/2006/math">
                    <m:r>
                      <a:rPr lang="en-US" altLang="zh-TW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新細明體"/>
                        <a:cs typeface="Times New Roman"/>
                      </a:rPr>
                      <m:t>𝑨</m:t>
                    </m:r>
                  </m:oMath>
                </a14:m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lang="en-US" altLang="zh-TW" sz="2800" dirty="0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lang="en-US" altLang="zh-TW" sz="2800" dirty="0" err="1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</a:t>
                </a:r>
              </a:p>
              <a:p>
                <a:pPr lvl="0">
                  <a:defRPr/>
                </a:pPr>
                <a:r>
                  <a:rPr lang="en-US" altLang="zh-TW" sz="2800" b="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 B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 </a:t>
                </a:r>
                <a:endParaRPr kumimoji="0" lang="en-US" altLang="zh-TW" sz="2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  <a:ea typeface="新細明體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Rectangle 6">
                <a:extLst>
                  <a:ext uri="{FF2B5EF4-FFF2-40B4-BE49-F238E27FC236}">
                    <a16:creationId xmlns:a16="http://schemas.microsoft.com/office/drawing/2014/main" id="{3AEFB56D-F0F1-FC5C-39BC-7DF2C6230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7200" y="4050202"/>
                <a:ext cx="4050866" cy="1160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357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2057400" y="0"/>
            <a:ext cx="86106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// A and B represent two 3x3 matrixes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A[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 = {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-1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 };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B[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];	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// To store the transpose of matrix A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// Store transpose of A in B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B[0][0] = A[0][0];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B[0][1] = A[1][0];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B[0][2] = A[2][0];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lang="en-US" b="0" dirty="0">
              <a:solidFill>
                <a:prstClr val="black"/>
              </a:solidFill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B[1][0] = A[0][1];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B[1][1] = A[1][1];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B[1][2] = A[2][1];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E72C42E-06E0-AB32-12C1-FE0D4CA6E890}"/>
              </a:ext>
            </a:extLst>
          </p:cNvPr>
          <p:cNvSpPr/>
          <p:nvPr/>
        </p:nvSpPr>
        <p:spPr bwMode="auto">
          <a:xfrm rot="5400000">
            <a:off x="7880674" y="1451215"/>
            <a:ext cx="1289820" cy="489045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1524000" y="0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20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524000" y="5791200"/>
            <a:ext cx="9144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Example 3.3.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Using 2-D arrays to represent matrixes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1D50921-2CCD-1D4D-8CBB-0BA283C0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86C26FB-792E-BDE9-9976-6D35844BBC02}"/>
                  </a:ext>
                </a:extLst>
              </p:cNvPr>
              <p:cNvSpPr txBox="1"/>
              <p:nvPr/>
            </p:nvSpPr>
            <p:spPr>
              <a:xfrm>
                <a:off x="7221941" y="1144226"/>
                <a:ext cx="225658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800" dirty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86C26FB-792E-BDE9-9976-6D35844BB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941" y="1144226"/>
                <a:ext cx="2256580" cy="1139414"/>
              </a:xfrm>
              <a:prstGeom prst="rect">
                <a:avLst/>
              </a:prstGeom>
              <a:blipFill>
                <a:blip r:embed="rId3"/>
                <a:stretch>
                  <a:fillRect l="-97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CEF6E3-9E4B-0C4D-BCB5-166B07B32DC0}"/>
              </a:ext>
            </a:extLst>
          </p:cNvPr>
          <p:cNvSpPr/>
          <p:nvPr/>
        </p:nvSpPr>
        <p:spPr bwMode="auto">
          <a:xfrm>
            <a:off x="7662081" y="2903739"/>
            <a:ext cx="1624082" cy="360000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AEFD57-1CD0-2D8C-7172-ECCAC6836B6F}"/>
                  </a:ext>
                </a:extLst>
              </p:cNvPr>
              <p:cNvSpPr txBox="1"/>
              <p:nvPr/>
            </p:nvSpPr>
            <p:spPr>
              <a:xfrm>
                <a:off x="6901218" y="2467866"/>
                <a:ext cx="3248735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0" dirty="0"/>
                  <a:t>B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AEFD57-1CD0-2D8C-7172-ECCAC6836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218" y="2467866"/>
                <a:ext cx="3248735" cy="1231747"/>
              </a:xfrm>
              <a:prstGeom prst="rect">
                <a:avLst/>
              </a:prstGeom>
              <a:blipFill>
                <a:blip r:embed="rId4"/>
                <a:stretch>
                  <a:fillRect l="-375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CBAEC1A0-39BE-9C7A-A6CF-47DD68ED2168}"/>
              </a:ext>
            </a:extLst>
          </p:cNvPr>
          <p:cNvSpPr/>
          <p:nvPr/>
        </p:nvSpPr>
        <p:spPr bwMode="auto">
          <a:xfrm>
            <a:off x="2095563" y="2667000"/>
            <a:ext cx="2383745" cy="11520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 w="60325" cmpd="sng"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">
                <a:extLst>
                  <a:ext uri="{FF2B5EF4-FFF2-40B4-BE49-F238E27FC236}">
                    <a16:creationId xmlns:a16="http://schemas.microsoft.com/office/drawing/2014/main" id="{DF63D2AC-2DCD-8AB7-2BB8-7FD23207E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7200" y="4050202"/>
                <a:ext cx="4050866" cy="11608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t"/>
              <a:lstStyle>
                <a:lvl1pPr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lvl="0" algn="ctr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TW" sz="2800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</m:ctrlPr>
                      </m:sSupPr>
                      <m:e>
                        <m:r>
                          <a:rPr kumimoji="0" lang="en-US" altLang="zh-TW" sz="2800" b="1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𝑨</m:t>
                        </m:r>
                      </m:e>
                      <m:sup>
                        <m:r>
                          <a:rPr kumimoji="0" lang="en-US" altLang="zh-TW" sz="2800" b="1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𝑻</m:t>
                        </m:r>
                      </m:sup>
                    </m:sSup>
                  </m:oMath>
                </a14:m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kumimoji="0" lang="en-US" altLang="zh-TW" sz="28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 = </a:t>
                </a:r>
                <a14:m>
                  <m:oMath xmlns:m="http://schemas.openxmlformats.org/officeDocument/2006/math">
                    <m:r>
                      <a:rPr lang="en-US" altLang="zh-TW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新細明體"/>
                        <a:cs typeface="Times New Roman"/>
                      </a:rPr>
                      <m:t>𝑨</m:t>
                    </m:r>
                  </m:oMath>
                </a14:m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lang="en-US" altLang="zh-TW" sz="2800" dirty="0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lang="en-US" altLang="zh-TW" sz="2800" dirty="0" err="1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</a:t>
                </a:r>
              </a:p>
              <a:p>
                <a:pPr lvl="0">
                  <a:defRPr/>
                </a:pPr>
                <a:r>
                  <a:rPr lang="en-US" altLang="zh-TW" sz="2800" b="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 B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 </a:t>
                </a:r>
                <a:endParaRPr kumimoji="0" lang="en-US" altLang="zh-TW" sz="2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  <a:ea typeface="新細明體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Rectangle 6">
                <a:extLst>
                  <a:ext uri="{FF2B5EF4-FFF2-40B4-BE49-F238E27FC236}">
                    <a16:creationId xmlns:a16="http://schemas.microsoft.com/office/drawing/2014/main" id="{DF63D2AC-2DCD-8AB7-2BB8-7FD23207E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7200" y="4050202"/>
                <a:ext cx="4050866" cy="1160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769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2057400" y="0"/>
            <a:ext cx="86106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// A and B represent two 3x3 matrixes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A[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 = {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-1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2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}, {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1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} };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 B[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][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3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];	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// To store the transpose of matrix A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// Store transpose of A in B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B[0][0] = A[0][0];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B[0][1] = A[1][0];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B[0][2] = A[2][0];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B[1][0] = A[0][1];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B[1][1] = A[1][1];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B[1][2] = A[2][1];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B[2][0] = A[0][2];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B[2][1] = A[1][2];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 pitchFamily="18" charset="-120"/>
              <a:cs typeface="Arial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B[2][2] = A[2][2];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// See the next page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pitchFamily="18" charset="-120"/>
              <a:cs typeface="Arial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F4060B-D554-B476-7B4D-19FD234C0350}"/>
              </a:ext>
            </a:extLst>
          </p:cNvPr>
          <p:cNvSpPr/>
          <p:nvPr/>
        </p:nvSpPr>
        <p:spPr bwMode="auto">
          <a:xfrm>
            <a:off x="2057400" y="3757687"/>
            <a:ext cx="2383745" cy="11520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 w="60325" cmpd="sng"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1524000" y="0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20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524000" y="5791200"/>
            <a:ext cx="9144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Example 3.3.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Using 2-D arrays to represent matrixes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1D50921-2CCD-1D4D-8CBB-0BA283C0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CB949E9-10DF-D44E-3DD7-5A85F61A4E8B}"/>
              </a:ext>
            </a:extLst>
          </p:cNvPr>
          <p:cNvSpPr/>
          <p:nvPr/>
        </p:nvSpPr>
        <p:spPr bwMode="auto">
          <a:xfrm>
            <a:off x="7578485" y="3289200"/>
            <a:ext cx="1770697" cy="432000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49A85C7-D6F0-90FB-6260-140562348341}"/>
              </a:ext>
            </a:extLst>
          </p:cNvPr>
          <p:cNvSpPr/>
          <p:nvPr/>
        </p:nvSpPr>
        <p:spPr bwMode="auto">
          <a:xfrm rot="5400000">
            <a:off x="8593533" y="1495913"/>
            <a:ext cx="1289820" cy="489045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E52324-95A3-CAF8-03EC-64EE00ADBF58}"/>
                  </a:ext>
                </a:extLst>
              </p:cNvPr>
              <p:cNvSpPr txBox="1"/>
              <p:nvPr/>
            </p:nvSpPr>
            <p:spPr>
              <a:xfrm>
                <a:off x="6064155" y="2467866"/>
                <a:ext cx="4085798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E52324-95A3-CAF8-03EC-64EE00AD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155" y="2467866"/>
                <a:ext cx="4085798" cy="1231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86C26FB-792E-BDE9-9976-6D35844BBC02}"/>
                  </a:ext>
                </a:extLst>
              </p:cNvPr>
              <p:cNvSpPr txBox="1"/>
              <p:nvPr/>
            </p:nvSpPr>
            <p:spPr>
              <a:xfrm>
                <a:off x="7221941" y="1144226"/>
                <a:ext cx="225658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800" dirty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86C26FB-792E-BDE9-9976-6D35844BB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941" y="1144226"/>
                <a:ext cx="2256580" cy="1139414"/>
              </a:xfrm>
              <a:prstGeom prst="rect">
                <a:avLst/>
              </a:prstGeom>
              <a:blipFill>
                <a:blip r:embed="rId3"/>
                <a:stretch>
                  <a:fillRect l="-97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4662041-5194-2068-A360-C45BD0AFD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7200" y="4050202"/>
                <a:ext cx="4050866" cy="11608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t"/>
              <a:lstStyle>
                <a:lvl1pPr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lvl="0" algn="ctr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TW" sz="2800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</m:ctrlPr>
                      </m:sSupPr>
                      <m:e>
                        <m:r>
                          <a:rPr kumimoji="0" lang="en-US" altLang="zh-TW" sz="2800" b="1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𝑨</m:t>
                        </m:r>
                      </m:e>
                      <m:sup>
                        <m:r>
                          <a:rPr kumimoji="0" lang="en-US" altLang="zh-TW" sz="2800" b="1" i="1" u="none" strike="sng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新細明體"/>
                            <a:cs typeface="Times New Roman"/>
                          </a:rPr>
                          <m:t>𝑻</m:t>
                        </m:r>
                      </m:sup>
                    </m:sSup>
                  </m:oMath>
                </a14:m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kumimoji="0" lang="en-US" altLang="zh-TW" sz="28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kumimoji="0" lang="en-US" altLang="zh-TW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/>
                    <a:ea typeface="新細明體"/>
                    <a:cs typeface="Times New Roman"/>
                  </a:rPr>
                  <a:t>] = </a:t>
                </a:r>
                <a14:m>
                  <m:oMath xmlns:m="http://schemas.openxmlformats.org/officeDocument/2006/math">
                    <m:r>
                      <a:rPr lang="en-US" altLang="zh-TW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新細明體"/>
                        <a:cs typeface="Times New Roman"/>
                      </a:rPr>
                      <m:t>𝑨</m:t>
                    </m:r>
                  </m:oMath>
                </a14:m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[</a:t>
                </a:r>
                <a:r>
                  <a:rPr lang="en-US" altLang="zh-TW" sz="2800" dirty="0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j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][</a:t>
                </a:r>
                <a:r>
                  <a:rPr lang="en-US" altLang="zh-TW" sz="2800" dirty="0" err="1">
                    <a:solidFill>
                      <a:srgbClr val="0099FF"/>
                    </a:solidFill>
                    <a:latin typeface="Consolas"/>
                    <a:ea typeface="新細明體"/>
                    <a:cs typeface="Times New Roman"/>
                  </a:rPr>
                  <a:t>i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]</a:t>
                </a:r>
              </a:p>
              <a:p>
                <a:pPr lvl="0">
                  <a:defRPr/>
                </a:pPr>
                <a:r>
                  <a:rPr lang="en-US" altLang="zh-TW" sz="2800" b="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 B</a:t>
                </a:r>
                <a:r>
                  <a:rPr lang="en-US" altLang="zh-TW" sz="2800" dirty="0">
                    <a:solidFill>
                      <a:srgbClr val="000000"/>
                    </a:solidFill>
                    <a:latin typeface="Consolas"/>
                    <a:ea typeface="新細明體"/>
                    <a:cs typeface="Times New Roman"/>
                  </a:rPr>
                  <a:t> </a:t>
                </a:r>
                <a:endParaRPr kumimoji="0" lang="en-US" altLang="zh-TW" sz="2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/>
                  <a:ea typeface="新細明體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4662041-5194-2068-A360-C45BD0AFD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7200" y="4050202"/>
                <a:ext cx="4050866" cy="1160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484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2057400" y="0"/>
            <a:ext cx="86106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// Print matrix A and B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highlight>
                  <a:srgbClr val="FFFF00"/>
                </a:highlight>
                <a:uLnTx/>
                <a:uFillTx/>
                <a:latin typeface="Consolas"/>
                <a:ea typeface="新細明體"/>
                <a:cs typeface="Times New Roman"/>
              </a:rPr>
              <a:t>%4d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%4d%4d\n"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A[0][1],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A[0][2], A[0][3]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"%4d%4d%4d\n"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A[1][1], A[1][2], A[1][3]);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"%4d%4d%4d\n"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A[2][1], A[2][2], A[2][3]);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"\n"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"%4d%4d%4d\n"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B[0][1], B[0][2], B[0][3]);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Arial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"%4d%4d%4d\n"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B[1][1], B[1][2], B[1][3]);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Arial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"%4d%4d%4d\n"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, B[2][1], B[2][2], B[2][3]);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Arial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printf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"\n"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);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1524000" y="0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22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23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24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30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40</a:t>
            </a: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auto">
          <a:xfrm>
            <a:off x="8199438" y="3657600"/>
            <a:ext cx="2286000" cy="201930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1   2   3   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0  -1   2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0   0   1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1   0   0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2  -1   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3   2   1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1963" algn="l"/>
                <a:tab pos="914400" algn="l"/>
                <a:tab pos="1376363" algn="l"/>
              </a:tabLst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2778" name="Text Box 9"/>
          <p:cNvSpPr txBox="1">
            <a:spLocks noChangeArrowheads="1"/>
          </p:cNvSpPr>
          <p:nvPr/>
        </p:nvSpPr>
        <p:spPr bwMode="auto">
          <a:xfrm>
            <a:off x="2323621" y="3389597"/>
            <a:ext cx="3277312" cy="228759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>
              <a:defRPr b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defRPr b="1"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What is 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highlight>
                  <a:srgbClr val="FFFF00"/>
                </a:highlight>
                <a:uLnTx/>
                <a:uFillTx/>
                <a:latin typeface="Consolas"/>
                <a:ea typeface="新細明體"/>
                <a:cs typeface="Times New Roman"/>
              </a:rPr>
              <a:t>%4d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? It means you will use a </a:t>
            </a:r>
            <a:r>
              <a:rPr kumimoji="0" lang="en-US" altLang="zh-TW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minimum of 4 character spaces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to print out the integer; this is useful when you want your output to be tidy.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Try change it to 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%10d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and see what would happen.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524000" y="5791200"/>
            <a:ext cx="9144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Example 3.3.</a:t>
            </a: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 Using 2-D arrays to represent matrixes (cont.)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346BB96E-3F7F-CC4A-8FED-A4D01B98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 hidden="1">
                <a:extLst>
                  <a:ext uri="{FF2B5EF4-FFF2-40B4-BE49-F238E27FC236}">
                    <a16:creationId xmlns:a16="http://schemas.microsoft.com/office/drawing/2014/main" id="{15EC2BD2-6D58-4383-8A6E-F42D24063EFC}"/>
                  </a:ext>
                </a:extLst>
              </p14:cNvPr>
              <p14:cNvContentPartPr/>
              <p14:nvPr/>
            </p14:nvContentPartPr>
            <p14:xfrm>
              <a:off x="3246240" y="424080"/>
              <a:ext cx="6074280" cy="4579200"/>
            </p14:xfrm>
          </p:contentPart>
        </mc:Choice>
        <mc:Fallback xmlns="">
          <p:pic>
            <p:nvPicPr>
              <p:cNvPr id="6" name="Ink 5" hidden="1">
                <a:extLst>
                  <a:ext uri="{FF2B5EF4-FFF2-40B4-BE49-F238E27FC236}">
                    <a16:creationId xmlns:a16="http://schemas.microsoft.com/office/drawing/2014/main" id="{15EC2BD2-6D58-4383-8A6E-F42D24063E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6880" y="414720"/>
                <a:ext cx="6093000" cy="45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7867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3.4. Applications of 2-D Arrays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708" y="1143000"/>
            <a:ext cx="10104492" cy="5029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sz="2900" dirty="0">
                <a:ea typeface="新細明體" pitchFamily="18" charset="-120"/>
              </a:rPr>
              <a:t>Digital </a:t>
            </a:r>
            <a:r>
              <a:rPr lang="en-US" altLang="zh-TW" sz="2900" b="1" dirty="0">
                <a:ea typeface="新細明體" pitchFamily="18" charset="-120"/>
              </a:rPr>
              <a:t>images</a:t>
            </a:r>
            <a:r>
              <a:rPr lang="en-US" altLang="zh-TW" sz="2900" dirty="0">
                <a:ea typeface="新細明體" pitchFamily="18" charset="-120"/>
              </a:rPr>
              <a:t> (2-D array of pixels)</a:t>
            </a:r>
          </a:p>
          <a:p>
            <a:pPr lvl="1"/>
            <a:r>
              <a:rPr lang="en-US" altLang="zh-TW" sz="2500" dirty="0"/>
              <a:t>RGB images    3-D array   [1080][1920][3]</a:t>
            </a:r>
          </a:p>
          <a:p>
            <a:pPr marL="457200" lvl="1" indent="0">
              <a:buNone/>
            </a:pPr>
            <a:endParaRPr lang="en-US" altLang="zh-TW" sz="900" dirty="0"/>
          </a:p>
          <a:p>
            <a:r>
              <a:rPr lang="en-US" altLang="zh-TW" sz="2900" dirty="0">
                <a:ea typeface="新細明體" pitchFamily="18" charset="-120"/>
              </a:rPr>
              <a:t>Matrix in mathematics</a:t>
            </a:r>
            <a:endParaRPr lang="en-US" altLang="zh-TW" dirty="0"/>
          </a:p>
          <a:p>
            <a:pPr marL="0" indent="0" eaLnBrk="1" hangingPunct="1">
              <a:buNone/>
            </a:pPr>
            <a:endParaRPr lang="en-US" altLang="zh-TW" sz="6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Games (Chess, Minesweeper, etc.)</a:t>
            </a:r>
          </a:p>
          <a:p>
            <a:pPr lvl="1"/>
            <a:r>
              <a:rPr lang="en-US" altLang="zh-CN" sz="2400" dirty="0">
                <a:ea typeface="新細明體" pitchFamily="18" charset="-120"/>
              </a:rPr>
              <a:t>Our Final Project</a:t>
            </a:r>
            <a:endParaRPr lang="en-US" altLang="zh-TW" sz="3200" dirty="0"/>
          </a:p>
          <a:p>
            <a:pPr marL="0" indent="0">
              <a:buNone/>
            </a:pPr>
            <a:endParaRPr lang="en-US" altLang="zh-TW" sz="6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Spreadsheet</a:t>
            </a:r>
          </a:p>
          <a:p>
            <a:r>
              <a:rPr lang="en-US" altLang="zh-TW" sz="2800" dirty="0"/>
              <a:t>Assignment scores of students</a:t>
            </a:r>
          </a:p>
          <a:p>
            <a:pPr lvl="1"/>
            <a:r>
              <a:rPr lang="en-US" altLang="zh-TW" sz="2400" dirty="0"/>
              <a:t>Each row represents a student</a:t>
            </a:r>
          </a:p>
          <a:p>
            <a:pPr lvl="1"/>
            <a:r>
              <a:rPr lang="en-US" altLang="zh-TW" sz="2400" dirty="0"/>
              <a:t>Each column represents the student's scores from different components</a:t>
            </a:r>
            <a:endParaRPr lang="en-US" altLang="zh-TW" dirty="0">
              <a:ea typeface="新細明體" pitchFamily="18" charset="-120"/>
            </a:endParaRPr>
          </a:p>
          <a:p>
            <a:pPr eaLnBrk="1" hangingPunct="1"/>
            <a:r>
              <a:rPr lang="en-US" altLang="zh-TW" sz="2900" dirty="0">
                <a:ea typeface="新細明體" pitchFamily="18" charset="-120"/>
              </a:rPr>
              <a:t>etc.</a:t>
            </a:r>
            <a:endParaRPr lang="en-US" altLang="zh-TW" sz="2500" dirty="0"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CECD831-5795-1A4F-8C49-220DC0B0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How to Convert an RGB Image to Grayscale">
            <a:extLst>
              <a:ext uri="{FF2B5EF4-FFF2-40B4-BE49-F238E27FC236}">
                <a16:creationId xmlns:a16="http://schemas.microsoft.com/office/drawing/2014/main" id="{8D36B852-E7A7-DA36-4AF7-08BE9AB56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365" y="1143000"/>
            <a:ext cx="5147236" cy="32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884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Understanding the characteristics of 1-D and 2-D arrays</a:t>
            </a: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Knowing how to declare and initialize 1-D and  2-D arrays</a:t>
            </a: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TW" sz="2800" dirty="0">
              <a:ea typeface="新細明體" pitchFamily="18" charset="-120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697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6 C Arrays</a:t>
            </a:r>
          </a:p>
          <a:p>
            <a:pPr lvl="1"/>
            <a:r>
              <a:rPr lang="en-US" dirty="0"/>
              <a:t>Sections 6.1 – 6.4: Basics and examples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Sections 6.11: Multidimensional Arrays (2D Arrays)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722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6DD6-39D6-47E8-BFF0-7138469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5" y="44448"/>
            <a:ext cx="11030786" cy="838200"/>
          </a:xfrm>
        </p:spPr>
        <p:txBody>
          <a:bodyPr>
            <a:normAutofit/>
          </a:bodyPr>
          <a:lstStyle/>
          <a:p>
            <a:r>
              <a:rPr lang="en-US" sz="4800" dirty="0">
                <a:cs typeface="Calibri"/>
              </a:rPr>
              <a:t>Lab hints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5AE1-A8C8-4198-9DF5-A9D98CC7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362074"/>
            <a:ext cx="11910647" cy="4810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cs typeface="Calibri"/>
              </a:rPr>
              <a:t>Array as a lookup table</a:t>
            </a:r>
          </a:p>
          <a:p>
            <a:pPr lvl="1"/>
            <a:r>
              <a:rPr lang="en-US" sz="3200" dirty="0">
                <a:cs typeface="Calibri"/>
              </a:rPr>
              <a:t>Lab4 Ex3 </a:t>
            </a:r>
          </a:p>
          <a:p>
            <a:endParaRPr lang="en-US" sz="3600" dirty="0">
              <a:cs typeface="Calibri"/>
            </a:endParaRPr>
          </a:p>
          <a:p>
            <a:endParaRPr lang="en-US" sz="3600" dirty="0">
              <a:cs typeface="Calibri"/>
            </a:endParaRPr>
          </a:p>
          <a:p>
            <a:r>
              <a:rPr lang="en-US" sz="3600" dirty="0">
                <a:cs typeface="Calibri"/>
              </a:rPr>
              <a:t>Array for counting</a:t>
            </a:r>
          </a:p>
          <a:p>
            <a:pPr lvl="1"/>
            <a:r>
              <a:rPr lang="en-US" sz="3200" dirty="0">
                <a:cs typeface="Calibri"/>
              </a:rPr>
              <a:t>Lab4 Ex5 </a:t>
            </a:r>
          </a:p>
          <a:p>
            <a:endParaRPr lang="en-US" sz="3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1DD-F40D-4842-86A4-8E565F1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7046A96-AC6D-2D2E-8920-720E34329491}"/>
              </a:ext>
            </a:extLst>
          </p:cNvPr>
          <p:cNvGrpSpPr/>
          <p:nvPr/>
        </p:nvGrpSpPr>
        <p:grpSpPr>
          <a:xfrm>
            <a:off x="4599573" y="1020027"/>
            <a:ext cx="1496427" cy="2646346"/>
            <a:chOff x="8910171" y="1362074"/>
            <a:chExt cx="1496427" cy="29076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7B21C3-44FC-E3C7-4BC2-080237995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1820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1DCCD8-A097-3179-15A0-1822AB6DB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2201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6EE6D8-0F05-B0CE-3812-3650982DE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2582465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8FE3A6C6-7978-E265-BA3E-3944775F8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1820465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5C4DE3AD-47D9-3054-B79F-95FE2620E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2215752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A54D01C8-89C6-7112-4D61-EE46B6C8B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1746" y="2553890"/>
              <a:ext cx="3145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1" name="Text Box 22">
              <a:extLst>
                <a:ext uri="{FF2B5EF4-FFF2-40B4-BE49-F238E27FC236}">
                  <a16:creationId xmlns:a16="http://schemas.microsoft.com/office/drawing/2014/main" id="{4ACB8D22-85FE-10C6-31A1-0C1C24815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03300" y="3022449"/>
              <a:ext cx="266420" cy="782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l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</p:txBody>
        </p:sp>
        <p:sp>
          <p:nvSpPr>
            <p:cNvPr id="12" name="Text Box 23">
              <a:extLst>
                <a:ext uri="{FF2B5EF4-FFF2-40B4-BE49-F238E27FC236}">
                  <a16:creationId xmlns:a16="http://schemas.microsoft.com/office/drawing/2014/main" id="{91350179-E998-2DF2-3095-3902CE44F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9201" y="3046448"/>
              <a:ext cx="266419" cy="782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.</a:t>
              </a: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2535C87E-DA3A-9EA3-9393-0FC599852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8337" y="3857993"/>
              <a:ext cx="9144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onsolas" panose="020B0609020204030204" pitchFamily="49" charset="0"/>
                </a:rPr>
                <a:t>data</a:t>
              </a: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572437C6-9657-7C96-FDE0-910FFA696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0171" y="3869661"/>
              <a:ext cx="5581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N-1</a:t>
              </a:r>
            </a:p>
          </p:txBody>
        </p:sp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1C575959-0F54-5EEC-4EF6-CC34D578714C}"/>
                </a:ext>
              </a:extLst>
            </p:cNvPr>
            <p:cNvSpPr/>
            <p:nvPr/>
          </p:nvSpPr>
          <p:spPr>
            <a:xfrm>
              <a:off x="9516611" y="1362074"/>
              <a:ext cx="88998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新細明體" pitchFamily="18" charset="-120"/>
                  <a:cs typeface="+mn-cs"/>
                </a:rPr>
                <a:t>array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EFDE010-018B-14E4-A941-35FD3E4BF82F}"/>
              </a:ext>
            </a:extLst>
          </p:cNvPr>
          <p:cNvSpPr txBox="1"/>
          <p:nvPr/>
        </p:nvSpPr>
        <p:spPr>
          <a:xfrm>
            <a:off x="6470205" y="1446080"/>
            <a:ext cx="1937893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array[</a:t>
            </a:r>
            <a:r>
              <a:rPr kumimoji="1" lang="en-US" altLang="zh-TW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index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] 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Times New Roman" pitchFamily="18" charset="0"/>
              </a:rPr>
              <a:t>to access data</a:t>
            </a:r>
            <a:endParaRPr lang="LID4096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15E956-3097-7D35-9CE4-517119F48D81}"/>
              </a:ext>
            </a:extLst>
          </p:cNvPr>
          <p:cNvSpPr/>
          <p:nvPr/>
        </p:nvSpPr>
        <p:spPr>
          <a:xfrm>
            <a:off x="6187657" y="5082692"/>
            <a:ext cx="2923928" cy="1323439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i="0" u="none" strike="noStrike" kern="1200" normalizeH="0" baseline="0" noProof="0" dirty="0">
                <a:ln w="0"/>
                <a:uLnTx/>
                <a:uFillTx/>
                <a:latin typeface="Consolas" panose="020B0609020204030204" pitchFamily="49" charset="0"/>
                <a:ea typeface="新細明體" pitchFamily="18" charset="-120"/>
              </a:rPr>
              <a:t>store the 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000" cap="none" spc="0" dirty="0">
              <a:ln w="0"/>
              <a:latin typeface="Consolas" panose="020B0609020204030204" pitchFamily="49" charset="0"/>
              <a:ea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i="0" u="none" strike="noStrike" kern="1200" normalizeH="0" baseline="0" noProof="0" dirty="0">
                <a:ln w="0"/>
                <a:uLnTx/>
                <a:uFillTx/>
                <a:latin typeface="Consolas" panose="020B0609020204030204" pitchFamily="49" charset="0"/>
                <a:ea typeface="新細明體" pitchFamily="18" charset="-120"/>
              </a:rPr>
              <a:t>At first, they are </a:t>
            </a:r>
            <a:r>
              <a:rPr kumimoji="1" lang="en-US" sz="2000" b="1" i="0" u="none" strike="noStrike" kern="1200" normalizeH="0" baseline="0" noProof="0" dirty="0">
                <a:ln w="0"/>
                <a:uLnTx/>
                <a:uFillTx/>
                <a:latin typeface="Consolas" panose="020B0609020204030204" pitchFamily="49" charset="0"/>
                <a:ea typeface="新細明體" pitchFamily="18" charset="-120"/>
              </a:rPr>
              <a:t>all ZERO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uLnTx/>
              <a:uFillTx/>
              <a:latin typeface="Calibri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8998329-0123-1269-BC7A-CA0598B65347}"/>
              </a:ext>
            </a:extLst>
          </p:cNvPr>
          <p:cNvGrpSpPr/>
          <p:nvPr/>
        </p:nvGrpSpPr>
        <p:grpSpPr>
          <a:xfrm>
            <a:off x="4322677" y="4205905"/>
            <a:ext cx="1766671" cy="2369503"/>
            <a:chOff x="4239899" y="4131034"/>
            <a:chExt cx="1766671" cy="2369503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B85A4EA3-8BB8-88C1-3EBA-A3DEDF97BBF9}"/>
                </a:ext>
              </a:extLst>
            </p:cNvPr>
            <p:cNvSpPr/>
            <p:nvPr/>
          </p:nvSpPr>
          <p:spPr>
            <a:xfrm>
              <a:off x="4940149" y="4131034"/>
              <a:ext cx="1066421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i="0" u="none" strike="noStrike" kern="1200" normalizeH="0" baseline="0" noProof="0" dirty="0">
                  <a:ln w="0"/>
                  <a:uLnTx/>
                  <a:uFillTx/>
                  <a:latin typeface="Consolas" panose="020B0609020204030204" pitchFamily="49" charset="0"/>
                  <a:ea typeface="新細明體" pitchFamily="18" charset="-120"/>
                  <a:cs typeface="+mn-cs"/>
                </a:rPr>
                <a:t>Array</a:t>
              </a:r>
              <a:endParaRPr kumimoji="0" lang="en-US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0710C93-44FA-EF2B-3EF1-5C3390B38061}"/>
                </a:ext>
              </a:extLst>
            </p:cNvPr>
            <p:cNvGrpSpPr/>
            <p:nvPr/>
          </p:nvGrpSpPr>
          <p:grpSpPr>
            <a:xfrm>
              <a:off x="4239899" y="4145474"/>
              <a:ext cx="1681668" cy="2355063"/>
              <a:chOff x="4127283" y="3490279"/>
              <a:chExt cx="1681668" cy="2355063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3F2E923-084B-EE7D-2107-B224E00D87DF}"/>
                  </a:ext>
                </a:extLst>
              </p:cNvPr>
              <p:cNvGrpSpPr/>
              <p:nvPr/>
            </p:nvGrpSpPr>
            <p:grpSpPr>
              <a:xfrm>
                <a:off x="4743438" y="3856571"/>
                <a:ext cx="1065513" cy="1988771"/>
                <a:chOff x="4793480" y="2386515"/>
                <a:chExt cx="1440000" cy="2469520"/>
              </a:xfrm>
            </p:grpSpPr>
            <p:sp>
              <p:nvSpPr>
                <p:cNvPr id="19" name="Rectangle 4">
                  <a:extLst>
                    <a:ext uri="{FF2B5EF4-FFF2-40B4-BE49-F238E27FC236}">
                      <a16:creationId xmlns:a16="http://schemas.microsoft.com/office/drawing/2014/main" id="{7F5443D8-E091-4C56-CD62-753AB2F82B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2386515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0" name="Rectangle 5">
                  <a:extLst>
                    <a:ext uri="{FF2B5EF4-FFF2-40B4-BE49-F238E27FC236}">
                      <a16:creationId xmlns:a16="http://schemas.microsoft.com/office/drawing/2014/main" id="{8BD7FD2F-FB9F-6685-CF58-0AFDE73385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2898796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1" name="Rectangle 6">
                  <a:extLst>
                    <a:ext uri="{FF2B5EF4-FFF2-40B4-BE49-F238E27FC236}">
                      <a16:creationId xmlns:a16="http://schemas.microsoft.com/office/drawing/2014/main" id="{62A0ADD8-F2B3-4224-2CEC-ECAC7738C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3411077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2" name="Rectangle 6">
                  <a:extLst>
                    <a:ext uri="{FF2B5EF4-FFF2-40B4-BE49-F238E27FC236}">
                      <a16:creationId xmlns:a16="http://schemas.microsoft.com/office/drawing/2014/main" id="{83852FCA-9956-7871-1C50-B8293D78B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4435642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3" name="Rectangle 6">
                  <a:extLst>
                    <a:ext uri="{FF2B5EF4-FFF2-40B4-BE49-F238E27FC236}">
                      <a16:creationId xmlns:a16="http://schemas.microsoft.com/office/drawing/2014/main" id="{0A2858E4-8D0D-0280-16A6-5FC96169DA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3480" y="3923358"/>
                  <a:ext cx="1440000" cy="42039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onsolas" panose="020B0609020204030204" pitchFamily="49" charset="0"/>
                    </a:rPr>
                    <a:t>0</a:t>
                  </a:r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CA7FC7B2-6FB7-2D66-C8E6-361D34874AB1}"/>
                  </a:ext>
                </a:extLst>
              </p:cNvPr>
              <p:cNvGrpSpPr/>
              <p:nvPr/>
            </p:nvGrpSpPr>
            <p:grpSpPr>
              <a:xfrm>
                <a:off x="4127283" y="3490279"/>
                <a:ext cx="697371" cy="2302833"/>
                <a:chOff x="6150030" y="2863230"/>
                <a:chExt cx="742453" cy="2859501"/>
              </a:xfrm>
            </p:grpSpPr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D2FB3834-85D0-203B-27F6-D94874D3552E}"/>
                    </a:ext>
                  </a:extLst>
                </p:cNvPr>
                <p:cNvGrpSpPr/>
                <p:nvPr/>
              </p:nvGrpSpPr>
              <p:grpSpPr>
                <a:xfrm>
                  <a:off x="6273582" y="3263621"/>
                  <a:ext cx="475785" cy="2459110"/>
                  <a:chOff x="5831650" y="2542193"/>
                  <a:chExt cx="475785" cy="1348107"/>
                </a:xfrm>
              </p:grpSpPr>
              <p:sp>
                <p:nvSpPr>
                  <p:cNvPr id="35" name="Text Box 10">
                    <a:extLst>
                      <a:ext uri="{FF2B5EF4-FFF2-40B4-BE49-F238E27FC236}">
                        <a16:creationId xmlns:a16="http://schemas.microsoft.com/office/drawing/2014/main" id="{8E3C86A3-3C70-5BA2-8702-CF7FCC2815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6062" y="3116762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[2]</a:t>
                    </a:r>
                  </a:p>
                </p:txBody>
              </p:sp>
              <p:sp>
                <p:nvSpPr>
                  <p:cNvPr id="36" name="Text Box 10">
                    <a:extLst>
                      <a:ext uri="{FF2B5EF4-FFF2-40B4-BE49-F238E27FC236}">
                        <a16:creationId xmlns:a16="http://schemas.microsoft.com/office/drawing/2014/main" id="{D95E0241-50C6-94DD-C3E8-C98F3CDC018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3480" y="3404047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[3]</a:t>
                    </a:r>
                  </a:p>
                </p:txBody>
              </p:sp>
              <p:sp>
                <p:nvSpPr>
                  <p:cNvPr id="37" name="Text Box 8">
                    <a:extLst>
                      <a:ext uri="{FF2B5EF4-FFF2-40B4-BE49-F238E27FC236}">
                        <a16:creationId xmlns:a16="http://schemas.microsoft.com/office/drawing/2014/main" id="{050B0941-D39E-24DB-0579-9752243EAB1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6063" y="2542193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[0]</a:t>
                    </a:r>
                  </a:p>
                </p:txBody>
              </p:sp>
              <p:sp>
                <p:nvSpPr>
                  <p:cNvPr id="38" name="Text Box 9">
                    <a:extLst>
                      <a:ext uri="{FF2B5EF4-FFF2-40B4-BE49-F238E27FC236}">
                        <a16:creationId xmlns:a16="http://schemas.microsoft.com/office/drawing/2014/main" id="{B888844F-B57F-7B1A-3478-0FFC43E7A04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6063" y="2829477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[1]</a:t>
                    </a:r>
                  </a:p>
                </p:txBody>
              </p:sp>
              <p:sp>
                <p:nvSpPr>
                  <p:cNvPr id="39" name="Text Box 10">
                    <a:extLst>
                      <a:ext uri="{FF2B5EF4-FFF2-40B4-BE49-F238E27FC236}">
                        <a16:creationId xmlns:a16="http://schemas.microsoft.com/office/drawing/2014/main" id="{BBD155A5-A451-6BF5-7654-18248F80D2E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31650" y="3691331"/>
                    <a:ext cx="471372" cy="1989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TW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itchFamily="18" charset="-120"/>
                        <a:cs typeface="Consolas" panose="020B0609020204030204" pitchFamily="49" charset="0"/>
                      </a:rPr>
                      <a:t>[4]</a:t>
                    </a:r>
                  </a:p>
                </p:txBody>
              </p:sp>
            </p:grpSp>
            <p:sp>
              <p:nvSpPr>
                <p:cNvPr id="34" name="Text Box 8">
                  <a:extLst>
                    <a:ext uri="{FF2B5EF4-FFF2-40B4-BE49-F238E27FC236}">
                      <a16:creationId xmlns:a16="http://schemas.microsoft.com/office/drawing/2014/main" id="{14619660-0275-5310-25DC-0AFBCAB7E9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50030" y="2863230"/>
                  <a:ext cx="742453" cy="3629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TW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新細明體" pitchFamily="18" charset="-120"/>
                      <a:cs typeface="Consolas" panose="020B0609020204030204" pitchFamily="49" charset="0"/>
                    </a:rPr>
                    <a:t>Index</a:t>
                  </a:r>
                </a:p>
              </p:txBody>
            </p:sp>
          </p:grp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E9AF1EC4-02E9-2DC5-BC1B-EDF6295EFE3D}"/>
              </a:ext>
            </a:extLst>
          </p:cNvPr>
          <p:cNvSpPr txBox="1"/>
          <p:nvPr/>
        </p:nvSpPr>
        <p:spPr>
          <a:xfrm>
            <a:off x="6432880" y="2700028"/>
            <a:ext cx="5450701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dirty="0">
                <a:cs typeface="Calibri"/>
              </a:rPr>
              <a:t>This week </a:t>
            </a:r>
          </a:p>
          <a:p>
            <a:pPr algn="ctr"/>
            <a:r>
              <a:rPr lang="en-US" sz="4000" dirty="0">
                <a:cs typeface="Calibri"/>
              </a:rPr>
              <a:t>required </a:t>
            </a:r>
            <a:r>
              <a:rPr lang="en-US" sz="4000" b="1" dirty="0">
                <a:cs typeface="Calibri"/>
              </a:rPr>
              <a:t>Lab 4 Ex3,4,5</a:t>
            </a:r>
          </a:p>
          <a:p>
            <a:pPr algn="ctr"/>
            <a:r>
              <a:rPr lang="en-US" sz="4000" b="1" dirty="0">
                <a:cs typeface="Calibri"/>
              </a:rPr>
              <a:t>Due </a:t>
            </a:r>
            <a:r>
              <a:rPr lang="en-US" sz="4000" b="1" dirty="0" err="1">
                <a:cs typeface="Calibri"/>
              </a:rPr>
              <a:t>tmr</a:t>
            </a:r>
            <a:endParaRPr lang="LID4096" sz="4000" dirty="0"/>
          </a:p>
        </p:txBody>
      </p:sp>
    </p:spTree>
    <p:extLst>
      <p:ext uri="{BB962C8B-B14F-4D97-AF65-F5344CB8AC3E}">
        <p14:creationId xmlns:p14="http://schemas.microsoft.com/office/powerpoint/2010/main" val="2680184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65101"/>
            <a:ext cx="8762999" cy="766763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dirty="0">
                <a:ea typeface="新細明體"/>
              </a:rPr>
              <a:t>Lab4 Ex5</a:t>
            </a:r>
            <a:endParaRPr lang="en-US" altLang="zh-TW" sz="6000" dirty="0">
              <a:ea typeface="新細明體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B465E-868C-DF47-9F92-48DC485C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14:cNvPr>
              <p14:cNvContentPartPr/>
              <p14:nvPr/>
            </p14:nvContentPartPr>
            <p14:xfrm>
              <a:off x="5260440" y="3339000"/>
              <a:ext cx="2978640" cy="23745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1080" y="3329640"/>
                <a:ext cx="2997360" cy="2393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Box 6">
            <a:extLst>
              <a:ext uri="{FF2B5EF4-FFF2-40B4-BE49-F238E27FC236}">
                <a16:creationId xmlns:a16="http://schemas.microsoft.com/office/drawing/2014/main" id="{6F95B7BD-A081-4DD2-54AD-C740967DA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46" y="1065475"/>
            <a:ext cx="11561404" cy="5502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Step 1-3: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       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Refer to the </a:t>
            </a:r>
            <a:r>
              <a:rPr kumimoji="0" lang="en-US" altLang="zh-TW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ArrayExample</a:t>
            </a:r>
            <a:r>
              <a:rPr lang="en-US" altLang="zh-TW" sz="36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 file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 </a:t>
            </a:r>
            <a:r>
              <a:rPr lang="en-US" altLang="zh-TW" sz="36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-&gt; 2.2. Array for Counting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3200" b="0" dirty="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6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 Step 4-6: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	</a:t>
            </a:r>
            <a:r>
              <a:rPr lang="en-US" altLang="zh-TW" sz="36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Find the largest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		</a:t>
            </a: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check candidate 1 is the largest? (greater than others)</a:t>
            </a:r>
            <a:endParaRPr lang="en-US" altLang="zh-TW" sz="3200" b="0" dirty="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		check candidate 2 is the largest?</a:t>
            </a:r>
            <a:endParaRPr lang="en-US" altLang="zh-TW" sz="3200" b="0" dirty="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		check candidate 3 is the largest?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0" dirty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		all not, share the same largest vote (see Sample run #2 in question instruction)</a:t>
            </a:r>
            <a:endParaRPr kumimoji="0" lang="en-US" altLang="zh-TW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2876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square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i="0" u="none" strike="noStrike" kern="1200" cap="none" spc="0" normalizeH="0" baseline="0" noProof="0">
            <a:ln>
              <a:noFill/>
            </a:ln>
            <a:solidFill>
              <a:prstClr val="black"/>
            </a:solidFill>
            <a:effectLst/>
            <a:uLnTx/>
            <a:uFillTx/>
            <a:latin typeface="Calibri" panose="020F0502020204030204" pitchFamily="34" charset="0"/>
            <a:ea typeface="+mn-ea"/>
            <a:cs typeface="Consolas" panose="020B0609020204030204" pitchFamily="49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3543</Words>
  <Application>Microsoft Office PowerPoint</Application>
  <PresentationFormat>Widescreen</PresentationFormat>
  <Paragraphs>840</Paragraphs>
  <Slides>30</Slides>
  <Notes>19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-apple-system</vt:lpstr>
      <vt:lpstr>新細明體</vt:lpstr>
      <vt:lpstr>Arial</vt:lpstr>
      <vt:lpstr>Calibri</vt:lpstr>
      <vt:lpstr>Cambria Math</vt:lpstr>
      <vt:lpstr>Consolas</vt:lpstr>
      <vt:lpstr>Wingdings</vt:lpstr>
      <vt:lpstr>Office Theme</vt:lpstr>
      <vt:lpstr>Review</vt:lpstr>
      <vt:lpstr>Outline</vt:lpstr>
      <vt:lpstr>PowerPoint Presentation</vt:lpstr>
      <vt:lpstr>2.1. Array as a Lookup Table </vt:lpstr>
      <vt:lpstr>2.1. Array as a Lookup Table</vt:lpstr>
      <vt:lpstr>2.1. Array as a Lookup Table</vt:lpstr>
      <vt:lpstr>2. 1-D Array Examples</vt:lpstr>
      <vt:lpstr>2.2. Array for Counting </vt:lpstr>
      <vt:lpstr>2.2. Array for Counting </vt:lpstr>
      <vt:lpstr>2.2. Array for Counting </vt:lpstr>
      <vt:lpstr>2. 1-D Array Examples</vt:lpstr>
      <vt:lpstr>Outline</vt:lpstr>
      <vt:lpstr>3.1. 2-D Array</vt:lpstr>
      <vt:lpstr>3.2. Declaring a 2-D Array</vt:lpstr>
      <vt:lpstr>3.2. Declaring a 2-D Array</vt:lpstr>
      <vt:lpstr>3.2. Declaring a 2-D Array</vt:lpstr>
      <vt:lpstr>3.3. 2-D Array – Declaration and Initialization</vt:lpstr>
      <vt:lpstr>3.3. 2-D Array – Declaration and Initialization</vt:lpstr>
      <vt:lpstr>3.3. 2-D Array – Declaration and Initialization</vt:lpstr>
      <vt:lpstr>3.3. 2-D Array – Declaration and Initialization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3.4. Applications of 2-D Arrays</vt:lpstr>
      <vt:lpstr>Summary</vt:lpstr>
      <vt:lpstr>Reading Assignment</vt:lpstr>
      <vt:lpstr>Lab hints</vt:lpstr>
      <vt:lpstr>Lab4 Ex5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</dc:title>
  <dc:creator>Yuli Jiang (CSD)</dc:creator>
  <cp:lastModifiedBy>Yuli Jiang (CSD)</cp:lastModifiedBy>
  <cp:revision>24</cp:revision>
  <dcterms:created xsi:type="dcterms:W3CDTF">2024-01-30T08:14:54Z</dcterms:created>
  <dcterms:modified xsi:type="dcterms:W3CDTF">2025-09-25T05:05:01Z</dcterms:modified>
</cp:coreProperties>
</file>
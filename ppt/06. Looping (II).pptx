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71" r:id="rId2"/>
    <p:sldId id="383" r:id="rId3"/>
    <p:sldId id="393" r:id="rId4"/>
    <p:sldId id="334" r:id="rId5"/>
    <p:sldId id="347" r:id="rId6"/>
    <p:sldId id="309" r:id="rId7"/>
    <p:sldId id="307" r:id="rId8"/>
    <p:sldId id="308" r:id="rId9"/>
    <p:sldId id="310" r:id="rId10"/>
    <p:sldId id="312" r:id="rId11"/>
    <p:sldId id="387" r:id="rId12"/>
    <p:sldId id="388" r:id="rId13"/>
    <p:sldId id="404" r:id="rId14"/>
    <p:sldId id="339" r:id="rId15"/>
    <p:sldId id="345" r:id="rId16"/>
    <p:sldId id="338" r:id="rId17"/>
    <p:sldId id="337" r:id="rId18"/>
    <p:sldId id="336" r:id="rId19"/>
    <p:sldId id="335" r:id="rId20"/>
    <p:sldId id="394" r:id="rId21"/>
    <p:sldId id="391" r:id="rId22"/>
    <p:sldId id="340" r:id="rId23"/>
    <p:sldId id="389" r:id="rId24"/>
    <p:sldId id="390" r:id="rId25"/>
    <p:sldId id="342" r:id="rId26"/>
    <p:sldId id="341" r:id="rId27"/>
    <p:sldId id="398" r:id="rId28"/>
    <p:sldId id="397" r:id="rId29"/>
    <p:sldId id="401" r:id="rId30"/>
    <p:sldId id="395" r:id="rId31"/>
    <p:sldId id="399" r:id="rId32"/>
    <p:sldId id="373" r:id="rId33"/>
    <p:sldId id="396" r:id="rId34"/>
    <p:sldId id="379" r:id="rId35"/>
    <p:sldId id="402" r:id="rId36"/>
    <p:sldId id="403" r:id="rId37"/>
    <p:sldId id="363" r:id="rId38"/>
    <p:sldId id="400" r:id="rId39"/>
    <p:sldId id="348" r:id="rId40"/>
    <p:sldId id="346" r:id="rId41"/>
    <p:sldId id="380" r:id="rId42"/>
  </p:sldIdLst>
  <p:sldSz cx="12192000" cy="6858000"/>
  <p:notesSz cx="6858000" cy="9144000"/>
  <p:custDataLst>
    <p:tags r:id="rId4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FFFFCC"/>
    <a:srgbClr val="FF99FF"/>
    <a:srgbClr val="0000FF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41511E-652A-44AF-8951-237B6AA57B70}" v="2192" dt="2025-10-06T03:01:58.0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43"/>
    <p:restoredTop sz="94616"/>
  </p:normalViewPr>
  <p:slideViewPr>
    <p:cSldViewPr snapToGrid="0">
      <p:cViewPr varScale="1">
        <p:scale>
          <a:sx n="115" d="100"/>
          <a:sy n="115" d="100"/>
        </p:scale>
        <p:origin x="208" y="3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li Jiang (CSD)" userId="7c291cd4-aa97-4867-8d2d-ebf5c1c3b419" providerId="ADAL" clId="{E091A1C4-7084-4280-9FC5-F30D23CD644B}"/>
    <pc:docChg chg="undo custSel addSld delSld modSld sldOrd">
      <pc:chgData name="Yuli Jiang (CSD)" userId="7c291cd4-aa97-4867-8d2d-ebf5c1c3b419" providerId="ADAL" clId="{E091A1C4-7084-4280-9FC5-F30D23CD644B}" dt="2024-10-10T06:10:05.661" v="560" actId="729"/>
      <pc:docMkLst>
        <pc:docMk/>
      </pc:docMkLst>
      <pc:sldChg chg="modSp mod">
        <pc:chgData name="Yuli Jiang (CSD)" userId="7c291cd4-aa97-4867-8d2d-ebf5c1c3b419" providerId="ADAL" clId="{E091A1C4-7084-4280-9FC5-F30D23CD644B}" dt="2024-10-10T05:42:26.172" v="178" actId="403"/>
        <pc:sldMkLst>
          <pc:docMk/>
          <pc:sldMk cId="2389990707" sldId="268"/>
        </pc:sldMkLst>
      </pc:sldChg>
      <pc:sldChg chg="modSp mod">
        <pc:chgData name="Yuli Jiang (CSD)" userId="7c291cd4-aa97-4867-8d2d-ebf5c1c3b419" providerId="ADAL" clId="{E091A1C4-7084-4280-9FC5-F30D23CD644B}" dt="2024-10-10T05:50:33.967" v="240" actId="1076"/>
        <pc:sldMkLst>
          <pc:docMk/>
          <pc:sldMk cId="439030304" sldId="307"/>
        </pc:sldMkLst>
      </pc:sldChg>
      <pc:sldChg chg="addSp modSp mod modAnim">
        <pc:chgData name="Yuli Jiang (CSD)" userId="7c291cd4-aa97-4867-8d2d-ebf5c1c3b419" providerId="ADAL" clId="{E091A1C4-7084-4280-9FC5-F30D23CD644B}" dt="2024-10-10T05:53:11.308" v="280" actId="1076"/>
        <pc:sldMkLst>
          <pc:docMk/>
          <pc:sldMk cId="1975804927" sldId="308"/>
        </pc:sldMkLst>
      </pc:sldChg>
      <pc:sldChg chg="modSp mod">
        <pc:chgData name="Yuli Jiang (CSD)" userId="7c291cd4-aa97-4867-8d2d-ebf5c1c3b419" providerId="ADAL" clId="{E091A1C4-7084-4280-9FC5-F30D23CD644B}" dt="2024-10-09T09:14:52.120" v="32" actId="115"/>
        <pc:sldMkLst>
          <pc:docMk/>
          <pc:sldMk cId="2831768147" sldId="309"/>
        </pc:sldMkLst>
      </pc:sldChg>
      <pc:sldChg chg="addSp modSp mod">
        <pc:chgData name="Yuli Jiang (CSD)" userId="7c291cd4-aa97-4867-8d2d-ebf5c1c3b419" providerId="ADAL" clId="{E091A1C4-7084-4280-9FC5-F30D23CD644B}" dt="2024-10-10T05:54:10.279" v="292" actId="1076"/>
        <pc:sldMkLst>
          <pc:docMk/>
          <pc:sldMk cId="4073212048" sldId="310"/>
        </pc:sldMkLst>
      </pc:sldChg>
      <pc:sldChg chg="modAnim">
        <pc:chgData name="Yuli Jiang (CSD)" userId="7c291cd4-aa97-4867-8d2d-ebf5c1c3b419" providerId="ADAL" clId="{E091A1C4-7084-4280-9FC5-F30D23CD644B}" dt="2024-10-10T05:54:40.131" v="293"/>
        <pc:sldMkLst>
          <pc:docMk/>
          <pc:sldMk cId="819198260" sldId="312"/>
        </pc:sldMkLst>
      </pc:sldChg>
      <pc:sldChg chg="modSp mod">
        <pc:chgData name="Yuli Jiang (CSD)" userId="7c291cd4-aa97-4867-8d2d-ebf5c1c3b419" providerId="ADAL" clId="{E091A1C4-7084-4280-9FC5-F30D23CD644B}" dt="2024-10-10T06:07:54.071" v="552" actId="113"/>
        <pc:sldMkLst>
          <pc:docMk/>
          <pc:sldMk cId="890796274" sldId="338"/>
        </pc:sldMkLst>
      </pc:sldChg>
      <pc:sldChg chg="addSp delSp modSp mod modShow">
        <pc:chgData name="Yuli Jiang (CSD)" userId="7c291cd4-aa97-4867-8d2d-ebf5c1c3b419" providerId="ADAL" clId="{E091A1C4-7084-4280-9FC5-F30D23CD644B}" dt="2024-10-10T06:07:35.494" v="544" actId="729"/>
        <pc:sldMkLst>
          <pc:docMk/>
          <pc:sldMk cId="3325095271" sldId="339"/>
        </pc:sldMkLst>
      </pc:sldChg>
      <pc:sldChg chg="mod modShow">
        <pc:chgData name="Yuli Jiang (CSD)" userId="7c291cd4-aa97-4867-8d2d-ebf5c1c3b419" providerId="ADAL" clId="{E091A1C4-7084-4280-9FC5-F30D23CD644B}" dt="2024-10-10T06:09:47.928" v="558" actId="729"/>
        <pc:sldMkLst>
          <pc:docMk/>
          <pc:sldMk cId="476817869" sldId="340"/>
        </pc:sldMkLst>
      </pc:sldChg>
      <pc:sldChg chg="mod modShow">
        <pc:chgData name="Yuli Jiang (CSD)" userId="7c291cd4-aa97-4867-8d2d-ebf5c1c3b419" providerId="ADAL" clId="{E091A1C4-7084-4280-9FC5-F30D23CD644B}" dt="2024-10-10T06:09:45.172" v="557" actId="729"/>
        <pc:sldMkLst>
          <pc:docMk/>
          <pc:sldMk cId="1007176180" sldId="345"/>
        </pc:sldMkLst>
      </pc:sldChg>
      <pc:sldChg chg="mod modShow">
        <pc:chgData name="Yuli Jiang (CSD)" userId="7c291cd4-aa97-4867-8d2d-ebf5c1c3b419" providerId="ADAL" clId="{E091A1C4-7084-4280-9FC5-F30D23CD644B}" dt="2024-10-10T05:44:14.477" v="198" actId="729"/>
        <pc:sldMkLst>
          <pc:docMk/>
          <pc:sldMk cId="876843202" sldId="347"/>
        </pc:sldMkLst>
      </pc:sldChg>
      <pc:sldChg chg="modSp mod">
        <pc:chgData name="Yuli Jiang (CSD)" userId="7c291cd4-aa97-4867-8d2d-ebf5c1c3b419" providerId="ADAL" clId="{E091A1C4-7084-4280-9FC5-F30D23CD644B}" dt="2024-10-10T06:09:23.108" v="556" actId="1076"/>
        <pc:sldMkLst>
          <pc:docMk/>
          <pc:sldMk cId="769026573" sldId="348"/>
        </pc:sldMkLst>
      </pc:sldChg>
      <pc:sldChg chg="addSp modSp mod">
        <pc:chgData name="Yuli Jiang (CSD)" userId="7c291cd4-aa97-4867-8d2d-ebf5c1c3b419" providerId="ADAL" clId="{E091A1C4-7084-4280-9FC5-F30D23CD644B}" dt="2024-10-10T05:43:45.693" v="197" actId="113"/>
        <pc:sldMkLst>
          <pc:docMk/>
          <pc:sldMk cId="2042084345" sldId="371"/>
        </pc:sldMkLst>
      </pc:sldChg>
      <pc:sldChg chg="modSp mod">
        <pc:chgData name="Yuli Jiang (CSD)" userId="7c291cd4-aa97-4867-8d2d-ebf5c1c3b419" providerId="ADAL" clId="{E091A1C4-7084-4280-9FC5-F30D23CD644B}" dt="2024-10-10T05:59:26.547" v="417" actId="13926"/>
        <pc:sldMkLst>
          <pc:docMk/>
          <pc:sldMk cId="2677701120" sldId="384"/>
        </pc:sldMkLst>
      </pc:sldChg>
      <pc:sldChg chg="mod modShow">
        <pc:chgData name="Yuli Jiang (CSD)" userId="7c291cd4-aa97-4867-8d2d-ebf5c1c3b419" providerId="ADAL" clId="{E091A1C4-7084-4280-9FC5-F30D23CD644B}" dt="2024-10-10T05:54:58.797" v="294" actId="729"/>
        <pc:sldMkLst>
          <pc:docMk/>
          <pc:sldMk cId="2516007308" sldId="386"/>
        </pc:sldMkLst>
      </pc:sldChg>
      <pc:sldChg chg="mod modShow">
        <pc:chgData name="Yuli Jiang (CSD)" userId="7c291cd4-aa97-4867-8d2d-ebf5c1c3b419" providerId="ADAL" clId="{E091A1C4-7084-4280-9FC5-F30D23CD644B}" dt="2024-10-10T05:55:01.997" v="295" actId="729"/>
        <pc:sldMkLst>
          <pc:docMk/>
          <pc:sldMk cId="1238493971" sldId="387"/>
        </pc:sldMkLst>
      </pc:sldChg>
      <pc:sldChg chg="delSp modSp mod delAnim">
        <pc:chgData name="Yuli Jiang (CSD)" userId="7c291cd4-aa97-4867-8d2d-ebf5c1c3b419" providerId="ADAL" clId="{E091A1C4-7084-4280-9FC5-F30D23CD644B}" dt="2024-10-10T06:07:23.169" v="543" actId="20577"/>
        <pc:sldMkLst>
          <pc:docMk/>
          <pc:sldMk cId="3847221870" sldId="388"/>
        </pc:sldMkLst>
      </pc:sldChg>
      <pc:sldChg chg="mod modShow">
        <pc:chgData name="Yuli Jiang (CSD)" userId="7c291cd4-aa97-4867-8d2d-ebf5c1c3b419" providerId="ADAL" clId="{E091A1C4-7084-4280-9FC5-F30D23CD644B}" dt="2024-10-10T06:10:00.686" v="559" actId="729"/>
        <pc:sldMkLst>
          <pc:docMk/>
          <pc:sldMk cId="1535806705" sldId="389"/>
        </pc:sldMkLst>
      </pc:sldChg>
      <pc:sldChg chg="mod modShow">
        <pc:chgData name="Yuli Jiang (CSD)" userId="7c291cd4-aa97-4867-8d2d-ebf5c1c3b419" providerId="ADAL" clId="{E091A1C4-7084-4280-9FC5-F30D23CD644B}" dt="2024-10-10T06:10:05.661" v="560" actId="729"/>
        <pc:sldMkLst>
          <pc:docMk/>
          <pc:sldMk cId="2051835317" sldId="390"/>
        </pc:sldMkLst>
      </pc:sldChg>
      <pc:sldChg chg="new del">
        <pc:chgData name="Yuli Jiang (CSD)" userId="7c291cd4-aa97-4867-8d2d-ebf5c1c3b419" providerId="ADAL" clId="{E091A1C4-7084-4280-9FC5-F30D23CD644B}" dt="2024-10-09T09:29:19.107" v="37" actId="47"/>
        <pc:sldMkLst>
          <pc:docMk/>
          <pc:sldMk cId="122027477" sldId="392"/>
        </pc:sldMkLst>
      </pc:sldChg>
      <pc:sldChg chg="addSp modSp new mod ord">
        <pc:chgData name="Yuli Jiang (CSD)" userId="7c291cd4-aa97-4867-8d2d-ebf5c1c3b419" providerId="ADAL" clId="{E091A1C4-7084-4280-9FC5-F30D23CD644B}" dt="2024-10-10T05:41:54.153" v="175" actId="20577"/>
        <pc:sldMkLst>
          <pc:docMk/>
          <pc:sldMk cId="2507382492" sldId="393"/>
        </pc:sldMkLst>
      </pc:sldChg>
      <pc:sldChg chg="add del">
        <pc:chgData name="Yuli Jiang (CSD)" userId="7c291cd4-aa97-4867-8d2d-ebf5c1c3b419" providerId="ADAL" clId="{E091A1C4-7084-4280-9FC5-F30D23CD644B}" dt="2024-10-10T05:42:20.837" v="176" actId="47"/>
        <pc:sldMkLst>
          <pc:docMk/>
          <pc:sldMk cId="3724417504" sldId="394"/>
        </pc:sldMkLst>
      </pc:sldChg>
    </pc:docChg>
  </pc:docChgLst>
  <pc:docChgLst>
    <pc:chgData name="William Hui (IEG)" userId="S::kyhui@cuhk.edu.hk::07728535-8fdc-4325-b24f-20cc4d58a3a3" providerId="AD" clId="Web-{17308F0A-D845-73EB-78A0-1AA221CA1AFE}"/>
    <pc:docChg chg="delSld sldOrd">
      <pc:chgData name="William Hui (IEG)" userId="S::kyhui@cuhk.edu.hk::07728535-8fdc-4325-b24f-20cc4d58a3a3" providerId="AD" clId="Web-{17308F0A-D845-73EB-78A0-1AA221CA1AFE}" dt="2019-09-21T13:27:38.481" v="3"/>
      <pc:docMkLst>
        <pc:docMk/>
      </pc:docMkLst>
      <pc:sldChg chg="del ord">
        <pc:chgData name="William Hui (IEG)" userId="S::kyhui@cuhk.edu.hk::07728535-8fdc-4325-b24f-20cc4d58a3a3" providerId="AD" clId="Web-{17308F0A-D845-73EB-78A0-1AA221CA1AFE}" dt="2019-09-21T13:27:38.481" v="2"/>
        <pc:sldMkLst>
          <pc:docMk/>
          <pc:sldMk cId="2527276554" sldId="343"/>
        </pc:sldMkLst>
      </pc:sldChg>
      <pc:sldChg chg="del">
        <pc:chgData name="William Hui (IEG)" userId="S::kyhui@cuhk.edu.hk::07728535-8fdc-4325-b24f-20cc4d58a3a3" providerId="AD" clId="Web-{17308F0A-D845-73EB-78A0-1AA221CA1AFE}" dt="2019-09-21T13:27:38.481" v="3"/>
        <pc:sldMkLst>
          <pc:docMk/>
          <pc:sldMk cId="1926019625" sldId="344"/>
        </pc:sldMkLst>
      </pc:sldChg>
    </pc:docChg>
  </pc:docChgLst>
  <pc:docChgLst>
    <pc:chgData name="Chuck jee Chau (CSD)" userId="7aa7a09e-983f-4214-9e5a-071cbb678e81" providerId="ADAL" clId="{8EE21599-21C9-E340-BA67-924ECE571A92}"/>
    <pc:docChg chg="undo custSel addSld modSld">
      <pc:chgData name="Chuck jee Chau (CSD)" userId="7aa7a09e-983f-4214-9e5a-071cbb678e81" providerId="ADAL" clId="{8EE21599-21C9-E340-BA67-924ECE571A92}" dt="2019-10-01T15:06:57.502" v="473" actId="2710"/>
      <pc:docMkLst>
        <pc:docMk/>
      </pc:docMkLst>
      <pc:sldChg chg="modSp">
        <pc:chgData name="Chuck jee Chau (CSD)" userId="7aa7a09e-983f-4214-9e5a-071cbb678e81" providerId="ADAL" clId="{8EE21599-21C9-E340-BA67-924ECE571A92}" dt="2019-10-01T14:57:58.372" v="295"/>
        <pc:sldMkLst>
          <pc:docMk/>
          <pc:sldMk cId="2389990707" sldId="268"/>
        </pc:sldMkLst>
      </pc:sldChg>
      <pc:sldChg chg="modSp">
        <pc:chgData name="Chuck jee Chau (CSD)" userId="7aa7a09e-983f-4214-9e5a-071cbb678e81" providerId="ADAL" clId="{8EE21599-21C9-E340-BA67-924ECE571A92}" dt="2019-10-01T14:57:58.372" v="295"/>
        <pc:sldMkLst>
          <pc:docMk/>
          <pc:sldMk cId="439030304" sldId="307"/>
        </pc:sldMkLst>
      </pc:sldChg>
      <pc:sldChg chg="modSp">
        <pc:chgData name="Chuck jee Chau (CSD)" userId="7aa7a09e-983f-4214-9e5a-071cbb678e81" providerId="ADAL" clId="{8EE21599-21C9-E340-BA67-924ECE571A92}" dt="2019-10-01T14:57:58.372" v="295"/>
        <pc:sldMkLst>
          <pc:docMk/>
          <pc:sldMk cId="1975804927" sldId="308"/>
        </pc:sldMkLst>
      </pc:sldChg>
      <pc:sldChg chg="modSp">
        <pc:chgData name="Chuck jee Chau (CSD)" userId="7aa7a09e-983f-4214-9e5a-071cbb678e81" providerId="ADAL" clId="{8EE21599-21C9-E340-BA67-924ECE571A92}" dt="2019-10-01T14:57:58.372" v="295"/>
        <pc:sldMkLst>
          <pc:docMk/>
          <pc:sldMk cId="2831768147" sldId="309"/>
        </pc:sldMkLst>
      </pc:sldChg>
      <pc:sldChg chg="modSp">
        <pc:chgData name="Chuck jee Chau (CSD)" userId="7aa7a09e-983f-4214-9e5a-071cbb678e81" providerId="ADAL" clId="{8EE21599-21C9-E340-BA67-924ECE571A92}" dt="2019-10-01T14:57:58.372" v="295"/>
        <pc:sldMkLst>
          <pc:docMk/>
          <pc:sldMk cId="4073212048" sldId="310"/>
        </pc:sldMkLst>
      </pc:sldChg>
      <pc:sldChg chg="addSp delSp modSp">
        <pc:chgData name="Chuck jee Chau (CSD)" userId="7aa7a09e-983f-4214-9e5a-071cbb678e81" providerId="ADAL" clId="{8EE21599-21C9-E340-BA67-924ECE571A92}" dt="2019-10-01T14:57:58.372" v="295"/>
        <pc:sldMkLst>
          <pc:docMk/>
          <pc:sldMk cId="819198260" sldId="312"/>
        </pc:sldMkLst>
      </pc:sldChg>
      <pc:sldChg chg="modSp">
        <pc:chgData name="Chuck jee Chau (CSD)" userId="7aa7a09e-983f-4214-9e5a-071cbb678e81" providerId="ADAL" clId="{8EE21599-21C9-E340-BA67-924ECE571A92}" dt="2019-10-01T14:57:58.372" v="295"/>
        <pc:sldMkLst>
          <pc:docMk/>
          <pc:sldMk cId="1971017547" sldId="334"/>
        </pc:sldMkLst>
      </pc:sldChg>
      <pc:sldChg chg="addSp delSp modSp modNotes">
        <pc:chgData name="Chuck jee Chau (CSD)" userId="7aa7a09e-983f-4214-9e5a-071cbb678e81" providerId="ADAL" clId="{8EE21599-21C9-E340-BA67-924ECE571A92}" dt="2019-10-01T15:03:08.567" v="327" actId="20577"/>
        <pc:sldMkLst>
          <pc:docMk/>
          <pc:sldMk cId="2924894201" sldId="335"/>
        </pc:sldMkLst>
      </pc:sldChg>
      <pc:sldChg chg="addSp delSp modSp modNotes">
        <pc:chgData name="Chuck jee Chau (CSD)" userId="7aa7a09e-983f-4214-9e5a-071cbb678e81" providerId="ADAL" clId="{8EE21599-21C9-E340-BA67-924ECE571A92}" dt="2019-10-01T15:03:12.896" v="328" actId="20577"/>
        <pc:sldMkLst>
          <pc:docMk/>
          <pc:sldMk cId="1313796965" sldId="336"/>
        </pc:sldMkLst>
      </pc:sldChg>
      <pc:sldChg chg="addSp delSp modSp modNotes">
        <pc:chgData name="Chuck jee Chau (CSD)" userId="7aa7a09e-983f-4214-9e5a-071cbb678e81" providerId="ADAL" clId="{8EE21599-21C9-E340-BA67-924ECE571A92}" dt="2019-10-01T15:00:53.672" v="316" actId="20577"/>
        <pc:sldMkLst>
          <pc:docMk/>
          <pc:sldMk cId="740399349" sldId="337"/>
        </pc:sldMkLst>
      </pc:sldChg>
      <pc:sldChg chg="addSp delSp modSp">
        <pc:chgData name="Chuck jee Chau (CSD)" userId="7aa7a09e-983f-4214-9e5a-071cbb678e81" providerId="ADAL" clId="{8EE21599-21C9-E340-BA67-924ECE571A92}" dt="2019-10-01T15:00:09.535" v="313" actId="114"/>
        <pc:sldMkLst>
          <pc:docMk/>
          <pc:sldMk cId="890796274" sldId="338"/>
        </pc:sldMkLst>
      </pc:sldChg>
      <pc:sldChg chg="modSp">
        <pc:chgData name="Chuck jee Chau (CSD)" userId="7aa7a09e-983f-4214-9e5a-071cbb678e81" providerId="ADAL" clId="{8EE21599-21C9-E340-BA67-924ECE571A92}" dt="2019-10-01T14:58:51.855" v="301" actId="14100"/>
        <pc:sldMkLst>
          <pc:docMk/>
          <pc:sldMk cId="3325095271" sldId="339"/>
        </pc:sldMkLst>
      </pc:sldChg>
      <pc:sldChg chg="modSp">
        <pc:chgData name="Chuck jee Chau (CSD)" userId="7aa7a09e-983f-4214-9e5a-071cbb678e81" providerId="ADAL" clId="{8EE21599-21C9-E340-BA67-924ECE571A92}" dt="2019-10-01T15:04:55.337" v="340" actId="20577"/>
        <pc:sldMkLst>
          <pc:docMk/>
          <pc:sldMk cId="476817869" sldId="340"/>
        </pc:sldMkLst>
      </pc:sldChg>
      <pc:sldChg chg="addSp delSp modSp">
        <pc:chgData name="Chuck jee Chau (CSD)" userId="7aa7a09e-983f-4214-9e5a-071cbb678e81" providerId="ADAL" clId="{8EE21599-21C9-E340-BA67-924ECE571A92}" dt="2019-10-01T14:57:58.372" v="295"/>
        <pc:sldMkLst>
          <pc:docMk/>
          <pc:sldMk cId="1823182997" sldId="341"/>
        </pc:sldMkLst>
      </pc:sldChg>
      <pc:sldChg chg="addSp delSp modSp">
        <pc:chgData name="Chuck jee Chau (CSD)" userId="7aa7a09e-983f-4214-9e5a-071cbb678e81" providerId="ADAL" clId="{8EE21599-21C9-E340-BA67-924ECE571A92}" dt="2019-10-01T15:05:26.056" v="347" actId="20577"/>
        <pc:sldMkLst>
          <pc:docMk/>
          <pc:sldMk cId="1454679282" sldId="342"/>
        </pc:sldMkLst>
      </pc:sldChg>
      <pc:sldChg chg="addSp delSp modSp">
        <pc:chgData name="Chuck jee Chau (CSD)" userId="7aa7a09e-983f-4214-9e5a-071cbb678e81" providerId="ADAL" clId="{8EE21599-21C9-E340-BA67-924ECE571A92}" dt="2019-10-01T15:04:30.628" v="334" actId="20577"/>
        <pc:sldMkLst>
          <pc:docMk/>
          <pc:sldMk cId="1007176180" sldId="345"/>
        </pc:sldMkLst>
      </pc:sldChg>
      <pc:sldChg chg="modSp">
        <pc:chgData name="Chuck jee Chau (CSD)" userId="7aa7a09e-983f-4214-9e5a-071cbb678e81" providerId="ADAL" clId="{8EE21599-21C9-E340-BA67-924ECE571A92}" dt="2019-10-01T14:57:58.372" v="295"/>
        <pc:sldMkLst>
          <pc:docMk/>
          <pc:sldMk cId="2254706537" sldId="346"/>
        </pc:sldMkLst>
      </pc:sldChg>
      <pc:sldChg chg="modSp add">
        <pc:chgData name="Chuck jee Chau (CSD)" userId="7aa7a09e-983f-4214-9e5a-071cbb678e81" providerId="ADAL" clId="{8EE21599-21C9-E340-BA67-924ECE571A92}" dt="2019-10-01T14:57:58.372" v="295"/>
        <pc:sldMkLst>
          <pc:docMk/>
          <pc:sldMk cId="876843202" sldId="347"/>
        </pc:sldMkLst>
      </pc:sldChg>
      <pc:sldChg chg="modSp add">
        <pc:chgData name="Chuck jee Chau (CSD)" userId="7aa7a09e-983f-4214-9e5a-071cbb678e81" providerId="ADAL" clId="{8EE21599-21C9-E340-BA67-924ECE571A92}" dt="2019-10-01T15:06:57.502" v="473" actId="2710"/>
        <pc:sldMkLst>
          <pc:docMk/>
          <pc:sldMk cId="769026573" sldId="348"/>
        </pc:sldMkLst>
      </pc:sldChg>
    </pc:docChg>
  </pc:docChgLst>
  <pc:docChgLst>
    <pc:chgData name="Yuli Jiang (CSD)" userId="7c291cd4-aa97-4867-8d2d-ebf5c1c3b419" providerId="ADAL" clId="{8FBD0129-C0BB-4F8A-B9D2-D31C5DC212F7}"/>
    <pc:docChg chg="undo redo custSel addSld delSld modSld sldOrd">
      <pc:chgData name="Yuli Jiang (CSD)" userId="7c291cd4-aa97-4867-8d2d-ebf5c1c3b419" providerId="ADAL" clId="{8FBD0129-C0BB-4F8A-B9D2-D31C5DC212F7}" dt="2025-10-06T03:01:58.053" v="2182" actId="403"/>
      <pc:docMkLst>
        <pc:docMk/>
      </pc:docMkLst>
      <pc:sldChg chg="del">
        <pc:chgData name="Yuli Jiang (CSD)" userId="7c291cd4-aa97-4867-8d2d-ebf5c1c3b419" providerId="ADAL" clId="{8FBD0129-C0BB-4F8A-B9D2-D31C5DC212F7}" dt="2025-10-05T16:11:50.639" v="0" actId="47"/>
        <pc:sldMkLst>
          <pc:docMk/>
          <pc:sldMk cId="2389990707" sldId="268"/>
        </pc:sldMkLst>
      </pc:sldChg>
      <pc:sldChg chg="modTransition">
        <pc:chgData name="Yuli Jiang (CSD)" userId="7c291cd4-aa97-4867-8d2d-ebf5c1c3b419" providerId="ADAL" clId="{8FBD0129-C0BB-4F8A-B9D2-D31C5DC212F7}" dt="2025-10-05T18:48:52.637" v="1998"/>
        <pc:sldMkLst>
          <pc:docMk/>
          <pc:sldMk cId="439030304" sldId="307"/>
        </pc:sldMkLst>
      </pc:sldChg>
      <pc:sldChg chg="modTransition modAnim">
        <pc:chgData name="Yuli Jiang (CSD)" userId="7c291cd4-aa97-4867-8d2d-ebf5c1c3b419" providerId="ADAL" clId="{8FBD0129-C0BB-4F8A-B9D2-D31C5DC212F7}" dt="2025-10-05T18:48:57.497" v="1999"/>
        <pc:sldMkLst>
          <pc:docMk/>
          <pc:sldMk cId="1975804927" sldId="308"/>
        </pc:sldMkLst>
      </pc:sldChg>
      <pc:sldChg chg="modSp mod ord modTransition">
        <pc:chgData name="Yuli Jiang (CSD)" userId="7c291cd4-aa97-4867-8d2d-ebf5c1c3b419" providerId="ADAL" clId="{8FBD0129-C0BB-4F8A-B9D2-D31C5DC212F7}" dt="2025-10-05T18:48:43.819" v="1996"/>
        <pc:sldMkLst>
          <pc:docMk/>
          <pc:sldMk cId="2831768147" sldId="309"/>
        </pc:sldMkLst>
        <pc:spChg chg="mod">
          <ac:chgData name="Yuli Jiang (CSD)" userId="7c291cd4-aa97-4867-8d2d-ebf5c1c3b419" providerId="ADAL" clId="{8FBD0129-C0BB-4F8A-B9D2-D31C5DC212F7}" dt="2025-10-05T16:19:06.411" v="20" actId="20577"/>
          <ac:spMkLst>
            <pc:docMk/>
            <pc:sldMk cId="2831768147" sldId="309"/>
            <ac:spMk id="2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0-05T16:19:15.860" v="21" actId="404"/>
          <ac:spMkLst>
            <pc:docMk/>
            <pc:sldMk cId="2831768147" sldId="309"/>
            <ac:spMk id="3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0-05T16:19:28.511" v="23" actId="1076"/>
          <ac:spMkLst>
            <pc:docMk/>
            <pc:sldMk cId="2831768147" sldId="309"/>
            <ac:spMk id="5" creationId="{6AED76E2-F2DA-A42D-76FA-5DD1A103E8EC}"/>
          </ac:spMkLst>
        </pc:spChg>
        <pc:spChg chg="mod">
          <ac:chgData name="Yuli Jiang (CSD)" userId="7c291cd4-aa97-4867-8d2d-ebf5c1c3b419" providerId="ADAL" clId="{8FBD0129-C0BB-4F8A-B9D2-D31C5DC212F7}" dt="2025-10-05T16:19:24.029" v="22" actId="1076"/>
          <ac:spMkLst>
            <pc:docMk/>
            <pc:sldMk cId="2831768147" sldId="309"/>
            <ac:spMk id="6" creationId="{244FAA01-1867-660A-EA85-A9CCD664FF93}"/>
          </ac:spMkLst>
        </pc:spChg>
      </pc:sldChg>
      <pc:sldChg chg="modSp mod modTransition">
        <pc:chgData name="Yuli Jiang (CSD)" userId="7c291cd4-aa97-4867-8d2d-ebf5c1c3b419" providerId="ADAL" clId="{8FBD0129-C0BB-4F8A-B9D2-D31C5DC212F7}" dt="2025-10-05T18:48:43.819" v="1996"/>
        <pc:sldMkLst>
          <pc:docMk/>
          <pc:sldMk cId="4073212048" sldId="310"/>
        </pc:sldMkLst>
        <pc:spChg chg="mod">
          <ac:chgData name="Yuli Jiang (CSD)" userId="7c291cd4-aa97-4867-8d2d-ebf5c1c3b419" providerId="ADAL" clId="{8FBD0129-C0BB-4F8A-B9D2-D31C5DC212F7}" dt="2025-10-05T16:42:44.693" v="286" actId="404"/>
          <ac:spMkLst>
            <pc:docMk/>
            <pc:sldMk cId="4073212048" sldId="310"/>
            <ac:spMk id="9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0-05T16:42:49.762" v="290" actId="404"/>
          <ac:spMkLst>
            <pc:docMk/>
            <pc:sldMk cId="4073212048" sldId="310"/>
            <ac:spMk id="15" creationId="{00000000-0000-0000-0000-000000000000}"/>
          </ac:spMkLst>
        </pc:spChg>
      </pc:sldChg>
      <pc:sldChg chg="modSp mod modTransition">
        <pc:chgData name="Yuli Jiang (CSD)" userId="7c291cd4-aa97-4867-8d2d-ebf5c1c3b419" providerId="ADAL" clId="{8FBD0129-C0BB-4F8A-B9D2-D31C5DC212F7}" dt="2025-10-06T02:50:20.328" v="2068" actId="20577"/>
        <pc:sldMkLst>
          <pc:docMk/>
          <pc:sldMk cId="819198260" sldId="312"/>
        </pc:sldMkLst>
        <pc:spChg chg="mod">
          <ac:chgData name="Yuli Jiang (CSD)" userId="7c291cd4-aa97-4867-8d2d-ebf5c1c3b419" providerId="ADAL" clId="{8FBD0129-C0BB-4F8A-B9D2-D31C5DC212F7}" dt="2025-10-06T02:50:20.328" v="2068" actId="20577"/>
          <ac:spMkLst>
            <pc:docMk/>
            <pc:sldMk cId="819198260" sldId="312"/>
            <ac:spMk id="15" creationId="{00000000-0000-0000-0000-000000000000}"/>
          </ac:spMkLst>
        </pc:spChg>
        <pc:grpChg chg="mod">
          <ac:chgData name="Yuli Jiang (CSD)" userId="7c291cd4-aa97-4867-8d2d-ebf5c1c3b419" providerId="ADAL" clId="{8FBD0129-C0BB-4F8A-B9D2-D31C5DC212F7}" dt="2025-10-05T16:43:51.954" v="291" actId="1076"/>
          <ac:grpSpMkLst>
            <pc:docMk/>
            <pc:sldMk cId="819198260" sldId="312"/>
            <ac:grpSpMk id="2" creationId="{0800FAAB-0774-738D-B026-A38990816F0A}"/>
          </ac:grpSpMkLst>
        </pc:grpChg>
      </pc:sldChg>
      <pc:sldChg chg="modTransition">
        <pc:chgData name="Yuli Jiang (CSD)" userId="7c291cd4-aa97-4867-8d2d-ebf5c1c3b419" providerId="ADAL" clId="{8FBD0129-C0BB-4F8A-B9D2-D31C5DC212F7}" dt="2025-10-05T18:48:43.819" v="1996"/>
        <pc:sldMkLst>
          <pc:docMk/>
          <pc:sldMk cId="1971017547" sldId="334"/>
        </pc:sldMkLst>
      </pc:sldChg>
      <pc:sldChg chg="modSp mod modTransition">
        <pc:chgData name="Yuli Jiang (CSD)" userId="7c291cd4-aa97-4867-8d2d-ebf5c1c3b419" providerId="ADAL" clId="{8FBD0129-C0BB-4F8A-B9D2-D31C5DC212F7}" dt="2025-10-05T18:49:16.547" v="2005"/>
        <pc:sldMkLst>
          <pc:docMk/>
          <pc:sldMk cId="2924894201" sldId="335"/>
        </pc:sldMkLst>
        <pc:spChg chg="mod">
          <ac:chgData name="Yuli Jiang (CSD)" userId="7c291cd4-aa97-4867-8d2d-ebf5c1c3b419" providerId="ADAL" clId="{8FBD0129-C0BB-4F8A-B9D2-D31C5DC212F7}" dt="2025-10-05T16:51:48.420" v="353" actId="13926"/>
          <ac:spMkLst>
            <pc:docMk/>
            <pc:sldMk cId="2924894201" sldId="335"/>
            <ac:spMk id="23559" creationId="{00000000-0000-0000-0000-000000000000}"/>
          </ac:spMkLst>
        </pc:spChg>
      </pc:sldChg>
      <pc:sldChg chg="modSp mod modTransition">
        <pc:chgData name="Yuli Jiang (CSD)" userId="7c291cd4-aa97-4867-8d2d-ebf5c1c3b419" providerId="ADAL" clId="{8FBD0129-C0BB-4F8A-B9D2-D31C5DC212F7}" dt="2025-10-05T18:49:11.547" v="2003"/>
        <pc:sldMkLst>
          <pc:docMk/>
          <pc:sldMk cId="1313796965" sldId="336"/>
        </pc:sldMkLst>
        <pc:spChg chg="mod">
          <ac:chgData name="Yuli Jiang (CSD)" userId="7c291cd4-aa97-4867-8d2d-ebf5c1c3b419" providerId="ADAL" clId="{8FBD0129-C0BB-4F8A-B9D2-D31C5DC212F7}" dt="2025-10-05T16:51:33.393" v="350" actId="13926"/>
          <ac:spMkLst>
            <pc:docMk/>
            <pc:sldMk cId="1313796965" sldId="336"/>
            <ac:spMk id="22535" creationId="{00000000-0000-0000-0000-000000000000}"/>
          </ac:spMkLst>
        </pc:spChg>
      </pc:sldChg>
      <pc:sldChg chg="modSp mod modTransition">
        <pc:chgData name="Yuli Jiang (CSD)" userId="7c291cd4-aa97-4867-8d2d-ebf5c1c3b419" providerId="ADAL" clId="{8FBD0129-C0BB-4F8A-B9D2-D31C5DC212F7}" dt="2025-10-05T18:48:43.819" v="1996"/>
        <pc:sldMkLst>
          <pc:docMk/>
          <pc:sldMk cId="740399349" sldId="337"/>
        </pc:sldMkLst>
        <pc:spChg chg="mod">
          <ac:chgData name="Yuli Jiang (CSD)" userId="7c291cd4-aa97-4867-8d2d-ebf5c1c3b419" providerId="ADAL" clId="{8FBD0129-C0BB-4F8A-B9D2-D31C5DC212F7}" dt="2025-10-05T16:51:14.089" v="347" actId="13926"/>
          <ac:spMkLst>
            <pc:docMk/>
            <pc:sldMk cId="740399349" sldId="337"/>
            <ac:spMk id="22535" creationId="{00000000-0000-0000-0000-000000000000}"/>
          </ac:spMkLst>
        </pc:spChg>
      </pc:sldChg>
      <pc:sldChg chg="modSp mod modTransition">
        <pc:chgData name="Yuli Jiang (CSD)" userId="7c291cd4-aa97-4867-8d2d-ebf5c1c3b419" providerId="ADAL" clId="{8FBD0129-C0BB-4F8A-B9D2-D31C5DC212F7}" dt="2025-10-05T18:48:43.819" v="1996"/>
        <pc:sldMkLst>
          <pc:docMk/>
          <pc:sldMk cId="890796274" sldId="338"/>
        </pc:sldMkLst>
        <pc:spChg chg="mod">
          <ac:chgData name="Yuli Jiang (CSD)" userId="7c291cd4-aa97-4867-8d2d-ebf5c1c3b419" providerId="ADAL" clId="{8FBD0129-C0BB-4F8A-B9D2-D31C5DC212F7}" dt="2025-10-05T17:51:39.726" v="734" actId="20577"/>
          <ac:spMkLst>
            <pc:docMk/>
            <pc:sldMk cId="890796274" sldId="338"/>
            <ac:spMk id="21507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0-05T16:50:27.812" v="344" actId="404"/>
          <ac:spMkLst>
            <pc:docMk/>
            <pc:sldMk cId="890796274" sldId="338"/>
            <ac:spMk id="21508" creationId="{00000000-0000-0000-0000-000000000000}"/>
          </ac:spMkLst>
        </pc:spChg>
      </pc:sldChg>
      <pc:sldChg chg="addSp modSp mod ord modTransition modAnim modShow">
        <pc:chgData name="Yuli Jiang (CSD)" userId="7c291cd4-aa97-4867-8d2d-ebf5c1c3b419" providerId="ADAL" clId="{8FBD0129-C0BB-4F8A-B9D2-D31C5DC212F7}" dt="2025-10-06T02:58:17.042" v="2175"/>
        <pc:sldMkLst>
          <pc:docMk/>
          <pc:sldMk cId="3325095271" sldId="339"/>
        </pc:sldMkLst>
        <pc:spChg chg="add mod">
          <ac:chgData name="Yuli Jiang (CSD)" userId="7c291cd4-aa97-4867-8d2d-ebf5c1c3b419" providerId="ADAL" clId="{8FBD0129-C0BB-4F8A-B9D2-D31C5DC212F7}" dt="2025-10-05T16:46:51.124" v="322" actId="1076"/>
          <ac:spMkLst>
            <pc:docMk/>
            <pc:sldMk cId="3325095271" sldId="339"/>
            <ac:spMk id="3" creationId="{4B8BED8E-E5D4-1706-0344-022922EA790F}"/>
          </ac:spMkLst>
        </pc:spChg>
        <pc:spChg chg="add mod">
          <ac:chgData name="Yuli Jiang (CSD)" userId="7c291cd4-aa97-4867-8d2d-ebf5c1c3b419" providerId="ADAL" clId="{8FBD0129-C0BB-4F8A-B9D2-D31C5DC212F7}" dt="2025-10-06T02:55:22.838" v="2149" actId="113"/>
          <ac:spMkLst>
            <pc:docMk/>
            <pc:sldMk cId="3325095271" sldId="339"/>
            <ac:spMk id="4" creationId="{52A683BA-5BA6-A156-D337-71B587752C43}"/>
          </ac:spMkLst>
        </pc:spChg>
        <pc:spChg chg="mod">
          <ac:chgData name="Yuli Jiang (CSD)" userId="7c291cd4-aa97-4867-8d2d-ebf5c1c3b419" providerId="ADAL" clId="{8FBD0129-C0BB-4F8A-B9D2-D31C5DC212F7}" dt="2025-10-05T17:51:24.386" v="730" actId="20577"/>
          <ac:spMkLst>
            <pc:docMk/>
            <pc:sldMk cId="3325095271" sldId="339"/>
            <ac:spMk id="7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0-06T02:58:02.370" v="2173" actId="13926"/>
          <ac:spMkLst>
            <pc:docMk/>
            <pc:sldMk cId="3325095271" sldId="339"/>
            <ac:spMk id="15363" creationId="{00000000-0000-0000-0000-000000000000}"/>
          </ac:spMkLst>
        </pc:spChg>
      </pc:sldChg>
      <pc:sldChg chg="modSp mod modTransition modShow">
        <pc:chgData name="Yuli Jiang (CSD)" userId="7c291cd4-aa97-4867-8d2d-ebf5c1c3b419" providerId="ADAL" clId="{8FBD0129-C0BB-4F8A-B9D2-D31C5DC212F7}" dt="2025-10-05T18:48:43.819" v="1996"/>
        <pc:sldMkLst>
          <pc:docMk/>
          <pc:sldMk cId="476817869" sldId="340"/>
        </pc:sldMkLst>
        <pc:spChg chg="mod">
          <ac:chgData name="Yuli Jiang (CSD)" userId="7c291cd4-aa97-4867-8d2d-ebf5c1c3b419" providerId="ADAL" clId="{8FBD0129-C0BB-4F8A-B9D2-D31C5DC212F7}" dt="2025-10-05T16:29:02.281" v="199" actId="404"/>
          <ac:spMkLst>
            <pc:docMk/>
            <pc:sldMk cId="476817869" sldId="340"/>
            <ac:spMk id="3" creationId="{35BA0BE7-6C9A-472E-ACEE-BA889BA203ED}"/>
          </ac:spMkLst>
        </pc:spChg>
      </pc:sldChg>
      <pc:sldChg chg="addSp delSp modSp mod modTransition modAnim">
        <pc:chgData name="Yuli Jiang (CSD)" userId="7c291cd4-aa97-4867-8d2d-ebf5c1c3b419" providerId="ADAL" clId="{8FBD0129-C0BB-4F8A-B9D2-D31C5DC212F7}" dt="2025-10-05T18:49:25.030" v="2009"/>
        <pc:sldMkLst>
          <pc:docMk/>
          <pc:sldMk cId="1823182997" sldId="341"/>
        </pc:sldMkLst>
        <pc:spChg chg="add mod">
          <ac:chgData name="Yuli Jiang (CSD)" userId="7c291cd4-aa97-4867-8d2d-ebf5c1c3b419" providerId="ADAL" clId="{8FBD0129-C0BB-4F8A-B9D2-D31C5DC212F7}" dt="2025-10-05T16:56:53.720" v="416" actId="14100"/>
          <ac:spMkLst>
            <pc:docMk/>
            <pc:sldMk cId="1823182997" sldId="341"/>
            <ac:spMk id="2" creationId="{B760FAFE-76D4-3606-4145-648E1A661CE4}"/>
          </ac:spMkLst>
        </pc:spChg>
        <pc:spChg chg="del">
          <ac:chgData name="Yuli Jiang (CSD)" userId="7c291cd4-aa97-4867-8d2d-ebf5c1c3b419" providerId="ADAL" clId="{8FBD0129-C0BB-4F8A-B9D2-D31C5DC212F7}" dt="2025-10-05T16:57:45.391" v="433" actId="478"/>
          <ac:spMkLst>
            <pc:docMk/>
            <pc:sldMk cId="1823182997" sldId="341"/>
            <ac:spMk id="4" creationId="{00000000-0000-0000-0000-000000000000}"/>
          </ac:spMkLst>
        </pc:spChg>
        <pc:spChg chg="add mod">
          <ac:chgData name="Yuli Jiang (CSD)" userId="7c291cd4-aa97-4867-8d2d-ebf5c1c3b419" providerId="ADAL" clId="{8FBD0129-C0BB-4F8A-B9D2-D31C5DC212F7}" dt="2025-10-05T16:57:33.558" v="430" actId="1076"/>
          <ac:spMkLst>
            <pc:docMk/>
            <pc:sldMk cId="1823182997" sldId="341"/>
            <ac:spMk id="7" creationId="{67743D6B-BB44-C80A-268B-E7EF68113A73}"/>
          </ac:spMkLst>
        </pc:spChg>
        <pc:spChg chg="add mod">
          <ac:chgData name="Yuli Jiang (CSD)" userId="7c291cd4-aa97-4867-8d2d-ebf5c1c3b419" providerId="ADAL" clId="{8FBD0129-C0BB-4F8A-B9D2-D31C5DC212F7}" dt="2025-10-05T18:29:15.845" v="1488" actId="14100"/>
          <ac:spMkLst>
            <pc:docMk/>
            <pc:sldMk cId="1823182997" sldId="341"/>
            <ac:spMk id="11" creationId="{FEF1F1FE-654E-BCF5-9007-42C1F05EFF70}"/>
          </ac:spMkLst>
        </pc:spChg>
        <pc:spChg chg="mod">
          <ac:chgData name="Yuli Jiang (CSD)" userId="7c291cd4-aa97-4867-8d2d-ebf5c1c3b419" providerId="ADAL" clId="{8FBD0129-C0BB-4F8A-B9D2-D31C5DC212F7}" dt="2025-10-05T17:52:32.808" v="738" actId="20577"/>
          <ac:spMkLst>
            <pc:docMk/>
            <pc:sldMk cId="1823182997" sldId="341"/>
            <ac:spMk id="22531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0-05T16:57:26.337" v="427" actId="20577"/>
          <ac:spMkLst>
            <pc:docMk/>
            <pc:sldMk cId="1823182997" sldId="341"/>
            <ac:spMk id="22532" creationId="{00000000-0000-0000-0000-000000000000}"/>
          </ac:spMkLst>
        </pc:spChg>
        <pc:graphicFrameChg chg="del">
          <ac:chgData name="Yuli Jiang (CSD)" userId="7c291cd4-aa97-4867-8d2d-ebf5c1c3b419" providerId="ADAL" clId="{8FBD0129-C0BB-4F8A-B9D2-D31C5DC212F7}" dt="2025-10-05T16:57:42.155" v="432" actId="478"/>
          <ac:graphicFrameMkLst>
            <pc:docMk/>
            <pc:sldMk cId="1823182997" sldId="341"/>
            <ac:graphicFrameMk id="3" creationId="{00000000-0000-0000-0000-000000000000}"/>
          </ac:graphicFrameMkLst>
        </pc:graphicFrameChg>
        <pc:cxnChg chg="add mod">
          <ac:chgData name="Yuli Jiang (CSD)" userId="7c291cd4-aa97-4867-8d2d-ebf5c1c3b419" providerId="ADAL" clId="{8FBD0129-C0BB-4F8A-B9D2-D31C5DC212F7}" dt="2025-10-05T16:57:37.728" v="431" actId="14100"/>
          <ac:cxnSpMkLst>
            <pc:docMk/>
            <pc:sldMk cId="1823182997" sldId="341"/>
            <ac:cxnSpMk id="5" creationId="{B2D10BBB-EED6-B1E1-BD19-AB7A7243206B}"/>
          </ac:cxnSpMkLst>
        </pc:cxnChg>
      </pc:sldChg>
      <pc:sldChg chg="modSp mod modTransition">
        <pc:chgData name="Yuli Jiang (CSD)" userId="7c291cd4-aa97-4867-8d2d-ebf5c1c3b419" providerId="ADAL" clId="{8FBD0129-C0BB-4F8A-B9D2-D31C5DC212F7}" dt="2025-10-06T03:01:58.053" v="2182" actId="403"/>
        <pc:sldMkLst>
          <pc:docMk/>
          <pc:sldMk cId="1454679282" sldId="342"/>
        </pc:sldMkLst>
        <pc:spChg chg="mod">
          <ac:chgData name="Yuli Jiang (CSD)" userId="7c291cd4-aa97-4867-8d2d-ebf5c1c3b419" providerId="ADAL" clId="{8FBD0129-C0BB-4F8A-B9D2-D31C5DC212F7}" dt="2025-10-05T17:52:30.434" v="737" actId="20577"/>
          <ac:spMkLst>
            <pc:docMk/>
            <pc:sldMk cId="1454679282" sldId="342"/>
            <ac:spMk id="21507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0-06T03:01:58.053" v="2182" actId="403"/>
          <ac:spMkLst>
            <pc:docMk/>
            <pc:sldMk cId="1454679282" sldId="342"/>
            <ac:spMk id="21508" creationId="{00000000-0000-0000-0000-000000000000}"/>
          </ac:spMkLst>
        </pc:spChg>
      </pc:sldChg>
      <pc:sldChg chg="addSp delSp modSp mod ord modTransition modAnim modShow">
        <pc:chgData name="Yuli Jiang (CSD)" userId="7c291cd4-aa97-4867-8d2d-ebf5c1c3b419" providerId="ADAL" clId="{8FBD0129-C0BB-4F8A-B9D2-D31C5DC212F7}" dt="2025-10-05T18:48:43.819" v="1996"/>
        <pc:sldMkLst>
          <pc:docMk/>
          <pc:sldMk cId="1007176180" sldId="345"/>
        </pc:sldMkLst>
        <pc:spChg chg="add mod">
          <ac:chgData name="Yuli Jiang (CSD)" userId="7c291cd4-aa97-4867-8d2d-ebf5c1c3b419" providerId="ADAL" clId="{8FBD0129-C0BB-4F8A-B9D2-D31C5DC212F7}" dt="2025-10-05T16:53:57.336" v="379" actId="1076"/>
          <ac:spMkLst>
            <pc:docMk/>
            <pc:sldMk cId="1007176180" sldId="345"/>
            <ac:spMk id="2" creationId="{2E6FFBEF-880D-6EF0-7A30-96B870F54F27}"/>
          </ac:spMkLst>
        </pc:spChg>
        <pc:spChg chg="add del mod">
          <ac:chgData name="Yuli Jiang (CSD)" userId="7c291cd4-aa97-4867-8d2d-ebf5c1c3b419" providerId="ADAL" clId="{8FBD0129-C0BB-4F8A-B9D2-D31C5DC212F7}" dt="2025-10-05T16:54:41.504" v="384" actId="478"/>
          <ac:spMkLst>
            <pc:docMk/>
            <pc:sldMk cId="1007176180" sldId="345"/>
            <ac:spMk id="3" creationId="{85A49889-B1CF-8ADB-6749-322C4532FEE5}"/>
          </ac:spMkLst>
        </pc:spChg>
        <pc:spChg chg="add mod">
          <ac:chgData name="Yuli Jiang (CSD)" userId="7c291cd4-aa97-4867-8d2d-ebf5c1c3b419" providerId="ADAL" clId="{8FBD0129-C0BB-4F8A-B9D2-D31C5DC212F7}" dt="2025-10-05T16:55:09.653" v="393" actId="1076"/>
          <ac:spMkLst>
            <pc:docMk/>
            <pc:sldMk cId="1007176180" sldId="345"/>
            <ac:spMk id="4" creationId="{A2C13C6E-ABE2-AF21-241B-A0A7E0273A3D}"/>
          </ac:spMkLst>
        </pc:spChg>
        <pc:spChg chg="mod">
          <ac:chgData name="Yuli Jiang (CSD)" userId="7c291cd4-aa97-4867-8d2d-ebf5c1c3b419" providerId="ADAL" clId="{8FBD0129-C0BB-4F8A-B9D2-D31C5DC212F7}" dt="2025-10-05T16:53:11.016" v="358" actId="1076"/>
          <ac:spMkLst>
            <pc:docMk/>
            <pc:sldMk cId="1007176180" sldId="345"/>
            <ac:spMk id="5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0-05T17:51:35.034" v="733" actId="20577"/>
          <ac:spMkLst>
            <pc:docMk/>
            <pc:sldMk cId="1007176180" sldId="345"/>
            <ac:spMk id="21507" creationId="{00000000-0000-0000-0000-000000000000}"/>
          </ac:spMkLst>
        </pc:spChg>
      </pc:sldChg>
      <pc:sldChg chg="modTransition">
        <pc:chgData name="Yuli Jiang (CSD)" userId="7c291cd4-aa97-4867-8d2d-ebf5c1c3b419" providerId="ADAL" clId="{8FBD0129-C0BB-4F8A-B9D2-D31C5DC212F7}" dt="2025-10-05T18:48:43.819" v="1996"/>
        <pc:sldMkLst>
          <pc:docMk/>
          <pc:sldMk cId="2254706537" sldId="346"/>
        </pc:sldMkLst>
      </pc:sldChg>
      <pc:sldChg chg="modTransition">
        <pc:chgData name="Yuli Jiang (CSD)" userId="7c291cd4-aa97-4867-8d2d-ebf5c1c3b419" providerId="ADAL" clId="{8FBD0129-C0BB-4F8A-B9D2-D31C5DC212F7}" dt="2025-10-05T18:48:43.819" v="1996"/>
        <pc:sldMkLst>
          <pc:docMk/>
          <pc:sldMk cId="876843202" sldId="347"/>
        </pc:sldMkLst>
      </pc:sldChg>
      <pc:sldChg chg="modSp mod modTransition">
        <pc:chgData name="Yuli Jiang (CSD)" userId="7c291cd4-aa97-4867-8d2d-ebf5c1c3b419" providerId="ADAL" clId="{8FBD0129-C0BB-4F8A-B9D2-D31C5DC212F7}" dt="2025-10-05T18:48:43.819" v="1996"/>
        <pc:sldMkLst>
          <pc:docMk/>
          <pc:sldMk cId="769026573" sldId="348"/>
        </pc:sldMkLst>
        <pc:spChg chg="mod">
          <ac:chgData name="Yuli Jiang (CSD)" userId="7c291cd4-aa97-4867-8d2d-ebf5c1c3b419" providerId="ADAL" clId="{8FBD0129-C0BB-4F8A-B9D2-D31C5DC212F7}" dt="2025-10-05T18:21:39.602" v="1428" actId="20577"/>
          <ac:spMkLst>
            <pc:docMk/>
            <pc:sldMk cId="769026573" sldId="348"/>
            <ac:spMk id="3" creationId="{03B14D9A-9DFB-274E-8126-3020D76DFA86}"/>
          </ac:spMkLst>
        </pc:spChg>
      </pc:sldChg>
      <pc:sldChg chg="addSp delSp modSp add mod modTransition">
        <pc:chgData name="Yuli Jiang (CSD)" userId="7c291cd4-aa97-4867-8d2d-ebf5c1c3b419" providerId="ADAL" clId="{8FBD0129-C0BB-4F8A-B9D2-D31C5DC212F7}" dt="2025-10-05T18:48:43.819" v="1996"/>
        <pc:sldMkLst>
          <pc:docMk/>
          <pc:sldMk cId="2472512755" sldId="363"/>
        </pc:sldMkLst>
        <pc:spChg chg="add del mod">
          <ac:chgData name="Yuli Jiang (CSD)" userId="7c291cd4-aa97-4867-8d2d-ebf5c1c3b419" providerId="ADAL" clId="{8FBD0129-C0BB-4F8A-B9D2-D31C5DC212F7}" dt="2025-10-05T17:56:59.011" v="784" actId="478"/>
          <ac:spMkLst>
            <pc:docMk/>
            <pc:sldMk cId="2472512755" sldId="363"/>
            <ac:spMk id="4" creationId="{3BDEF83B-3644-8F93-6A4B-789548A8AA40}"/>
          </ac:spMkLst>
        </pc:spChg>
        <pc:spChg chg="mod">
          <ac:chgData name="Yuli Jiang (CSD)" userId="7c291cd4-aa97-4867-8d2d-ebf5c1c3b419" providerId="ADAL" clId="{8FBD0129-C0BB-4F8A-B9D2-D31C5DC212F7}" dt="2025-10-05T18:45:12.742" v="1950" actId="20577"/>
          <ac:spMkLst>
            <pc:docMk/>
            <pc:sldMk cId="2472512755" sldId="363"/>
            <ac:spMk id="7" creationId="{DB9BE101-1D8B-5F4E-BD7D-6D53A73E48DA}"/>
          </ac:spMkLst>
        </pc:spChg>
        <pc:spChg chg="add mod">
          <ac:chgData name="Yuli Jiang (CSD)" userId="7c291cd4-aa97-4867-8d2d-ebf5c1c3b419" providerId="ADAL" clId="{8FBD0129-C0BB-4F8A-B9D2-D31C5DC212F7}" dt="2025-10-05T17:56:57.158" v="783"/>
          <ac:spMkLst>
            <pc:docMk/>
            <pc:sldMk cId="2472512755" sldId="363"/>
            <ac:spMk id="8" creationId="{4ED25CFB-42E9-F481-31C0-680E20B1E175}"/>
          </ac:spMkLst>
        </pc:spChg>
        <pc:spChg chg="del">
          <ac:chgData name="Yuli Jiang (CSD)" userId="7c291cd4-aa97-4867-8d2d-ebf5c1c3b419" providerId="ADAL" clId="{8FBD0129-C0BB-4F8A-B9D2-D31C5DC212F7}" dt="2025-10-05T17:56:56.900" v="782" actId="478"/>
          <ac:spMkLst>
            <pc:docMk/>
            <pc:sldMk cId="2472512755" sldId="363"/>
            <ac:spMk id="11267" creationId="{00000000-0000-0000-0000-000000000000}"/>
          </ac:spMkLst>
        </pc:spChg>
      </pc:sldChg>
      <pc:sldChg chg="modSp mod modTransition">
        <pc:chgData name="Yuli Jiang (CSD)" userId="7c291cd4-aa97-4867-8d2d-ebf5c1c3b419" providerId="ADAL" clId="{8FBD0129-C0BB-4F8A-B9D2-D31C5DC212F7}" dt="2025-10-05T18:48:43.819" v="1996"/>
        <pc:sldMkLst>
          <pc:docMk/>
          <pc:sldMk cId="2042084345" sldId="371"/>
        </pc:sldMkLst>
        <pc:spChg chg="mod">
          <ac:chgData name="Yuli Jiang (CSD)" userId="7c291cd4-aa97-4867-8d2d-ebf5c1c3b419" providerId="ADAL" clId="{8FBD0129-C0BB-4F8A-B9D2-D31C5DC212F7}" dt="2025-10-05T16:18:00.771" v="15" actId="14100"/>
          <ac:spMkLst>
            <pc:docMk/>
            <pc:sldMk cId="2042084345" sldId="371"/>
            <ac:spMk id="3" creationId="{ABA8F7B2-9388-CE4B-9A68-1E998AB6ABDA}"/>
          </ac:spMkLst>
        </pc:spChg>
      </pc:sldChg>
      <pc:sldChg chg="addSp delSp modSp add del mod">
        <pc:chgData name="Yuli Jiang (CSD)" userId="7c291cd4-aa97-4867-8d2d-ebf5c1c3b419" providerId="ADAL" clId="{8FBD0129-C0BB-4F8A-B9D2-D31C5DC212F7}" dt="2025-10-05T17:49:30.221" v="711" actId="2696"/>
        <pc:sldMkLst>
          <pc:docMk/>
          <pc:sldMk cId="1700680792" sldId="373"/>
        </pc:sldMkLst>
        <pc:spChg chg="add del mod">
          <ac:chgData name="Yuli Jiang (CSD)" userId="7c291cd4-aa97-4867-8d2d-ebf5c1c3b419" providerId="ADAL" clId="{8FBD0129-C0BB-4F8A-B9D2-D31C5DC212F7}" dt="2025-10-05T17:37:36.233" v="596" actId="478"/>
          <ac:spMkLst>
            <pc:docMk/>
            <pc:sldMk cId="1700680792" sldId="373"/>
            <ac:spMk id="7" creationId="{1B87075C-3A43-6474-753A-1E13A4CE04A7}"/>
          </ac:spMkLst>
        </pc:spChg>
        <pc:spChg chg="add mod">
          <ac:chgData name="Yuli Jiang (CSD)" userId="7c291cd4-aa97-4867-8d2d-ebf5c1c3b419" providerId="ADAL" clId="{8FBD0129-C0BB-4F8A-B9D2-D31C5DC212F7}" dt="2025-10-05T17:37:32.558" v="595"/>
          <ac:spMkLst>
            <pc:docMk/>
            <pc:sldMk cId="1700680792" sldId="373"/>
            <ac:spMk id="8" creationId="{95DF034B-4567-42AA-9D54-C1E17D745D2A}"/>
          </ac:spMkLst>
        </pc:spChg>
        <pc:spChg chg="del">
          <ac:chgData name="Yuli Jiang (CSD)" userId="7c291cd4-aa97-4867-8d2d-ebf5c1c3b419" providerId="ADAL" clId="{8FBD0129-C0BB-4F8A-B9D2-D31C5DC212F7}" dt="2025-10-05T17:37:32.350" v="594" actId="478"/>
          <ac:spMkLst>
            <pc:docMk/>
            <pc:sldMk cId="1700680792" sldId="373"/>
            <ac:spMk id="11267" creationId="{6059947E-0620-510F-F616-67B85E81444E}"/>
          </ac:spMkLst>
        </pc:spChg>
      </pc:sldChg>
      <pc:sldChg chg="addSp delSp modSp add mod modTransition delAnim modAnim">
        <pc:chgData name="Yuli Jiang (CSD)" userId="7c291cd4-aa97-4867-8d2d-ebf5c1c3b419" providerId="ADAL" clId="{8FBD0129-C0BB-4F8A-B9D2-D31C5DC212F7}" dt="2025-10-05T18:49:51.557" v="2019"/>
        <pc:sldMkLst>
          <pc:docMk/>
          <pc:sldMk cId="2874112810" sldId="373"/>
        </pc:sldMkLst>
        <pc:spChg chg="mod">
          <ac:chgData name="Yuli Jiang (CSD)" userId="7c291cd4-aa97-4867-8d2d-ebf5c1c3b419" providerId="ADAL" clId="{8FBD0129-C0BB-4F8A-B9D2-D31C5DC212F7}" dt="2025-10-05T18:12:18.467" v="1091"/>
          <ac:spMkLst>
            <pc:docMk/>
            <pc:sldMk cId="2874112810" sldId="373"/>
            <ac:spMk id="2" creationId="{F9C6C5E1-88A9-0843-5219-938D93CB306D}"/>
          </ac:spMkLst>
        </pc:spChg>
        <pc:spChg chg="add mod">
          <ac:chgData name="Yuli Jiang (CSD)" userId="7c291cd4-aa97-4867-8d2d-ebf5c1c3b419" providerId="ADAL" clId="{8FBD0129-C0BB-4F8A-B9D2-D31C5DC212F7}" dt="2025-10-05T17:56:41.038" v="776"/>
          <ac:spMkLst>
            <pc:docMk/>
            <pc:sldMk cId="2874112810" sldId="373"/>
            <ac:spMk id="3" creationId="{AE7C8299-CBC1-8A31-714B-C8DEC26719F6}"/>
          </ac:spMkLst>
        </pc:spChg>
        <pc:spChg chg="mod">
          <ac:chgData name="Yuli Jiang (CSD)" userId="7c291cd4-aa97-4867-8d2d-ebf5c1c3b419" providerId="ADAL" clId="{8FBD0129-C0BB-4F8A-B9D2-D31C5DC212F7}" dt="2025-10-05T18:12:24.957" v="1092" actId="1076"/>
          <ac:spMkLst>
            <pc:docMk/>
            <pc:sldMk cId="2874112810" sldId="373"/>
            <ac:spMk id="6" creationId="{79597C87-34A3-5B69-9D5D-B0FA18EDB2AC}"/>
          </ac:spMkLst>
        </pc:spChg>
        <pc:spChg chg="add del mod">
          <ac:chgData name="Yuli Jiang (CSD)" userId="7c291cd4-aa97-4867-8d2d-ebf5c1c3b419" providerId="ADAL" clId="{8FBD0129-C0BB-4F8A-B9D2-D31C5DC212F7}" dt="2025-10-05T18:40:25.146" v="1893" actId="1076"/>
          <ac:spMkLst>
            <pc:docMk/>
            <pc:sldMk cId="2874112810" sldId="373"/>
            <ac:spMk id="7" creationId="{81B00FD0-1DBC-D229-AF9F-D05CF1BD003A}"/>
          </ac:spMkLst>
        </pc:spChg>
        <pc:spChg chg="del mod">
          <ac:chgData name="Yuli Jiang (CSD)" userId="7c291cd4-aa97-4867-8d2d-ebf5c1c3b419" providerId="ADAL" clId="{8FBD0129-C0BB-4F8A-B9D2-D31C5DC212F7}" dt="2025-10-05T17:56:40.757" v="775" actId="478"/>
          <ac:spMkLst>
            <pc:docMk/>
            <pc:sldMk cId="2874112810" sldId="373"/>
            <ac:spMk id="8" creationId="{95DF034B-4567-42AA-9D54-C1E17D745D2A}"/>
          </ac:spMkLst>
        </pc:spChg>
        <pc:spChg chg="mod">
          <ac:chgData name="Yuli Jiang (CSD)" userId="7c291cd4-aa97-4867-8d2d-ebf5c1c3b419" providerId="ADAL" clId="{8FBD0129-C0BB-4F8A-B9D2-D31C5DC212F7}" dt="2025-10-05T18:08:40.087" v="955"/>
          <ac:spMkLst>
            <pc:docMk/>
            <pc:sldMk cId="2874112810" sldId="373"/>
            <ac:spMk id="10" creationId="{4CAE576B-8572-D783-4527-A17F0C1842A0}"/>
          </ac:spMkLst>
        </pc:spChg>
        <pc:spChg chg="mod">
          <ac:chgData name="Yuli Jiang (CSD)" userId="7c291cd4-aa97-4867-8d2d-ebf5c1c3b419" providerId="ADAL" clId="{8FBD0129-C0BB-4F8A-B9D2-D31C5DC212F7}" dt="2025-10-05T18:08:40.087" v="955"/>
          <ac:spMkLst>
            <pc:docMk/>
            <pc:sldMk cId="2874112810" sldId="373"/>
            <ac:spMk id="11" creationId="{47ECFEC0-F593-A773-1160-DB7F66559E57}"/>
          </ac:spMkLst>
        </pc:spChg>
        <pc:spChg chg="mod">
          <ac:chgData name="Yuli Jiang (CSD)" userId="7c291cd4-aa97-4867-8d2d-ebf5c1c3b419" providerId="ADAL" clId="{8FBD0129-C0BB-4F8A-B9D2-D31C5DC212F7}" dt="2025-10-05T18:08:40.087" v="955"/>
          <ac:spMkLst>
            <pc:docMk/>
            <pc:sldMk cId="2874112810" sldId="373"/>
            <ac:spMk id="12" creationId="{505C8063-32F8-582C-D0D2-F22665EAD6AE}"/>
          </ac:spMkLst>
        </pc:spChg>
        <pc:spChg chg="mod">
          <ac:chgData name="Yuli Jiang (CSD)" userId="7c291cd4-aa97-4867-8d2d-ebf5c1c3b419" providerId="ADAL" clId="{8FBD0129-C0BB-4F8A-B9D2-D31C5DC212F7}" dt="2025-10-05T18:08:40.087" v="955"/>
          <ac:spMkLst>
            <pc:docMk/>
            <pc:sldMk cId="2874112810" sldId="373"/>
            <ac:spMk id="13" creationId="{370E4413-A35A-7FD3-4E5D-92D3D99A5E91}"/>
          </ac:spMkLst>
        </pc:spChg>
        <pc:spChg chg="mod">
          <ac:chgData name="Yuli Jiang (CSD)" userId="7c291cd4-aa97-4867-8d2d-ebf5c1c3b419" providerId="ADAL" clId="{8FBD0129-C0BB-4F8A-B9D2-D31C5DC212F7}" dt="2025-10-05T18:08:40.087" v="955"/>
          <ac:spMkLst>
            <pc:docMk/>
            <pc:sldMk cId="2874112810" sldId="373"/>
            <ac:spMk id="14" creationId="{BDBBDA49-AA59-3BEF-2077-D7FCE73D8444}"/>
          </ac:spMkLst>
        </pc:spChg>
        <pc:spChg chg="add del mod">
          <ac:chgData name="Yuli Jiang (CSD)" userId="7c291cd4-aa97-4867-8d2d-ebf5c1c3b419" providerId="ADAL" clId="{8FBD0129-C0BB-4F8A-B9D2-D31C5DC212F7}" dt="2025-10-05T18:09:06.025" v="967" actId="478"/>
          <ac:spMkLst>
            <pc:docMk/>
            <pc:sldMk cId="2874112810" sldId="373"/>
            <ac:spMk id="15" creationId="{4985F6A9-6A24-AD0D-E62C-68F82AA33410}"/>
          </ac:spMkLst>
        </pc:spChg>
        <pc:spChg chg="mod">
          <ac:chgData name="Yuli Jiang (CSD)" userId="7c291cd4-aa97-4867-8d2d-ebf5c1c3b419" providerId="ADAL" clId="{8FBD0129-C0BB-4F8A-B9D2-D31C5DC212F7}" dt="2025-10-05T18:10:50.957" v="1023"/>
          <ac:spMkLst>
            <pc:docMk/>
            <pc:sldMk cId="2874112810" sldId="373"/>
            <ac:spMk id="17" creationId="{1E1D325D-512D-C442-4529-83A68DC8B1B7}"/>
          </ac:spMkLst>
        </pc:spChg>
        <pc:spChg chg="mod">
          <ac:chgData name="Yuli Jiang (CSD)" userId="7c291cd4-aa97-4867-8d2d-ebf5c1c3b419" providerId="ADAL" clId="{8FBD0129-C0BB-4F8A-B9D2-D31C5DC212F7}" dt="2025-10-05T18:10:50.957" v="1023"/>
          <ac:spMkLst>
            <pc:docMk/>
            <pc:sldMk cId="2874112810" sldId="373"/>
            <ac:spMk id="18" creationId="{34E4FD89-DD7F-EC76-24A9-E486CB66D76C}"/>
          </ac:spMkLst>
        </pc:spChg>
        <pc:spChg chg="mod">
          <ac:chgData name="Yuli Jiang (CSD)" userId="7c291cd4-aa97-4867-8d2d-ebf5c1c3b419" providerId="ADAL" clId="{8FBD0129-C0BB-4F8A-B9D2-D31C5DC212F7}" dt="2025-10-05T18:10:50.957" v="1023"/>
          <ac:spMkLst>
            <pc:docMk/>
            <pc:sldMk cId="2874112810" sldId="373"/>
            <ac:spMk id="19" creationId="{01751347-C274-C639-564E-539B3E50EB00}"/>
          </ac:spMkLst>
        </pc:spChg>
        <pc:spChg chg="mod">
          <ac:chgData name="Yuli Jiang (CSD)" userId="7c291cd4-aa97-4867-8d2d-ebf5c1c3b419" providerId="ADAL" clId="{8FBD0129-C0BB-4F8A-B9D2-D31C5DC212F7}" dt="2025-10-05T18:10:50.957" v="1023"/>
          <ac:spMkLst>
            <pc:docMk/>
            <pc:sldMk cId="2874112810" sldId="373"/>
            <ac:spMk id="20" creationId="{74A592B7-A672-54EE-AA32-3D17FC762000}"/>
          </ac:spMkLst>
        </pc:spChg>
        <pc:spChg chg="mod">
          <ac:chgData name="Yuli Jiang (CSD)" userId="7c291cd4-aa97-4867-8d2d-ebf5c1c3b419" providerId="ADAL" clId="{8FBD0129-C0BB-4F8A-B9D2-D31C5DC212F7}" dt="2025-10-05T18:10:50.957" v="1023"/>
          <ac:spMkLst>
            <pc:docMk/>
            <pc:sldMk cId="2874112810" sldId="373"/>
            <ac:spMk id="21" creationId="{35E41D6B-802A-7492-43FB-FCB31D1EC1CE}"/>
          </ac:spMkLst>
        </pc:spChg>
        <pc:spChg chg="add mod">
          <ac:chgData name="Yuli Jiang (CSD)" userId="7c291cd4-aa97-4867-8d2d-ebf5c1c3b419" providerId="ADAL" clId="{8FBD0129-C0BB-4F8A-B9D2-D31C5DC212F7}" dt="2025-10-05T18:10:50.957" v="1023"/>
          <ac:spMkLst>
            <pc:docMk/>
            <pc:sldMk cId="2874112810" sldId="373"/>
            <ac:spMk id="22" creationId="{F2A75F57-D06D-DD4F-0B83-C08FEBD11351}"/>
          </ac:spMkLst>
        </pc:spChg>
        <pc:spChg chg="add mod">
          <ac:chgData name="Yuli Jiang (CSD)" userId="7c291cd4-aa97-4867-8d2d-ebf5c1c3b419" providerId="ADAL" clId="{8FBD0129-C0BB-4F8A-B9D2-D31C5DC212F7}" dt="2025-10-05T18:10:50.957" v="1023"/>
          <ac:spMkLst>
            <pc:docMk/>
            <pc:sldMk cId="2874112810" sldId="373"/>
            <ac:spMk id="23" creationId="{0C626C98-6545-7334-0E95-F164E208D74D}"/>
          </ac:spMkLst>
        </pc:spChg>
        <pc:spChg chg="add mod ord">
          <ac:chgData name="Yuli Jiang (CSD)" userId="7c291cd4-aa97-4867-8d2d-ebf5c1c3b419" providerId="ADAL" clId="{8FBD0129-C0BB-4F8A-B9D2-D31C5DC212F7}" dt="2025-10-05T18:41:17.059" v="1903" actId="14100"/>
          <ac:spMkLst>
            <pc:docMk/>
            <pc:sldMk cId="2874112810" sldId="373"/>
            <ac:spMk id="24" creationId="{64B1A51D-68ED-5824-A769-55AC908A9FFD}"/>
          </ac:spMkLst>
        </pc:spChg>
        <pc:spChg chg="mod">
          <ac:chgData name="Yuli Jiang (CSD)" userId="7c291cd4-aa97-4867-8d2d-ebf5c1c3b419" providerId="ADAL" clId="{8FBD0129-C0BB-4F8A-B9D2-D31C5DC212F7}" dt="2025-10-05T18:27:21.894" v="1458" actId="20577"/>
          <ac:spMkLst>
            <pc:docMk/>
            <pc:sldMk cId="2874112810" sldId="373"/>
            <ac:spMk id="11268" creationId="{6DC5CA03-383E-F1D3-D6D5-B8F8E9D6553F}"/>
          </ac:spMkLst>
        </pc:spChg>
        <pc:grpChg chg="add del mod">
          <ac:chgData name="Yuli Jiang (CSD)" userId="7c291cd4-aa97-4867-8d2d-ebf5c1c3b419" providerId="ADAL" clId="{8FBD0129-C0BB-4F8A-B9D2-D31C5DC212F7}" dt="2025-10-05T18:09:04.681" v="966" actId="478"/>
          <ac:grpSpMkLst>
            <pc:docMk/>
            <pc:sldMk cId="2874112810" sldId="373"/>
            <ac:grpSpMk id="9" creationId="{CBAC4A62-286C-552D-C557-A34297789296}"/>
          </ac:grpSpMkLst>
        </pc:grpChg>
        <pc:grpChg chg="add mod">
          <ac:chgData name="Yuli Jiang (CSD)" userId="7c291cd4-aa97-4867-8d2d-ebf5c1c3b419" providerId="ADAL" clId="{8FBD0129-C0BB-4F8A-B9D2-D31C5DC212F7}" dt="2025-10-05T18:10:50.957" v="1023"/>
          <ac:grpSpMkLst>
            <pc:docMk/>
            <pc:sldMk cId="2874112810" sldId="373"/>
            <ac:grpSpMk id="16" creationId="{61B72C88-EBCC-3C3D-0970-F0F33E6A546B}"/>
          </ac:grpSpMkLst>
        </pc:grpChg>
      </pc:sldChg>
      <pc:sldChg chg="addSp delSp modSp add mod modTransition delAnim modAnim">
        <pc:chgData name="Yuli Jiang (CSD)" userId="7c291cd4-aa97-4867-8d2d-ebf5c1c3b419" providerId="ADAL" clId="{8FBD0129-C0BB-4F8A-B9D2-D31C5DC212F7}" dt="2025-10-05T18:48:43.819" v="1996"/>
        <pc:sldMkLst>
          <pc:docMk/>
          <pc:sldMk cId="3386806578" sldId="379"/>
        </pc:sldMkLst>
        <pc:spChg chg="del mod">
          <ac:chgData name="Yuli Jiang (CSD)" userId="7c291cd4-aa97-4867-8d2d-ebf5c1c3b419" providerId="ADAL" clId="{8FBD0129-C0BB-4F8A-B9D2-D31C5DC212F7}" dt="2025-10-05T18:43:41.989" v="1919" actId="478"/>
          <ac:spMkLst>
            <pc:docMk/>
            <pc:sldMk cId="3386806578" sldId="379"/>
            <ac:spMk id="3" creationId="{3FAB4765-6676-137E-85A9-1577200CCF3D}"/>
          </ac:spMkLst>
        </pc:spChg>
        <pc:spChg chg="add del mod">
          <ac:chgData name="Yuli Jiang (CSD)" userId="7c291cd4-aa97-4867-8d2d-ebf5c1c3b419" providerId="ADAL" clId="{8FBD0129-C0BB-4F8A-B9D2-D31C5DC212F7}" dt="2025-10-05T17:56:52.757" v="781" actId="478"/>
          <ac:spMkLst>
            <pc:docMk/>
            <pc:sldMk cId="3386806578" sldId="379"/>
            <ac:spMk id="4" creationId="{270BEEE3-8CB8-F9BC-FE2C-7651C6E8FED8}"/>
          </ac:spMkLst>
        </pc:spChg>
        <pc:spChg chg="add mod">
          <ac:chgData name="Yuli Jiang (CSD)" userId="7c291cd4-aa97-4867-8d2d-ebf5c1c3b419" providerId="ADAL" clId="{8FBD0129-C0BB-4F8A-B9D2-D31C5DC212F7}" dt="2025-10-05T17:56:50.587" v="780"/>
          <ac:spMkLst>
            <pc:docMk/>
            <pc:sldMk cId="3386806578" sldId="379"/>
            <ac:spMk id="6" creationId="{D34141E6-060F-EAA5-43B4-5DB09E3C5B55}"/>
          </ac:spMkLst>
        </pc:spChg>
        <pc:spChg chg="mod">
          <ac:chgData name="Yuli Jiang (CSD)" userId="7c291cd4-aa97-4867-8d2d-ebf5c1c3b419" providerId="ADAL" clId="{8FBD0129-C0BB-4F8A-B9D2-D31C5DC212F7}" dt="2025-10-05T18:14:26.607" v="1132" actId="404"/>
          <ac:spMkLst>
            <pc:docMk/>
            <pc:sldMk cId="3386806578" sldId="379"/>
            <ac:spMk id="7" creationId="{F0E31637-73ED-4A76-6833-E5637B61E906}"/>
          </ac:spMkLst>
        </pc:spChg>
        <pc:spChg chg="mod">
          <ac:chgData name="Yuli Jiang (CSD)" userId="7c291cd4-aa97-4867-8d2d-ebf5c1c3b419" providerId="ADAL" clId="{8FBD0129-C0BB-4F8A-B9D2-D31C5DC212F7}" dt="2025-10-05T18:14:26.607" v="1132" actId="404"/>
          <ac:spMkLst>
            <pc:docMk/>
            <pc:sldMk cId="3386806578" sldId="379"/>
            <ac:spMk id="8" creationId="{F39C4EFD-894E-CAF8-5386-5748846B8051}"/>
          </ac:spMkLst>
        </pc:spChg>
        <pc:spChg chg="add mod">
          <ac:chgData name="Yuli Jiang (CSD)" userId="7c291cd4-aa97-4867-8d2d-ebf5c1c3b419" providerId="ADAL" clId="{8FBD0129-C0BB-4F8A-B9D2-D31C5DC212F7}" dt="2025-10-05T18:44:03.069" v="1930" actId="13822"/>
          <ac:spMkLst>
            <pc:docMk/>
            <pc:sldMk cId="3386806578" sldId="379"/>
            <ac:spMk id="11" creationId="{84B1C1CF-24C4-73B6-5CB1-0D2D80604645}"/>
          </ac:spMkLst>
        </pc:spChg>
        <pc:spChg chg="mod">
          <ac:chgData name="Yuli Jiang (CSD)" userId="7c291cd4-aa97-4867-8d2d-ebf5c1c3b419" providerId="ADAL" clId="{8FBD0129-C0BB-4F8A-B9D2-D31C5DC212F7}" dt="2025-10-05T18:42:23.916" v="1910"/>
          <ac:spMkLst>
            <pc:docMk/>
            <pc:sldMk cId="3386806578" sldId="379"/>
            <ac:spMk id="13" creationId="{C34DACD4-6708-8893-F497-4BEC79AA3EBA}"/>
          </ac:spMkLst>
        </pc:spChg>
        <pc:spChg chg="mod">
          <ac:chgData name="Yuli Jiang (CSD)" userId="7c291cd4-aa97-4867-8d2d-ebf5c1c3b419" providerId="ADAL" clId="{8FBD0129-C0BB-4F8A-B9D2-D31C5DC212F7}" dt="2025-10-05T18:42:23.916" v="1910"/>
          <ac:spMkLst>
            <pc:docMk/>
            <pc:sldMk cId="3386806578" sldId="379"/>
            <ac:spMk id="14" creationId="{1D4FB54F-B93C-9B20-3BC2-172CF0D5D0E3}"/>
          </ac:spMkLst>
        </pc:spChg>
        <pc:spChg chg="mod">
          <ac:chgData name="Yuli Jiang (CSD)" userId="7c291cd4-aa97-4867-8d2d-ebf5c1c3b419" providerId="ADAL" clId="{8FBD0129-C0BB-4F8A-B9D2-D31C5DC212F7}" dt="2025-10-05T18:42:23.916" v="1910"/>
          <ac:spMkLst>
            <pc:docMk/>
            <pc:sldMk cId="3386806578" sldId="379"/>
            <ac:spMk id="15" creationId="{6B6A6E06-3DDC-A2CF-4E5C-4535A1A94BAB}"/>
          </ac:spMkLst>
        </pc:spChg>
        <pc:spChg chg="mod">
          <ac:chgData name="Yuli Jiang (CSD)" userId="7c291cd4-aa97-4867-8d2d-ebf5c1c3b419" providerId="ADAL" clId="{8FBD0129-C0BB-4F8A-B9D2-D31C5DC212F7}" dt="2025-10-05T18:42:23.916" v="1910"/>
          <ac:spMkLst>
            <pc:docMk/>
            <pc:sldMk cId="3386806578" sldId="379"/>
            <ac:spMk id="16" creationId="{ACF58788-D521-1CFF-AFC2-1438A892B543}"/>
          </ac:spMkLst>
        </pc:spChg>
        <pc:spChg chg="mod">
          <ac:chgData name="Yuli Jiang (CSD)" userId="7c291cd4-aa97-4867-8d2d-ebf5c1c3b419" providerId="ADAL" clId="{8FBD0129-C0BB-4F8A-B9D2-D31C5DC212F7}" dt="2025-10-05T18:42:23.916" v="1910"/>
          <ac:spMkLst>
            <pc:docMk/>
            <pc:sldMk cId="3386806578" sldId="379"/>
            <ac:spMk id="17" creationId="{A8B2853D-E8D4-DA9B-BD73-7BAC6AFB3F65}"/>
          </ac:spMkLst>
        </pc:spChg>
        <pc:spChg chg="add mod">
          <ac:chgData name="Yuli Jiang (CSD)" userId="7c291cd4-aa97-4867-8d2d-ebf5c1c3b419" providerId="ADAL" clId="{8FBD0129-C0BB-4F8A-B9D2-D31C5DC212F7}" dt="2025-10-05T18:43:39.615" v="1918" actId="1076"/>
          <ac:spMkLst>
            <pc:docMk/>
            <pc:sldMk cId="3386806578" sldId="379"/>
            <ac:spMk id="18" creationId="{B926812A-E5BE-EEB7-9DB4-3DE14076431A}"/>
          </ac:spMkLst>
        </pc:spChg>
        <pc:spChg chg="add mod">
          <ac:chgData name="Yuli Jiang (CSD)" userId="7c291cd4-aa97-4867-8d2d-ebf5c1c3b419" providerId="ADAL" clId="{8FBD0129-C0BB-4F8A-B9D2-D31C5DC212F7}" dt="2025-10-05T18:43:39.615" v="1918" actId="1076"/>
          <ac:spMkLst>
            <pc:docMk/>
            <pc:sldMk cId="3386806578" sldId="379"/>
            <ac:spMk id="19" creationId="{F01BE19E-70D5-6986-4349-587778AE1B66}"/>
          </ac:spMkLst>
        </pc:spChg>
        <pc:spChg chg="del">
          <ac:chgData name="Yuli Jiang (CSD)" userId="7c291cd4-aa97-4867-8d2d-ebf5c1c3b419" providerId="ADAL" clId="{8FBD0129-C0BB-4F8A-B9D2-D31C5DC212F7}" dt="2025-10-05T17:56:50.337" v="779" actId="478"/>
          <ac:spMkLst>
            <pc:docMk/>
            <pc:sldMk cId="3386806578" sldId="379"/>
            <ac:spMk id="11267" creationId="{269E9AAB-FB3F-7D19-AC80-DAA38607ED3E}"/>
          </ac:spMkLst>
        </pc:spChg>
        <pc:spChg chg="mod">
          <ac:chgData name="Yuli Jiang (CSD)" userId="7c291cd4-aa97-4867-8d2d-ebf5c1c3b419" providerId="ADAL" clId="{8FBD0129-C0BB-4F8A-B9D2-D31C5DC212F7}" dt="2025-10-05T18:27:28.350" v="1460" actId="20577"/>
          <ac:spMkLst>
            <pc:docMk/>
            <pc:sldMk cId="3386806578" sldId="379"/>
            <ac:spMk id="11268" creationId="{9B7EB844-B5B0-48F1-8269-3D273B0B4F69}"/>
          </ac:spMkLst>
        </pc:spChg>
        <pc:grpChg chg="del mod">
          <ac:chgData name="Yuli Jiang (CSD)" userId="7c291cd4-aa97-4867-8d2d-ebf5c1c3b419" providerId="ADAL" clId="{8FBD0129-C0BB-4F8A-B9D2-D31C5DC212F7}" dt="2025-10-05T18:43:29.186" v="1917" actId="478"/>
          <ac:grpSpMkLst>
            <pc:docMk/>
            <pc:sldMk cId="3386806578" sldId="379"/>
            <ac:grpSpMk id="9" creationId="{16BF6AD8-29DB-B834-7769-6B7BE888E920}"/>
          </ac:grpSpMkLst>
        </pc:grpChg>
        <pc:grpChg chg="add mod">
          <ac:chgData name="Yuli Jiang (CSD)" userId="7c291cd4-aa97-4867-8d2d-ebf5c1c3b419" providerId="ADAL" clId="{8FBD0129-C0BB-4F8A-B9D2-D31C5DC212F7}" dt="2025-10-05T18:43:39.615" v="1918" actId="1076"/>
          <ac:grpSpMkLst>
            <pc:docMk/>
            <pc:sldMk cId="3386806578" sldId="379"/>
            <ac:grpSpMk id="12" creationId="{91AF8B08-EFC1-6C5E-1481-4FD049C448B3}"/>
          </ac:grpSpMkLst>
        </pc:grpChg>
      </pc:sldChg>
      <pc:sldChg chg="modSp add mod modTransition">
        <pc:chgData name="Yuli Jiang (CSD)" userId="7c291cd4-aa97-4867-8d2d-ebf5c1c3b419" providerId="ADAL" clId="{8FBD0129-C0BB-4F8A-B9D2-D31C5DC212F7}" dt="2025-10-05T18:48:43.819" v="1996"/>
        <pc:sldMkLst>
          <pc:docMk/>
          <pc:sldMk cId="2687431597" sldId="380"/>
        </pc:sldMkLst>
        <pc:spChg chg="mod">
          <ac:chgData name="Yuli Jiang (CSD)" userId="7c291cd4-aa97-4867-8d2d-ebf5c1c3b419" providerId="ADAL" clId="{8FBD0129-C0BB-4F8A-B9D2-D31C5DC212F7}" dt="2025-10-05T16:58:51.385" v="453" actId="20577"/>
          <ac:spMkLst>
            <pc:docMk/>
            <pc:sldMk cId="2687431597" sldId="380"/>
            <ac:spMk id="2" creationId="{4B871D3A-1B4E-1E63-6657-4625ECD023B8}"/>
          </ac:spMkLst>
        </pc:spChg>
        <pc:spChg chg="mod">
          <ac:chgData name="Yuli Jiang (CSD)" userId="7c291cd4-aa97-4867-8d2d-ebf5c1c3b419" providerId="ADAL" clId="{8FBD0129-C0BB-4F8A-B9D2-D31C5DC212F7}" dt="2025-10-05T18:30:59.137" v="1502" actId="20577"/>
          <ac:spMkLst>
            <pc:docMk/>
            <pc:sldMk cId="2687431597" sldId="380"/>
            <ac:spMk id="3" creationId="{282D1C62-E334-0C42-3169-92658A1EFA86}"/>
          </ac:spMkLst>
        </pc:spChg>
      </pc:sldChg>
      <pc:sldChg chg="modSp mod modTransition">
        <pc:chgData name="Yuli Jiang (CSD)" userId="7c291cd4-aa97-4867-8d2d-ebf5c1c3b419" providerId="ADAL" clId="{8FBD0129-C0BB-4F8A-B9D2-D31C5DC212F7}" dt="2025-10-06T02:47:18.728" v="2039" actId="6549"/>
        <pc:sldMkLst>
          <pc:docMk/>
          <pc:sldMk cId="2780872565" sldId="383"/>
        </pc:sldMkLst>
        <pc:spChg chg="mod">
          <ac:chgData name="Yuli Jiang (CSD)" userId="7c291cd4-aa97-4867-8d2d-ebf5c1c3b419" providerId="ADAL" clId="{8FBD0129-C0BB-4F8A-B9D2-D31C5DC212F7}" dt="2025-10-05T16:13:08.047" v="13" actId="20577"/>
          <ac:spMkLst>
            <pc:docMk/>
            <pc:sldMk cId="2780872565" sldId="383"/>
            <ac:spMk id="6" creationId="{7091FFC7-DE28-3037-7E95-4B8F8455A40B}"/>
          </ac:spMkLst>
        </pc:spChg>
        <pc:spChg chg="mod">
          <ac:chgData name="Yuli Jiang (CSD)" userId="7c291cd4-aa97-4867-8d2d-ebf5c1c3b419" providerId="ADAL" clId="{8FBD0129-C0BB-4F8A-B9D2-D31C5DC212F7}" dt="2025-10-06T02:43:10.884" v="2038" actId="403"/>
          <ac:spMkLst>
            <pc:docMk/>
            <pc:sldMk cId="2780872565" sldId="383"/>
            <ac:spMk id="7" creationId="{290976F0-4BE0-D140-4E1F-2D91BA14E655}"/>
          </ac:spMkLst>
        </pc:spChg>
        <pc:spChg chg="mod">
          <ac:chgData name="Yuli Jiang (CSD)" userId="7c291cd4-aa97-4867-8d2d-ebf5c1c3b419" providerId="ADAL" clId="{8FBD0129-C0BB-4F8A-B9D2-D31C5DC212F7}" dt="2025-10-05T16:12:28.918" v="8" actId="14100"/>
          <ac:spMkLst>
            <pc:docMk/>
            <pc:sldMk cId="2780872565" sldId="383"/>
            <ac:spMk id="8" creationId="{F4A44BCD-70AE-7D88-60FB-493794552FA0}"/>
          </ac:spMkLst>
        </pc:spChg>
        <pc:spChg chg="mod">
          <ac:chgData name="Yuli Jiang (CSD)" userId="7c291cd4-aa97-4867-8d2d-ebf5c1c3b419" providerId="ADAL" clId="{8FBD0129-C0BB-4F8A-B9D2-D31C5DC212F7}" dt="2025-10-06T02:47:18.728" v="2039" actId="6549"/>
          <ac:spMkLst>
            <pc:docMk/>
            <pc:sldMk cId="2780872565" sldId="383"/>
            <ac:spMk id="10" creationId="{32728DDE-2CA6-FD1E-E237-1FA0B74C9991}"/>
          </ac:spMkLst>
        </pc:spChg>
      </pc:sldChg>
      <pc:sldChg chg="del mod modShow">
        <pc:chgData name="Yuli Jiang (CSD)" userId="7c291cd4-aa97-4867-8d2d-ebf5c1c3b419" providerId="ADAL" clId="{8FBD0129-C0BB-4F8A-B9D2-D31C5DC212F7}" dt="2025-10-05T16:32:11.902" v="202" actId="47"/>
        <pc:sldMkLst>
          <pc:docMk/>
          <pc:sldMk cId="2677701120" sldId="384"/>
        </pc:sldMkLst>
      </pc:sldChg>
      <pc:sldChg chg="del">
        <pc:chgData name="Yuli Jiang (CSD)" userId="7c291cd4-aa97-4867-8d2d-ebf5c1c3b419" providerId="ADAL" clId="{8FBD0129-C0BB-4F8A-B9D2-D31C5DC212F7}" dt="2025-10-05T16:31:59.624" v="201" actId="47"/>
        <pc:sldMkLst>
          <pc:docMk/>
          <pc:sldMk cId="2516007308" sldId="386"/>
        </pc:sldMkLst>
      </pc:sldChg>
      <pc:sldChg chg="addSp delSp modSp mod modTransition modAnim modShow">
        <pc:chgData name="Yuli Jiang (CSD)" userId="7c291cd4-aa97-4867-8d2d-ebf5c1c3b419" providerId="ADAL" clId="{8FBD0129-C0BB-4F8A-B9D2-D31C5DC212F7}" dt="2025-10-06T02:54:16.106" v="2141" actId="1076"/>
        <pc:sldMkLst>
          <pc:docMk/>
          <pc:sldMk cId="1238493971" sldId="387"/>
        </pc:sldMkLst>
        <pc:spChg chg="add mod">
          <ac:chgData name="Yuli Jiang (CSD)" userId="7c291cd4-aa97-4867-8d2d-ebf5c1c3b419" providerId="ADAL" clId="{8FBD0129-C0BB-4F8A-B9D2-D31C5DC212F7}" dt="2025-10-06T02:53:22.831" v="2130" actId="1076"/>
          <ac:spMkLst>
            <pc:docMk/>
            <pc:sldMk cId="1238493971" sldId="387"/>
            <ac:spMk id="3" creationId="{9B2E0068-30AF-C692-9118-6A3CA1BF9E2C}"/>
          </ac:spMkLst>
        </pc:spChg>
        <pc:spChg chg="add del mod">
          <ac:chgData name="Yuli Jiang (CSD)" userId="7c291cd4-aa97-4867-8d2d-ebf5c1c3b419" providerId="ADAL" clId="{8FBD0129-C0BB-4F8A-B9D2-D31C5DC212F7}" dt="2025-10-05T16:33:48.206" v="234" actId="478"/>
          <ac:spMkLst>
            <pc:docMk/>
            <pc:sldMk cId="1238493971" sldId="387"/>
            <ac:spMk id="4" creationId="{6AA7F5BA-1D5E-F184-B28A-FF8BC4BEDF96}"/>
          </ac:spMkLst>
        </pc:spChg>
        <pc:spChg chg="add mod">
          <ac:chgData name="Yuli Jiang (CSD)" userId="7c291cd4-aa97-4867-8d2d-ebf5c1c3b419" providerId="ADAL" clId="{8FBD0129-C0BB-4F8A-B9D2-D31C5DC212F7}" dt="2025-10-05T16:33:54.792" v="238" actId="14100"/>
          <ac:spMkLst>
            <pc:docMk/>
            <pc:sldMk cId="1238493971" sldId="387"/>
            <ac:spMk id="5" creationId="{14EB5B3C-36C1-A4BE-F77E-9B7FE12EB8C7}"/>
          </ac:spMkLst>
        </pc:spChg>
        <pc:spChg chg="add mod">
          <ac:chgData name="Yuli Jiang (CSD)" userId="7c291cd4-aa97-4867-8d2d-ebf5c1c3b419" providerId="ADAL" clId="{8FBD0129-C0BB-4F8A-B9D2-D31C5DC212F7}" dt="2025-10-06T02:54:16.106" v="2141" actId="1076"/>
          <ac:spMkLst>
            <pc:docMk/>
            <pc:sldMk cId="1238493971" sldId="387"/>
            <ac:spMk id="6" creationId="{3BC3BC2B-F968-DA3A-A9F4-63B54185C32B}"/>
          </ac:spMkLst>
        </pc:spChg>
        <pc:spChg chg="mod">
          <ac:chgData name="Yuli Jiang (CSD)" userId="7c291cd4-aa97-4867-8d2d-ebf5c1c3b419" providerId="ADAL" clId="{8FBD0129-C0BB-4F8A-B9D2-D31C5DC212F7}" dt="2025-10-06T02:51:51.334" v="2082" actId="14100"/>
          <ac:spMkLst>
            <pc:docMk/>
            <pc:sldMk cId="1238493971" sldId="387"/>
            <ac:spMk id="12" creationId="{962D995D-1705-20EE-AF1F-13CE33BE35E0}"/>
          </ac:spMkLst>
        </pc:spChg>
        <pc:spChg chg="mod">
          <ac:chgData name="Yuli Jiang (CSD)" userId="7c291cd4-aa97-4867-8d2d-ebf5c1c3b419" providerId="ADAL" clId="{8FBD0129-C0BB-4F8A-B9D2-D31C5DC212F7}" dt="2025-10-06T02:53:27.569" v="2132" actId="20577"/>
          <ac:spMkLst>
            <pc:docMk/>
            <pc:sldMk cId="1238493971" sldId="387"/>
            <ac:spMk id="15" creationId="{50FE1382-25F1-87FD-0E53-80477DA322CC}"/>
          </ac:spMkLst>
        </pc:spChg>
        <pc:spChg chg="mod">
          <ac:chgData name="Yuli Jiang (CSD)" userId="7c291cd4-aa97-4867-8d2d-ebf5c1c3b419" providerId="ADAL" clId="{8FBD0129-C0BB-4F8A-B9D2-D31C5DC212F7}" dt="2025-10-05T16:36:31.281" v="260" actId="13926"/>
          <ac:spMkLst>
            <pc:docMk/>
            <pc:sldMk cId="1238493971" sldId="387"/>
            <ac:spMk id="22532" creationId="{E875BC05-2D10-1E0A-3AD5-B25BF32EA0D2}"/>
          </ac:spMkLst>
        </pc:spChg>
        <pc:grpChg chg="mod">
          <ac:chgData name="Yuli Jiang (CSD)" userId="7c291cd4-aa97-4867-8d2d-ebf5c1c3b419" providerId="ADAL" clId="{8FBD0129-C0BB-4F8A-B9D2-D31C5DC212F7}" dt="2025-10-05T16:32:31.442" v="207" actId="1076"/>
          <ac:grpSpMkLst>
            <pc:docMk/>
            <pc:sldMk cId="1238493971" sldId="387"/>
            <ac:grpSpMk id="2" creationId="{0113E5E6-D096-0A59-7DFB-B74AA0A93DE7}"/>
          </ac:grpSpMkLst>
        </pc:grpChg>
        <pc:cxnChg chg="add mod">
          <ac:chgData name="Yuli Jiang (CSD)" userId="7c291cd4-aa97-4867-8d2d-ebf5c1c3b419" providerId="ADAL" clId="{8FBD0129-C0BB-4F8A-B9D2-D31C5DC212F7}" dt="2025-10-05T16:36:34.701" v="261" actId="14100"/>
          <ac:cxnSpMkLst>
            <pc:docMk/>
            <pc:sldMk cId="1238493971" sldId="387"/>
            <ac:cxnSpMk id="7" creationId="{955FB3B9-E37E-E29A-5D96-FE4B76DC9451}"/>
          </ac:cxnSpMkLst>
        </pc:cxnChg>
      </pc:sldChg>
      <pc:sldChg chg="modSp mod ord modTransition">
        <pc:chgData name="Yuli Jiang (CSD)" userId="7c291cd4-aa97-4867-8d2d-ebf5c1c3b419" providerId="ADAL" clId="{8FBD0129-C0BB-4F8A-B9D2-D31C5DC212F7}" dt="2025-10-05T18:48:43.819" v="1996"/>
        <pc:sldMkLst>
          <pc:docMk/>
          <pc:sldMk cId="3847221870" sldId="388"/>
        </pc:sldMkLst>
        <pc:spChg chg="mod">
          <ac:chgData name="Yuli Jiang (CSD)" userId="7c291cd4-aa97-4867-8d2d-ebf5c1c3b419" providerId="ADAL" clId="{8FBD0129-C0BB-4F8A-B9D2-D31C5DC212F7}" dt="2025-10-05T17:51:20.590" v="727" actId="20577"/>
          <ac:spMkLst>
            <pc:docMk/>
            <pc:sldMk cId="3847221870" sldId="388"/>
            <ac:spMk id="7" creationId="{73C39640-1AB0-B8CD-92B0-7EF1628ABB52}"/>
          </ac:spMkLst>
        </pc:spChg>
        <pc:spChg chg="mod">
          <ac:chgData name="Yuli Jiang (CSD)" userId="7c291cd4-aa97-4867-8d2d-ebf5c1c3b419" providerId="ADAL" clId="{8FBD0129-C0BB-4F8A-B9D2-D31C5DC212F7}" dt="2025-10-05T16:22:54.121" v="89" actId="20577"/>
          <ac:spMkLst>
            <pc:docMk/>
            <pc:sldMk cId="3847221870" sldId="388"/>
            <ac:spMk id="8" creationId="{BC444951-BA07-54B1-E044-6C599501EA8A}"/>
          </ac:spMkLst>
        </pc:spChg>
        <pc:spChg chg="mod">
          <ac:chgData name="Yuli Jiang (CSD)" userId="7c291cd4-aa97-4867-8d2d-ebf5c1c3b419" providerId="ADAL" clId="{8FBD0129-C0BB-4F8A-B9D2-D31C5DC212F7}" dt="2025-10-05T16:37:52.245" v="269" actId="14100"/>
          <ac:spMkLst>
            <pc:docMk/>
            <pc:sldMk cId="3847221870" sldId="388"/>
            <ac:spMk id="15363" creationId="{B5AEB37B-F621-8143-E6B2-3819BF2CF38C}"/>
          </ac:spMkLst>
        </pc:spChg>
        <pc:spChg chg="mod">
          <ac:chgData name="Yuli Jiang (CSD)" userId="7c291cd4-aa97-4867-8d2d-ebf5c1c3b419" providerId="ADAL" clId="{8FBD0129-C0BB-4F8A-B9D2-D31C5DC212F7}" dt="2025-10-05T16:37:52.245" v="269" actId="14100"/>
          <ac:spMkLst>
            <pc:docMk/>
            <pc:sldMk cId="3847221870" sldId="388"/>
            <ac:spMk id="15364" creationId="{2CF1ADD7-4EA4-637E-1DD2-9E3C07412338}"/>
          </ac:spMkLst>
        </pc:spChg>
      </pc:sldChg>
      <pc:sldChg chg="modSp mod modTransition modShow">
        <pc:chgData name="Yuli Jiang (CSD)" userId="7c291cd4-aa97-4867-8d2d-ebf5c1c3b419" providerId="ADAL" clId="{8FBD0129-C0BB-4F8A-B9D2-D31C5DC212F7}" dt="2025-10-05T18:48:43.819" v="1996"/>
        <pc:sldMkLst>
          <pc:docMk/>
          <pc:sldMk cId="1535806705" sldId="389"/>
        </pc:sldMkLst>
        <pc:spChg chg="mod">
          <ac:chgData name="Yuli Jiang (CSD)" userId="7c291cd4-aa97-4867-8d2d-ebf5c1c3b419" providerId="ADAL" clId="{8FBD0129-C0BB-4F8A-B9D2-D31C5DC212F7}" dt="2025-10-05T17:52:25.300" v="735" actId="20577"/>
          <ac:spMkLst>
            <pc:docMk/>
            <pc:sldMk cId="1535806705" sldId="389"/>
            <ac:spMk id="21507" creationId="{C316817F-D55E-DF3C-723B-86CEA8B9B1F7}"/>
          </ac:spMkLst>
        </pc:spChg>
        <pc:spChg chg="mod">
          <ac:chgData name="Yuli Jiang (CSD)" userId="7c291cd4-aa97-4867-8d2d-ebf5c1c3b419" providerId="ADAL" clId="{8FBD0129-C0BB-4F8A-B9D2-D31C5DC212F7}" dt="2025-10-05T16:56:22.073" v="413" actId="14100"/>
          <ac:spMkLst>
            <pc:docMk/>
            <pc:sldMk cId="1535806705" sldId="389"/>
            <ac:spMk id="21508" creationId="{5B0B2406-E0D5-6B29-AC3D-8F638911D3AE}"/>
          </ac:spMkLst>
        </pc:spChg>
      </pc:sldChg>
      <pc:sldChg chg="addSp modSp mod modTransition modShow">
        <pc:chgData name="Yuli Jiang (CSD)" userId="7c291cd4-aa97-4867-8d2d-ebf5c1c3b419" providerId="ADAL" clId="{8FBD0129-C0BB-4F8A-B9D2-D31C5DC212F7}" dt="2025-10-05T18:49:22.597" v="2007"/>
        <pc:sldMkLst>
          <pc:docMk/>
          <pc:sldMk cId="2051835317" sldId="390"/>
        </pc:sldMkLst>
        <pc:spChg chg="add mod">
          <ac:chgData name="Yuli Jiang (CSD)" userId="7c291cd4-aa97-4867-8d2d-ebf5c1c3b419" providerId="ADAL" clId="{8FBD0129-C0BB-4F8A-B9D2-D31C5DC212F7}" dt="2025-10-05T18:28:39.220" v="1473" actId="1076"/>
          <ac:spMkLst>
            <pc:docMk/>
            <pc:sldMk cId="2051835317" sldId="390"/>
            <ac:spMk id="3" creationId="{F5B8D9F3-A94C-FD49-E29E-D59494AD7EEF}"/>
          </ac:spMkLst>
        </pc:spChg>
        <pc:spChg chg="mod">
          <ac:chgData name="Yuli Jiang (CSD)" userId="7c291cd4-aa97-4867-8d2d-ebf5c1c3b419" providerId="ADAL" clId="{8FBD0129-C0BB-4F8A-B9D2-D31C5DC212F7}" dt="2025-10-05T17:52:28.227" v="736" actId="20577"/>
          <ac:spMkLst>
            <pc:docMk/>
            <pc:sldMk cId="2051835317" sldId="390"/>
            <ac:spMk id="22531" creationId="{157E5C53-977C-988B-B8F0-A59BA3F63B77}"/>
          </ac:spMkLst>
        </pc:spChg>
        <pc:spChg chg="mod">
          <ac:chgData name="Yuli Jiang (CSD)" userId="7c291cd4-aa97-4867-8d2d-ebf5c1c3b419" providerId="ADAL" clId="{8FBD0129-C0BB-4F8A-B9D2-D31C5DC212F7}" dt="2025-10-05T18:28:32.420" v="1470" actId="14100"/>
          <ac:spMkLst>
            <pc:docMk/>
            <pc:sldMk cId="2051835317" sldId="390"/>
            <ac:spMk id="22532" creationId="{E981C4F2-B6B8-3D9C-AD87-98B23A10318B}"/>
          </ac:spMkLst>
        </pc:spChg>
      </pc:sldChg>
      <pc:sldChg chg="modSp mod modTransition">
        <pc:chgData name="Yuli Jiang (CSD)" userId="7c291cd4-aa97-4867-8d2d-ebf5c1c3b419" providerId="ADAL" clId="{8FBD0129-C0BB-4F8A-B9D2-D31C5DC212F7}" dt="2025-10-05T18:48:43.819" v="1996"/>
        <pc:sldMkLst>
          <pc:docMk/>
          <pc:sldMk cId="145252648" sldId="391"/>
        </pc:sldMkLst>
        <pc:spChg chg="mod">
          <ac:chgData name="Yuli Jiang (CSD)" userId="7c291cd4-aa97-4867-8d2d-ebf5c1c3b419" providerId="ADAL" clId="{8FBD0129-C0BB-4F8A-B9D2-D31C5DC212F7}" dt="2025-10-05T17:50:19.958" v="717" actId="1076"/>
          <ac:spMkLst>
            <pc:docMk/>
            <pc:sldMk cId="145252648" sldId="391"/>
            <ac:spMk id="4" creationId="{F6054122-ABA0-521E-1E4D-CA12C906D5D9}"/>
          </ac:spMkLst>
        </pc:spChg>
        <pc:spChg chg="mod">
          <ac:chgData name="Yuli Jiang (CSD)" userId="7c291cd4-aa97-4867-8d2d-ebf5c1c3b419" providerId="ADAL" clId="{8FBD0129-C0BB-4F8A-B9D2-D31C5DC212F7}" dt="2025-10-05T17:34:46.026" v="580" actId="14100"/>
          <ac:spMkLst>
            <pc:docMk/>
            <pc:sldMk cId="145252648" sldId="391"/>
            <ac:spMk id="23559" creationId="{4249887E-D3EC-50E1-7CEA-26CA8AF48D8D}"/>
          </ac:spMkLst>
        </pc:spChg>
        <pc:spChg chg="mod">
          <ac:chgData name="Yuli Jiang (CSD)" userId="7c291cd4-aa97-4867-8d2d-ebf5c1c3b419" providerId="ADAL" clId="{8FBD0129-C0BB-4F8A-B9D2-D31C5DC212F7}" dt="2025-10-05T17:35:02.149" v="587" actId="6549"/>
          <ac:spMkLst>
            <pc:docMk/>
            <pc:sldMk cId="145252648" sldId="391"/>
            <ac:spMk id="23560" creationId="{EC87B37F-896A-EF7D-C09F-5D8F0A084BBF}"/>
          </ac:spMkLst>
        </pc:spChg>
      </pc:sldChg>
      <pc:sldChg chg="modSp add del mod modTransition">
        <pc:chgData name="Yuli Jiang (CSD)" userId="7c291cd4-aa97-4867-8d2d-ebf5c1c3b419" providerId="ADAL" clId="{8FBD0129-C0BB-4F8A-B9D2-D31C5DC212F7}" dt="2025-10-05T18:48:43.819" v="1996"/>
        <pc:sldMkLst>
          <pc:docMk/>
          <pc:sldMk cId="2507382492" sldId="393"/>
        </pc:sldMkLst>
        <pc:spChg chg="mod">
          <ac:chgData name="Yuli Jiang (CSD)" userId="7c291cd4-aa97-4867-8d2d-ebf5c1c3b419" providerId="ADAL" clId="{8FBD0129-C0BB-4F8A-B9D2-D31C5DC212F7}" dt="2025-10-05T16:41:33.564" v="282" actId="5793"/>
          <ac:spMkLst>
            <pc:docMk/>
            <pc:sldMk cId="2507382492" sldId="393"/>
            <ac:spMk id="3" creationId="{EAED0AE4-C337-ED32-6B66-B06BB21BE41E}"/>
          </ac:spMkLst>
        </pc:spChg>
        <pc:picChg chg="mod">
          <ac:chgData name="Yuli Jiang (CSD)" userId="7c291cd4-aa97-4867-8d2d-ebf5c1c3b419" providerId="ADAL" clId="{8FBD0129-C0BB-4F8A-B9D2-D31C5DC212F7}" dt="2025-10-05T16:41:31.839" v="281" actId="1076"/>
          <ac:picMkLst>
            <pc:docMk/>
            <pc:sldMk cId="2507382492" sldId="393"/>
            <ac:picMk id="6" creationId="{E8F6CAB3-9751-FFFF-E555-27D4DC6F0B5A}"/>
          </ac:picMkLst>
        </pc:picChg>
      </pc:sldChg>
      <pc:sldChg chg="addSp modSp new mod modTransition">
        <pc:chgData name="Yuli Jiang (CSD)" userId="7c291cd4-aa97-4867-8d2d-ebf5c1c3b419" providerId="ADAL" clId="{8FBD0129-C0BB-4F8A-B9D2-D31C5DC212F7}" dt="2025-10-06T03:00:56.439" v="2178" actId="13926"/>
        <pc:sldMkLst>
          <pc:docMk/>
          <pc:sldMk cId="542466178" sldId="394"/>
        </pc:sldMkLst>
        <pc:spChg chg="add mod">
          <ac:chgData name="Yuli Jiang (CSD)" userId="7c291cd4-aa97-4867-8d2d-ebf5c1c3b419" providerId="ADAL" clId="{8FBD0129-C0BB-4F8A-B9D2-D31C5DC212F7}" dt="2025-10-06T03:00:56.439" v="2178" actId="13926"/>
          <ac:spMkLst>
            <pc:docMk/>
            <pc:sldMk cId="542466178" sldId="394"/>
            <ac:spMk id="5" creationId="{8AC615A5-7227-9DD6-BB3D-7A829253C666}"/>
          </ac:spMkLst>
        </pc:spChg>
        <pc:spChg chg="add mod">
          <ac:chgData name="Yuli Jiang (CSD)" userId="7c291cd4-aa97-4867-8d2d-ebf5c1c3b419" providerId="ADAL" clId="{8FBD0129-C0BB-4F8A-B9D2-D31C5DC212F7}" dt="2025-10-05T17:34:17.642" v="575" actId="1076"/>
          <ac:spMkLst>
            <pc:docMk/>
            <pc:sldMk cId="542466178" sldId="394"/>
            <ac:spMk id="6" creationId="{E9C7E989-EBCD-66DA-6B7A-929C9AA77B57}"/>
          </ac:spMkLst>
        </pc:spChg>
      </pc:sldChg>
      <pc:sldChg chg="addSp modSp new del mod">
        <pc:chgData name="Yuli Jiang (CSD)" userId="7c291cd4-aa97-4867-8d2d-ebf5c1c3b419" providerId="ADAL" clId="{8FBD0129-C0BB-4F8A-B9D2-D31C5DC212F7}" dt="2025-10-05T17:49:30.221" v="711" actId="2696"/>
        <pc:sldMkLst>
          <pc:docMk/>
          <pc:sldMk cId="507899114" sldId="395"/>
        </pc:sldMkLst>
        <pc:spChg chg="add mod">
          <ac:chgData name="Yuli Jiang (CSD)" userId="7c291cd4-aa97-4867-8d2d-ebf5c1c3b419" providerId="ADAL" clId="{8FBD0129-C0BB-4F8A-B9D2-D31C5DC212F7}" dt="2025-10-05T17:36:50.746" v="591" actId="20577"/>
          <ac:spMkLst>
            <pc:docMk/>
            <pc:sldMk cId="507899114" sldId="395"/>
            <ac:spMk id="3" creationId="{A60F4746-6AE0-1C17-850F-7D22DF2C0487}"/>
          </ac:spMkLst>
        </pc:spChg>
        <pc:spChg chg="add mod">
          <ac:chgData name="Yuli Jiang (CSD)" userId="7c291cd4-aa97-4867-8d2d-ebf5c1c3b419" providerId="ADAL" clId="{8FBD0129-C0BB-4F8A-B9D2-D31C5DC212F7}" dt="2025-10-05T17:38:59.027" v="613" actId="20577"/>
          <ac:spMkLst>
            <pc:docMk/>
            <pc:sldMk cId="507899114" sldId="395"/>
            <ac:spMk id="4" creationId="{02EB3561-81CF-ED3E-6E12-C44B06E4B684}"/>
          </ac:spMkLst>
        </pc:spChg>
        <pc:spChg chg="add mod">
          <ac:chgData name="Yuli Jiang (CSD)" userId="7c291cd4-aa97-4867-8d2d-ebf5c1c3b419" providerId="ADAL" clId="{8FBD0129-C0BB-4F8A-B9D2-D31C5DC212F7}" dt="2025-10-05T17:39:32.810" v="639" actId="1076"/>
          <ac:spMkLst>
            <pc:docMk/>
            <pc:sldMk cId="507899114" sldId="395"/>
            <ac:spMk id="6" creationId="{CF96144B-1229-A8CE-6AEC-29DBBE51D03A}"/>
          </ac:spMkLst>
        </pc:spChg>
      </pc:sldChg>
      <pc:sldChg chg="addSp modSp add mod modTransition modAnim">
        <pc:chgData name="Yuli Jiang (CSD)" userId="7c291cd4-aa97-4867-8d2d-ebf5c1c3b419" providerId="ADAL" clId="{8FBD0129-C0BB-4F8A-B9D2-D31C5DC212F7}" dt="2025-10-05T18:48:43.819" v="1996"/>
        <pc:sldMkLst>
          <pc:docMk/>
          <pc:sldMk cId="2269206525" sldId="395"/>
        </pc:sldMkLst>
        <pc:spChg chg="mod">
          <ac:chgData name="Yuli Jiang (CSD)" userId="7c291cd4-aa97-4867-8d2d-ebf5c1c3b419" providerId="ADAL" clId="{8FBD0129-C0BB-4F8A-B9D2-D31C5DC212F7}" dt="2025-10-05T17:56:35.947" v="774" actId="113"/>
          <ac:spMkLst>
            <pc:docMk/>
            <pc:sldMk cId="2269206525" sldId="395"/>
            <ac:spMk id="3" creationId="{A60F4746-6AE0-1C17-850F-7D22DF2C0487}"/>
          </ac:spMkLst>
        </pc:spChg>
        <pc:spChg chg="mod">
          <ac:chgData name="Yuli Jiang (CSD)" userId="7c291cd4-aa97-4867-8d2d-ebf5c1c3b419" providerId="ADAL" clId="{8FBD0129-C0BB-4F8A-B9D2-D31C5DC212F7}" dt="2025-10-05T18:27:14" v="1456" actId="20577"/>
          <ac:spMkLst>
            <pc:docMk/>
            <pc:sldMk cId="2269206525" sldId="395"/>
            <ac:spMk id="4" creationId="{02EB3561-81CF-ED3E-6E12-C44B06E4B684}"/>
          </ac:spMkLst>
        </pc:spChg>
        <pc:spChg chg="mod">
          <ac:chgData name="Yuli Jiang (CSD)" userId="7c291cd4-aa97-4867-8d2d-ebf5c1c3b419" providerId="ADAL" clId="{8FBD0129-C0BB-4F8A-B9D2-D31C5DC212F7}" dt="2025-10-05T18:08:20.697" v="951"/>
          <ac:spMkLst>
            <pc:docMk/>
            <pc:sldMk cId="2269206525" sldId="395"/>
            <ac:spMk id="7" creationId="{0F773068-6AD1-430F-3ED5-61223752B0A3}"/>
          </ac:spMkLst>
        </pc:spChg>
        <pc:spChg chg="mod">
          <ac:chgData name="Yuli Jiang (CSD)" userId="7c291cd4-aa97-4867-8d2d-ebf5c1c3b419" providerId="ADAL" clId="{8FBD0129-C0BB-4F8A-B9D2-D31C5DC212F7}" dt="2025-10-05T18:08:20.697" v="951"/>
          <ac:spMkLst>
            <pc:docMk/>
            <pc:sldMk cId="2269206525" sldId="395"/>
            <ac:spMk id="8" creationId="{67A3EBA8-B9F6-E077-A801-8064D10F537B}"/>
          </ac:spMkLst>
        </pc:spChg>
        <pc:spChg chg="mod">
          <ac:chgData name="Yuli Jiang (CSD)" userId="7c291cd4-aa97-4867-8d2d-ebf5c1c3b419" providerId="ADAL" clId="{8FBD0129-C0BB-4F8A-B9D2-D31C5DC212F7}" dt="2025-10-05T18:08:20.697" v="951"/>
          <ac:spMkLst>
            <pc:docMk/>
            <pc:sldMk cId="2269206525" sldId="395"/>
            <ac:spMk id="9" creationId="{7430BE7F-9E8F-1C73-616E-35D19708EA45}"/>
          </ac:spMkLst>
        </pc:spChg>
        <pc:spChg chg="mod">
          <ac:chgData name="Yuli Jiang (CSD)" userId="7c291cd4-aa97-4867-8d2d-ebf5c1c3b419" providerId="ADAL" clId="{8FBD0129-C0BB-4F8A-B9D2-D31C5DC212F7}" dt="2025-10-05T18:08:20.697" v="951"/>
          <ac:spMkLst>
            <pc:docMk/>
            <pc:sldMk cId="2269206525" sldId="395"/>
            <ac:spMk id="10" creationId="{0AF9DB71-EBBF-84DC-EBBB-07A94F31CFB5}"/>
          </ac:spMkLst>
        </pc:spChg>
        <pc:spChg chg="mod">
          <ac:chgData name="Yuli Jiang (CSD)" userId="7c291cd4-aa97-4867-8d2d-ebf5c1c3b419" providerId="ADAL" clId="{8FBD0129-C0BB-4F8A-B9D2-D31C5DC212F7}" dt="2025-10-05T18:08:20.697" v="951"/>
          <ac:spMkLst>
            <pc:docMk/>
            <pc:sldMk cId="2269206525" sldId="395"/>
            <ac:spMk id="11" creationId="{278C0E5A-5AE0-4472-4B0D-394B8E59A824}"/>
          </ac:spMkLst>
        </pc:spChg>
        <pc:spChg chg="add mod">
          <ac:chgData name="Yuli Jiang (CSD)" userId="7c291cd4-aa97-4867-8d2d-ebf5c1c3b419" providerId="ADAL" clId="{8FBD0129-C0BB-4F8A-B9D2-D31C5DC212F7}" dt="2025-10-05T18:08:26.387" v="952" actId="1076"/>
          <ac:spMkLst>
            <pc:docMk/>
            <pc:sldMk cId="2269206525" sldId="395"/>
            <ac:spMk id="12" creationId="{DF79C850-1196-D2DB-7E1F-F67A8F09770A}"/>
          </ac:spMkLst>
        </pc:spChg>
        <pc:grpChg chg="add mod">
          <ac:chgData name="Yuli Jiang (CSD)" userId="7c291cd4-aa97-4867-8d2d-ebf5c1c3b419" providerId="ADAL" clId="{8FBD0129-C0BB-4F8A-B9D2-D31C5DC212F7}" dt="2025-10-05T18:08:26.387" v="952" actId="1076"/>
          <ac:grpSpMkLst>
            <pc:docMk/>
            <pc:sldMk cId="2269206525" sldId="395"/>
            <ac:grpSpMk id="5" creationId="{2FF3B71A-19AF-9C20-D0B5-0121435D6C33}"/>
          </ac:grpSpMkLst>
        </pc:grpChg>
      </pc:sldChg>
      <pc:sldChg chg="addSp delSp modSp add del mod">
        <pc:chgData name="Yuli Jiang (CSD)" userId="7c291cd4-aa97-4867-8d2d-ebf5c1c3b419" providerId="ADAL" clId="{8FBD0129-C0BB-4F8A-B9D2-D31C5DC212F7}" dt="2025-10-05T17:49:30.221" v="711" actId="2696"/>
        <pc:sldMkLst>
          <pc:docMk/>
          <pc:sldMk cId="603012574" sldId="396"/>
        </pc:sldMkLst>
        <pc:spChg chg="add del mod">
          <ac:chgData name="Yuli Jiang (CSD)" userId="7c291cd4-aa97-4867-8d2d-ebf5c1c3b419" providerId="ADAL" clId="{8FBD0129-C0BB-4F8A-B9D2-D31C5DC212F7}" dt="2025-10-05T17:39:59.687" v="643" actId="478"/>
          <ac:spMkLst>
            <pc:docMk/>
            <pc:sldMk cId="603012574" sldId="396"/>
            <ac:spMk id="3" creationId="{85B6A8F3-4103-3790-4F24-E9BFBF3A53D5}"/>
          </ac:spMkLst>
        </pc:spChg>
        <pc:spChg chg="add mod">
          <ac:chgData name="Yuli Jiang (CSD)" userId="7c291cd4-aa97-4867-8d2d-ebf5c1c3b419" providerId="ADAL" clId="{8FBD0129-C0BB-4F8A-B9D2-D31C5DC212F7}" dt="2025-10-05T17:39:56.597" v="642"/>
          <ac:spMkLst>
            <pc:docMk/>
            <pc:sldMk cId="603012574" sldId="396"/>
            <ac:spMk id="4" creationId="{978E8353-BCA2-8E8D-7B71-809CE299C9E1}"/>
          </ac:spMkLst>
        </pc:spChg>
        <pc:spChg chg="mod">
          <ac:chgData name="Yuli Jiang (CSD)" userId="7c291cd4-aa97-4867-8d2d-ebf5c1c3b419" providerId="ADAL" clId="{8FBD0129-C0BB-4F8A-B9D2-D31C5DC212F7}" dt="2025-10-05T17:41:17.597" v="666" actId="20577"/>
          <ac:spMkLst>
            <pc:docMk/>
            <pc:sldMk cId="603012574" sldId="396"/>
            <ac:spMk id="6" creationId="{3B2C4FD4-3FDE-3940-99AF-2FC750A6BCC5}"/>
          </ac:spMkLst>
        </pc:spChg>
        <pc:spChg chg="del">
          <ac:chgData name="Yuli Jiang (CSD)" userId="7c291cd4-aa97-4867-8d2d-ebf5c1c3b419" providerId="ADAL" clId="{8FBD0129-C0BB-4F8A-B9D2-D31C5DC212F7}" dt="2025-10-05T17:40:06.674" v="644" actId="478"/>
          <ac:spMkLst>
            <pc:docMk/>
            <pc:sldMk cId="603012574" sldId="396"/>
            <ac:spMk id="7" creationId="{DB9BE101-1D8B-5F4E-BD7D-6D53A73E48DA}"/>
          </ac:spMkLst>
        </pc:spChg>
        <pc:spChg chg="del">
          <ac:chgData name="Yuli Jiang (CSD)" userId="7c291cd4-aa97-4867-8d2d-ebf5c1c3b419" providerId="ADAL" clId="{8FBD0129-C0BB-4F8A-B9D2-D31C5DC212F7}" dt="2025-10-05T17:39:56.347" v="641" actId="478"/>
          <ac:spMkLst>
            <pc:docMk/>
            <pc:sldMk cId="603012574" sldId="396"/>
            <ac:spMk id="11267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10-05T17:41:03.911" v="662" actId="20577"/>
          <ac:spMkLst>
            <pc:docMk/>
            <pc:sldMk cId="603012574" sldId="396"/>
            <ac:spMk id="11269" creationId="{00000000-0000-0000-0000-000000000000}"/>
          </ac:spMkLst>
        </pc:spChg>
      </pc:sldChg>
      <pc:sldChg chg="addSp delSp modSp add mod modTransition">
        <pc:chgData name="Yuli Jiang (CSD)" userId="7c291cd4-aa97-4867-8d2d-ebf5c1c3b419" providerId="ADAL" clId="{8FBD0129-C0BB-4F8A-B9D2-D31C5DC212F7}" dt="2025-10-05T18:48:43.819" v="1996"/>
        <pc:sldMkLst>
          <pc:docMk/>
          <pc:sldMk cId="753970286" sldId="396"/>
        </pc:sldMkLst>
        <pc:spChg chg="add mod">
          <ac:chgData name="Yuli Jiang (CSD)" userId="7c291cd4-aa97-4867-8d2d-ebf5c1c3b419" providerId="ADAL" clId="{8FBD0129-C0BB-4F8A-B9D2-D31C5DC212F7}" dt="2025-10-05T17:56:44.821" v="778"/>
          <ac:spMkLst>
            <pc:docMk/>
            <pc:sldMk cId="753970286" sldId="396"/>
            <ac:spMk id="2" creationId="{AF81FB84-BFEB-52F6-E625-510591C8A3B9}"/>
          </ac:spMkLst>
        </pc:spChg>
        <pc:spChg chg="del mod">
          <ac:chgData name="Yuli Jiang (CSD)" userId="7c291cd4-aa97-4867-8d2d-ebf5c1c3b419" providerId="ADAL" clId="{8FBD0129-C0BB-4F8A-B9D2-D31C5DC212F7}" dt="2025-10-05T17:56:44.588" v="777" actId="478"/>
          <ac:spMkLst>
            <pc:docMk/>
            <pc:sldMk cId="753970286" sldId="396"/>
            <ac:spMk id="4" creationId="{978E8353-BCA2-8E8D-7B71-809CE299C9E1}"/>
          </ac:spMkLst>
        </pc:spChg>
        <pc:spChg chg="mod">
          <ac:chgData name="Yuli Jiang (CSD)" userId="7c291cd4-aa97-4867-8d2d-ebf5c1c3b419" providerId="ADAL" clId="{8FBD0129-C0BB-4F8A-B9D2-D31C5DC212F7}" dt="2025-10-05T18:41:45.536" v="1907" actId="13926"/>
          <ac:spMkLst>
            <pc:docMk/>
            <pc:sldMk cId="753970286" sldId="396"/>
            <ac:spMk id="11269" creationId="{00000000-0000-0000-0000-000000000000}"/>
          </ac:spMkLst>
        </pc:spChg>
      </pc:sldChg>
      <pc:sldChg chg="addSp delSp modSp new del mod">
        <pc:chgData name="Yuli Jiang (CSD)" userId="7c291cd4-aa97-4867-8d2d-ebf5c1c3b419" providerId="ADAL" clId="{8FBD0129-C0BB-4F8A-B9D2-D31C5DC212F7}" dt="2025-10-05T17:47:08.627" v="672" actId="47"/>
        <pc:sldMkLst>
          <pc:docMk/>
          <pc:sldMk cId="1763918704" sldId="397"/>
        </pc:sldMkLst>
        <pc:spChg chg="add del">
          <ac:chgData name="Yuli Jiang (CSD)" userId="7c291cd4-aa97-4867-8d2d-ebf5c1c3b419" providerId="ADAL" clId="{8FBD0129-C0BB-4F8A-B9D2-D31C5DC212F7}" dt="2025-10-05T17:44:13.087" v="671" actId="478"/>
          <ac:spMkLst>
            <pc:docMk/>
            <pc:sldMk cId="1763918704" sldId="397"/>
            <ac:spMk id="4" creationId="{009D1EA7-34BD-3567-67F1-C991BAF32C4A}"/>
          </ac:spMkLst>
        </pc:spChg>
        <pc:spChg chg="add mod">
          <ac:chgData name="Yuli Jiang (CSD)" userId="7c291cd4-aa97-4867-8d2d-ebf5c1c3b419" providerId="ADAL" clId="{8FBD0129-C0BB-4F8A-B9D2-D31C5DC212F7}" dt="2025-10-05T17:44:10.745" v="670" actId="6549"/>
          <ac:spMkLst>
            <pc:docMk/>
            <pc:sldMk cId="1763918704" sldId="397"/>
            <ac:spMk id="5" creationId="{CF244025-A993-8DFF-FC74-7D5AD3F37DF7}"/>
          </ac:spMkLst>
        </pc:spChg>
      </pc:sldChg>
      <pc:sldChg chg="addSp delSp modSp new mod modTransition modAnim">
        <pc:chgData name="Yuli Jiang (CSD)" userId="7c291cd4-aa97-4867-8d2d-ebf5c1c3b419" providerId="ADAL" clId="{8FBD0129-C0BB-4F8A-B9D2-D31C5DC212F7}" dt="2025-10-05T18:49:29.747" v="2011"/>
        <pc:sldMkLst>
          <pc:docMk/>
          <pc:sldMk cId="3861624419" sldId="397"/>
        </pc:sldMkLst>
        <pc:spChg chg="del">
          <ac:chgData name="Yuli Jiang (CSD)" userId="7c291cd4-aa97-4867-8d2d-ebf5c1c3b419" providerId="ADAL" clId="{8FBD0129-C0BB-4F8A-B9D2-D31C5DC212F7}" dt="2025-10-05T17:56:14.338" v="764" actId="478"/>
          <ac:spMkLst>
            <pc:docMk/>
            <pc:sldMk cId="3861624419" sldId="397"/>
            <ac:spMk id="2" creationId="{93BAF35C-CEE1-A25E-0530-F8E98BED9C4D}"/>
          </ac:spMkLst>
        </pc:spChg>
        <pc:spChg chg="add mod">
          <ac:chgData name="Yuli Jiang (CSD)" userId="7c291cd4-aa97-4867-8d2d-ebf5c1c3b419" providerId="ADAL" clId="{8FBD0129-C0BB-4F8A-B9D2-D31C5DC212F7}" dt="2025-10-05T17:56:12.206" v="763"/>
          <ac:spMkLst>
            <pc:docMk/>
            <pc:sldMk cId="3861624419" sldId="397"/>
            <ac:spMk id="5" creationId="{6A380CD7-E02C-073F-9D64-D664194E967A}"/>
          </ac:spMkLst>
        </pc:spChg>
        <pc:spChg chg="add mod">
          <ac:chgData name="Yuli Jiang (CSD)" userId="7c291cd4-aa97-4867-8d2d-ebf5c1c3b419" providerId="ADAL" clId="{8FBD0129-C0BB-4F8A-B9D2-D31C5DC212F7}" dt="2025-10-05T17:59:28.388" v="812" actId="1076"/>
          <ac:spMkLst>
            <pc:docMk/>
            <pc:sldMk cId="3861624419" sldId="397"/>
            <ac:spMk id="6" creationId="{A1143746-BA71-43C2-7F43-051BF47DD510}"/>
          </ac:spMkLst>
        </pc:spChg>
        <pc:spChg chg="add mod">
          <ac:chgData name="Yuli Jiang (CSD)" userId="7c291cd4-aa97-4867-8d2d-ebf5c1c3b419" providerId="ADAL" clId="{8FBD0129-C0BB-4F8A-B9D2-D31C5DC212F7}" dt="2025-10-05T18:26:54.828" v="1455" actId="13926"/>
          <ac:spMkLst>
            <pc:docMk/>
            <pc:sldMk cId="3861624419" sldId="397"/>
            <ac:spMk id="7" creationId="{C296889A-F7C1-3E7D-1DDB-A08280E68CE1}"/>
          </ac:spMkLst>
        </pc:spChg>
        <pc:spChg chg="mod">
          <ac:chgData name="Yuli Jiang (CSD)" userId="7c291cd4-aa97-4867-8d2d-ebf5c1c3b419" providerId="ADAL" clId="{8FBD0129-C0BB-4F8A-B9D2-D31C5DC212F7}" dt="2025-10-05T18:26:42.764" v="1454" actId="1076"/>
          <ac:spMkLst>
            <pc:docMk/>
            <pc:sldMk cId="3861624419" sldId="397"/>
            <ac:spMk id="13" creationId="{18AF1EEB-ECB4-DA7F-3DC3-C71DD77EF095}"/>
          </ac:spMkLst>
        </pc:spChg>
        <pc:spChg chg="mod">
          <ac:chgData name="Yuli Jiang (CSD)" userId="7c291cd4-aa97-4867-8d2d-ebf5c1c3b419" providerId="ADAL" clId="{8FBD0129-C0BB-4F8A-B9D2-D31C5DC212F7}" dt="2025-10-05T18:26:42.764" v="1454" actId="1076"/>
          <ac:spMkLst>
            <pc:docMk/>
            <pc:sldMk cId="3861624419" sldId="397"/>
            <ac:spMk id="14" creationId="{69BC6E8C-498A-4251-383E-D56D99274D36}"/>
          </ac:spMkLst>
        </pc:spChg>
        <pc:spChg chg="mod">
          <ac:chgData name="Yuli Jiang (CSD)" userId="7c291cd4-aa97-4867-8d2d-ebf5c1c3b419" providerId="ADAL" clId="{8FBD0129-C0BB-4F8A-B9D2-D31C5DC212F7}" dt="2025-10-05T18:26:42.764" v="1454" actId="1076"/>
          <ac:spMkLst>
            <pc:docMk/>
            <pc:sldMk cId="3861624419" sldId="397"/>
            <ac:spMk id="16" creationId="{14D18C8F-20EB-F3AB-AFB1-1756B3DF1CFC}"/>
          </ac:spMkLst>
        </pc:spChg>
        <pc:spChg chg="mod">
          <ac:chgData name="Yuli Jiang (CSD)" userId="7c291cd4-aa97-4867-8d2d-ebf5c1c3b419" providerId="ADAL" clId="{8FBD0129-C0BB-4F8A-B9D2-D31C5DC212F7}" dt="2025-10-05T18:26:42.764" v="1454" actId="1076"/>
          <ac:spMkLst>
            <pc:docMk/>
            <pc:sldMk cId="3861624419" sldId="397"/>
            <ac:spMk id="17" creationId="{660A6C68-DBB6-34C6-C60B-0F9255040E4A}"/>
          </ac:spMkLst>
        </pc:spChg>
        <pc:spChg chg="mod">
          <ac:chgData name="Yuli Jiang (CSD)" userId="7c291cd4-aa97-4867-8d2d-ebf5c1c3b419" providerId="ADAL" clId="{8FBD0129-C0BB-4F8A-B9D2-D31C5DC212F7}" dt="2025-10-05T18:25:34.188" v="1437" actId="1076"/>
          <ac:spMkLst>
            <pc:docMk/>
            <pc:sldMk cId="3861624419" sldId="397"/>
            <ac:spMk id="18" creationId="{11E0B39B-9201-DEC4-4F1D-3FF2E5E1BACA}"/>
          </ac:spMkLst>
        </pc:spChg>
        <pc:spChg chg="mod">
          <ac:chgData name="Yuli Jiang (CSD)" userId="7c291cd4-aa97-4867-8d2d-ebf5c1c3b419" providerId="ADAL" clId="{8FBD0129-C0BB-4F8A-B9D2-D31C5DC212F7}" dt="2025-10-05T18:26:42.764" v="1454" actId="1076"/>
          <ac:spMkLst>
            <pc:docMk/>
            <pc:sldMk cId="3861624419" sldId="397"/>
            <ac:spMk id="19" creationId="{DAC78A18-D7CF-EAA4-90A5-07E670DE1281}"/>
          </ac:spMkLst>
        </pc:spChg>
        <pc:spChg chg="mod">
          <ac:chgData name="Yuli Jiang (CSD)" userId="7c291cd4-aa97-4867-8d2d-ebf5c1c3b419" providerId="ADAL" clId="{8FBD0129-C0BB-4F8A-B9D2-D31C5DC212F7}" dt="2025-10-05T18:25:34.188" v="1437" actId="1076"/>
          <ac:spMkLst>
            <pc:docMk/>
            <pc:sldMk cId="3861624419" sldId="397"/>
            <ac:spMk id="20" creationId="{35126EE3-18E1-A944-B605-A2B686E3D7D4}"/>
          </ac:spMkLst>
        </pc:spChg>
        <pc:spChg chg="mod">
          <ac:chgData name="Yuli Jiang (CSD)" userId="7c291cd4-aa97-4867-8d2d-ebf5c1c3b419" providerId="ADAL" clId="{8FBD0129-C0BB-4F8A-B9D2-D31C5DC212F7}" dt="2025-10-05T18:25:14.530" v="1430" actId="1076"/>
          <ac:spMkLst>
            <pc:docMk/>
            <pc:sldMk cId="3861624419" sldId="397"/>
            <ac:spMk id="22" creationId="{68B89EAB-5F37-C217-6E06-FC5FBA537FA9}"/>
          </ac:spMkLst>
        </pc:spChg>
        <pc:spChg chg="mod">
          <ac:chgData name="Yuli Jiang (CSD)" userId="7c291cd4-aa97-4867-8d2d-ebf5c1c3b419" providerId="ADAL" clId="{8FBD0129-C0BB-4F8A-B9D2-D31C5DC212F7}" dt="2025-10-05T18:25:14.530" v="1430" actId="1076"/>
          <ac:spMkLst>
            <pc:docMk/>
            <pc:sldMk cId="3861624419" sldId="397"/>
            <ac:spMk id="24" creationId="{2798090F-9EC7-49AD-250E-9E169304A32E}"/>
          </ac:spMkLst>
        </pc:spChg>
        <pc:spChg chg="mod">
          <ac:chgData name="Yuli Jiang (CSD)" userId="7c291cd4-aa97-4867-8d2d-ebf5c1c3b419" providerId="ADAL" clId="{8FBD0129-C0BB-4F8A-B9D2-D31C5DC212F7}" dt="2025-10-05T18:25:14.530" v="1430" actId="1076"/>
          <ac:spMkLst>
            <pc:docMk/>
            <pc:sldMk cId="3861624419" sldId="397"/>
            <ac:spMk id="26" creationId="{933211B8-C714-AB79-6A75-F8226AD49976}"/>
          </ac:spMkLst>
        </pc:spChg>
        <pc:spChg chg="mod">
          <ac:chgData name="Yuli Jiang (CSD)" userId="7c291cd4-aa97-4867-8d2d-ebf5c1c3b419" providerId="ADAL" clId="{8FBD0129-C0BB-4F8A-B9D2-D31C5DC212F7}" dt="2025-10-05T18:26:42.764" v="1454" actId="1076"/>
          <ac:spMkLst>
            <pc:docMk/>
            <pc:sldMk cId="3861624419" sldId="397"/>
            <ac:spMk id="29" creationId="{5435A2A6-12B6-1965-4885-747A6955222F}"/>
          </ac:spMkLst>
        </pc:spChg>
        <pc:spChg chg="mod">
          <ac:chgData name="Yuli Jiang (CSD)" userId="7c291cd4-aa97-4867-8d2d-ebf5c1c3b419" providerId="ADAL" clId="{8FBD0129-C0BB-4F8A-B9D2-D31C5DC212F7}" dt="2025-10-05T18:26:42.764" v="1454" actId="1076"/>
          <ac:spMkLst>
            <pc:docMk/>
            <pc:sldMk cId="3861624419" sldId="397"/>
            <ac:spMk id="30" creationId="{3F6F69FA-8946-5B85-FC6E-F733FAE94218}"/>
          </ac:spMkLst>
        </pc:spChg>
        <pc:spChg chg="mod">
          <ac:chgData name="Yuli Jiang (CSD)" userId="7c291cd4-aa97-4867-8d2d-ebf5c1c3b419" providerId="ADAL" clId="{8FBD0129-C0BB-4F8A-B9D2-D31C5DC212F7}" dt="2025-10-05T18:26:42.764" v="1454" actId="1076"/>
          <ac:spMkLst>
            <pc:docMk/>
            <pc:sldMk cId="3861624419" sldId="397"/>
            <ac:spMk id="31" creationId="{57C7ED4B-F9D2-03A3-CD2E-9D08A25D6C08}"/>
          </ac:spMkLst>
        </pc:spChg>
        <pc:spChg chg="mod">
          <ac:chgData name="Yuli Jiang (CSD)" userId="7c291cd4-aa97-4867-8d2d-ebf5c1c3b419" providerId="ADAL" clId="{8FBD0129-C0BB-4F8A-B9D2-D31C5DC212F7}" dt="2025-10-05T18:26:42.764" v="1454" actId="1076"/>
          <ac:spMkLst>
            <pc:docMk/>
            <pc:sldMk cId="3861624419" sldId="397"/>
            <ac:spMk id="32" creationId="{4F0F82B2-2E5B-73CE-D047-B8662E0E51EF}"/>
          </ac:spMkLst>
        </pc:spChg>
        <pc:spChg chg="mod">
          <ac:chgData name="Yuli Jiang (CSD)" userId="7c291cd4-aa97-4867-8d2d-ebf5c1c3b419" providerId="ADAL" clId="{8FBD0129-C0BB-4F8A-B9D2-D31C5DC212F7}" dt="2025-10-05T18:26:42.764" v="1454" actId="1076"/>
          <ac:spMkLst>
            <pc:docMk/>
            <pc:sldMk cId="3861624419" sldId="397"/>
            <ac:spMk id="33" creationId="{93001165-AD61-1CD3-8C85-966FDBBBD079}"/>
          </ac:spMkLst>
        </pc:spChg>
        <pc:spChg chg="mod">
          <ac:chgData name="Yuli Jiang (CSD)" userId="7c291cd4-aa97-4867-8d2d-ebf5c1c3b419" providerId="ADAL" clId="{8FBD0129-C0BB-4F8A-B9D2-D31C5DC212F7}" dt="2025-10-05T18:25:48.410" v="1441" actId="1076"/>
          <ac:spMkLst>
            <pc:docMk/>
            <pc:sldMk cId="3861624419" sldId="397"/>
            <ac:spMk id="34" creationId="{0AED82BC-FA83-9AB7-74D8-5B053DF89693}"/>
          </ac:spMkLst>
        </pc:spChg>
        <pc:grpChg chg="mod">
          <ac:chgData name="Yuli Jiang (CSD)" userId="7c291cd4-aa97-4867-8d2d-ebf5c1c3b419" providerId="ADAL" clId="{8FBD0129-C0BB-4F8A-B9D2-D31C5DC212F7}" dt="2025-10-05T18:25:42.590" v="1439" actId="14100"/>
          <ac:grpSpMkLst>
            <pc:docMk/>
            <pc:sldMk cId="3861624419" sldId="397"/>
            <ac:grpSpMk id="8" creationId="{FACECAE8-9220-CA30-EF6B-71B29B14C2BF}"/>
          </ac:grpSpMkLst>
        </pc:grpChg>
        <pc:grpChg chg="mod">
          <ac:chgData name="Yuli Jiang (CSD)" userId="7c291cd4-aa97-4867-8d2d-ebf5c1c3b419" providerId="ADAL" clId="{8FBD0129-C0BB-4F8A-B9D2-D31C5DC212F7}" dt="2025-10-05T18:25:34.188" v="1437" actId="1076"/>
          <ac:grpSpMkLst>
            <pc:docMk/>
            <pc:sldMk cId="3861624419" sldId="397"/>
            <ac:grpSpMk id="15" creationId="{96E917C8-AE0A-6492-6B63-96A1398670AB}"/>
          </ac:grpSpMkLst>
        </pc:grpChg>
        <pc:grpChg chg="del">
          <ac:chgData name="Yuli Jiang (CSD)" userId="7c291cd4-aa97-4867-8d2d-ebf5c1c3b419" providerId="ADAL" clId="{8FBD0129-C0BB-4F8A-B9D2-D31C5DC212F7}" dt="2025-10-05T18:25:38.692" v="1438" actId="478"/>
          <ac:grpSpMkLst>
            <pc:docMk/>
            <pc:sldMk cId="3861624419" sldId="397"/>
            <ac:grpSpMk id="21" creationId="{0152D955-8DEA-F8CE-28DF-6A602D74DD79}"/>
          </ac:grpSpMkLst>
        </pc:grpChg>
        <pc:grpChg chg="mod">
          <ac:chgData name="Yuli Jiang (CSD)" userId="7c291cd4-aa97-4867-8d2d-ebf5c1c3b419" providerId="ADAL" clId="{8FBD0129-C0BB-4F8A-B9D2-D31C5DC212F7}" dt="2025-10-05T18:25:48.410" v="1441" actId="1076"/>
          <ac:grpSpMkLst>
            <pc:docMk/>
            <pc:sldMk cId="3861624419" sldId="397"/>
            <ac:grpSpMk id="27" creationId="{BC0E8886-FAED-EB4B-AA4D-162A63C3438F}"/>
          </ac:grpSpMkLst>
        </pc:grpChg>
        <pc:grpChg chg="mod">
          <ac:chgData name="Yuli Jiang (CSD)" userId="7c291cd4-aa97-4867-8d2d-ebf5c1c3b419" providerId="ADAL" clId="{8FBD0129-C0BB-4F8A-B9D2-D31C5DC212F7}" dt="2025-10-05T18:25:48.410" v="1441" actId="1076"/>
          <ac:grpSpMkLst>
            <pc:docMk/>
            <pc:sldMk cId="3861624419" sldId="397"/>
            <ac:grpSpMk id="28" creationId="{76F59046-F65D-17EB-2091-13F3821A0A8B}"/>
          </ac:grpSpMkLst>
        </pc:grpChg>
      </pc:sldChg>
      <pc:sldChg chg="addSp delSp modSp add mod ord modTransition modAnim">
        <pc:chgData name="Yuli Jiang (CSD)" userId="7c291cd4-aa97-4867-8d2d-ebf5c1c3b419" providerId="ADAL" clId="{8FBD0129-C0BB-4F8A-B9D2-D31C5DC212F7}" dt="2025-10-05T18:48:43.819" v="1996"/>
        <pc:sldMkLst>
          <pc:docMk/>
          <pc:sldMk cId="2010387277" sldId="398"/>
        </pc:sldMkLst>
        <pc:spChg chg="add mod">
          <ac:chgData name="Yuli Jiang (CSD)" userId="7c291cd4-aa97-4867-8d2d-ebf5c1c3b419" providerId="ADAL" clId="{8FBD0129-C0BB-4F8A-B9D2-D31C5DC212F7}" dt="2025-10-05T17:58:37.289" v="808" actId="20577"/>
          <ac:spMkLst>
            <pc:docMk/>
            <pc:sldMk cId="2010387277" sldId="398"/>
            <ac:spMk id="2" creationId="{0AB66A5C-6F9E-CF33-99F0-6FD08DF42BB0}"/>
          </ac:spMkLst>
        </pc:spChg>
        <pc:spChg chg="del">
          <ac:chgData name="Yuli Jiang (CSD)" userId="7c291cd4-aa97-4867-8d2d-ebf5c1c3b419" providerId="ADAL" clId="{8FBD0129-C0BB-4F8A-B9D2-D31C5DC212F7}" dt="2025-10-05T17:58:13.038" v="789" actId="478"/>
          <ac:spMkLst>
            <pc:docMk/>
            <pc:sldMk cId="2010387277" sldId="398"/>
            <ac:spMk id="3" creationId="{255E317C-AD7A-5C5A-5D3D-A6F184E7A96B}"/>
          </ac:spMkLst>
        </pc:spChg>
        <pc:spChg chg="mod">
          <ac:chgData name="Yuli Jiang (CSD)" userId="7c291cd4-aa97-4867-8d2d-ebf5c1c3b419" providerId="ADAL" clId="{8FBD0129-C0BB-4F8A-B9D2-D31C5DC212F7}" dt="2025-10-05T18:03:12.528" v="909" actId="1076"/>
          <ac:spMkLst>
            <pc:docMk/>
            <pc:sldMk cId="2010387277" sldId="398"/>
            <ac:spMk id="8" creationId="{DC194FD4-7E1E-BCF6-ECB8-E9994AA0D92B}"/>
          </ac:spMkLst>
        </pc:spChg>
        <pc:spChg chg="mod">
          <ac:chgData name="Yuli Jiang (CSD)" userId="7c291cd4-aa97-4867-8d2d-ebf5c1c3b419" providerId="ADAL" clId="{8FBD0129-C0BB-4F8A-B9D2-D31C5DC212F7}" dt="2025-10-05T17:58:52.695" v="810" actId="1076"/>
          <ac:spMkLst>
            <pc:docMk/>
            <pc:sldMk cId="2010387277" sldId="398"/>
            <ac:spMk id="9" creationId="{4B388FDD-CD00-5333-42AB-C47A45BE962D}"/>
          </ac:spMkLst>
        </pc:spChg>
        <pc:spChg chg="mod">
          <ac:chgData name="Yuli Jiang (CSD)" userId="7c291cd4-aa97-4867-8d2d-ebf5c1c3b419" providerId="ADAL" clId="{8FBD0129-C0BB-4F8A-B9D2-D31C5DC212F7}" dt="2025-10-05T17:58:52.695" v="810" actId="1076"/>
          <ac:spMkLst>
            <pc:docMk/>
            <pc:sldMk cId="2010387277" sldId="398"/>
            <ac:spMk id="10" creationId="{740B1E84-02AF-1238-369C-6FEB3E950639}"/>
          </ac:spMkLst>
        </pc:spChg>
        <pc:spChg chg="mod">
          <ac:chgData name="Yuli Jiang (CSD)" userId="7c291cd4-aa97-4867-8d2d-ebf5c1c3b419" providerId="ADAL" clId="{8FBD0129-C0BB-4F8A-B9D2-D31C5DC212F7}" dt="2025-10-05T18:03:12.528" v="909" actId="1076"/>
          <ac:spMkLst>
            <pc:docMk/>
            <pc:sldMk cId="2010387277" sldId="398"/>
            <ac:spMk id="11" creationId="{D0F4377E-1F40-174E-76BB-DED7DDA9C2F1}"/>
          </ac:spMkLst>
        </pc:spChg>
        <pc:spChg chg="add mod">
          <ac:chgData name="Yuli Jiang (CSD)" userId="7c291cd4-aa97-4867-8d2d-ebf5c1c3b419" providerId="ADAL" clId="{8FBD0129-C0BB-4F8A-B9D2-D31C5DC212F7}" dt="2025-10-05T18:03:12.528" v="909" actId="1076"/>
          <ac:spMkLst>
            <pc:docMk/>
            <pc:sldMk cId="2010387277" sldId="398"/>
            <ac:spMk id="12" creationId="{E8BC7A7A-3349-8B67-0F75-83045C419FAA}"/>
          </ac:spMkLst>
        </pc:spChg>
        <pc:spChg chg="mod">
          <ac:chgData name="Yuli Jiang (CSD)" userId="7c291cd4-aa97-4867-8d2d-ebf5c1c3b419" providerId="ADAL" clId="{8FBD0129-C0BB-4F8A-B9D2-D31C5DC212F7}" dt="2025-10-05T18:03:08.178" v="908" actId="1076"/>
          <ac:spMkLst>
            <pc:docMk/>
            <pc:sldMk cId="2010387277" sldId="398"/>
            <ac:spMk id="14" creationId="{84A899BE-D0BA-00F4-5D73-1993B927B9B8}"/>
          </ac:spMkLst>
        </pc:spChg>
        <pc:spChg chg="mod">
          <ac:chgData name="Yuli Jiang (CSD)" userId="7c291cd4-aa97-4867-8d2d-ebf5c1c3b419" providerId="ADAL" clId="{8FBD0129-C0BB-4F8A-B9D2-D31C5DC212F7}" dt="2025-10-05T18:03:08.178" v="908" actId="1076"/>
          <ac:spMkLst>
            <pc:docMk/>
            <pc:sldMk cId="2010387277" sldId="398"/>
            <ac:spMk id="15" creationId="{D4B44FC6-47B8-97E5-A87C-D302D59350D3}"/>
          </ac:spMkLst>
        </pc:spChg>
        <pc:spChg chg="mod">
          <ac:chgData name="Yuli Jiang (CSD)" userId="7c291cd4-aa97-4867-8d2d-ebf5c1c3b419" providerId="ADAL" clId="{8FBD0129-C0BB-4F8A-B9D2-D31C5DC212F7}" dt="2025-10-05T18:03:08.178" v="908" actId="1076"/>
          <ac:spMkLst>
            <pc:docMk/>
            <pc:sldMk cId="2010387277" sldId="398"/>
            <ac:spMk id="16" creationId="{66C85FB2-DC03-5923-763B-34889084AB09}"/>
          </ac:spMkLst>
        </pc:spChg>
        <pc:spChg chg="mod">
          <ac:chgData name="Yuli Jiang (CSD)" userId="7c291cd4-aa97-4867-8d2d-ebf5c1c3b419" providerId="ADAL" clId="{8FBD0129-C0BB-4F8A-B9D2-D31C5DC212F7}" dt="2025-10-05T18:03:08.178" v="908" actId="1076"/>
          <ac:spMkLst>
            <pc:docMk/>
            <pc:sldMk cId="2010387277" sldId="398"/>
            <ac:spMk id="17" creationId="{F1BAF3A3-575E-0050-ED1E-227FBEE15101}"/>
          </ac:spMkLst>
        </pc:spChg>
        <pc:spChg chg="mod">
          <ac:chgData name="Yuli Jiang (CSD)" userId="7c291cd4-aa97-4867-8d2d-ebf5c1c3b419" providerId="ADAL" clId="{8FBD0129-C0BB-4F8A-B9D2-D31C5DC212F7}" dt="2025-10-05T18:03:08.178" v="908" actId="1076"/>
          <ac:spMkLst>
            <pc:docMk/>
            <pc:sldMk cId="2010387277" sldId="398"/>
            <ac:spMk id="18" creationId="{55DBA65F-C777-E4A0-7E24-91B49DD7FBA7}"/>
          </ac:spMkLst>
        </pc:spChg>
        <pc:spChg chg="mod">
          <ac:chgData name="Yuli Jiang (CSD)" userId="7c291cd4-aa97-4867-8d2d-ebf5c1c3b419" providerId="ADAL" clId="{8FBD0129-C0BB-4F8A-B9D2-D31C5DC212F7}" dt="2025-10-05T18:03:15.138" v="910" actId="1076"/>
          <ac:spMkLst>
            <pc:docMk/>
            <pc:sldMk cId="2010387277" sldId="398"/>
            <ac:spMk id="19" creationId="{E4CAE714-694B-C926-3411-5D09BD15E5D2}"/>
          </ac:spMkLst>
        </pc:spChg>
        <pc:spChg chg="add mod">
          <ac:chgData name="Yuli Jiang (CSD)" userId="7c291cd4-aa97-4867-8d2d-ebf5c1c3b419" providerId="ADAL" clId="{8FBD0129-C0BB-4F8A-B9D2-D31C5DC212F7}" dt="2025-10-05T17:58:42.331" v="809" actId="1076"/>
          <ac:spMkLst>
            <pc:docMk/>
            <pc:sldMk cId="2010387277" sldId="398"/>
            <ac:spMk id="20" creationId="{5CA717AC-DEA1-4FD1-179F-2161F35D7D86}"/>
          </ac:spMkLst>
        </pc:spChg>
        <pc:spChg chg="mod">
          <ac:chgData name="Yuli Jiang (CSD)" userId="7c291cd4-aa97-4867-8d2d-ebf5c1c3b419" providerId="ADAL" clId="{8FBD0129-C0BB-4F8A-B9D2-D31C5DC212F7}" dt="2025-10-05T17:58:52.695" v="810" actId="1076"/>
          <ac:spMkLst>
            <pc:docMk/>
            <pc:sldMk cId="2010387277" sldId="398"/>
            <ac:spMk id="22" creationId="{1447E54E-C954-27E0-1413-F5F1115032FD}"/>
          </ac:spMkLst>
        </pc:spChg>
        <pc:spChg chg="mod">
          <ac:chgData name="Yuli Jiang (CSD)" userId="7c291cd4-aa97-4867-8d2d-ebf5c1c3b419" providerId="ADAL" clId="{8FBD0129-C0BB-4F8A-B9D2-D31C5DC212F7}" dt="2025-10-05T17:58:52.695" v="810" actId="1076"/>
          <ac:spMkLst>
            <pc:docMk/>
            <pc:sldMk cId="2010387277" sldId="398"/>
            <ac:spMk id="24" creationId="{0F4DE9C6-1E6E-6285-DD2E-DDFC989E0ED5}"/>
          </ac:spMkLst>
        </pc:spChg>
        <pc:spChg chg="mod">
          <ac:chgData name="Yuli Jiang (CSD)" userId="7c291cd4-aa97-4867-8d2d-ebf5c1c3b419" providerId="ADAL" clId="{8FBD0129-C0BB-4F8A-B9D2-D31C5DC212F7}" dt="2025-10-05T18:03:12.528" v="909" actId="1076"/>
          <ac:spMkLst>
            <pc:docMk/>
            <pc:sldMk cId="2010387277" sldId="398"/>
            <ac:spMk id="25" creationId="{34CB9E51-CDEC-AB47-132F-6254CC3A702C}"/>
          </ac:spMkLst>
        </pc:spChg>
        <pc:spChg chg="mod">
          <ac:chgData name="Yuli Jiang (CSD)" userId="7c291cd4-aa97-4867-8d2d-ebf5c1c3b419" providerId="ADAL" clId="{8FBD0129-C0BB-4F8A-B9D2-D31C5DC212F7}" dt="2025-10-05T18:03:12.528" v="909" actId="1076"/>
          <ac:spMkLst>
            <pc:docMk/>
            <pc:sldMk cId="2010387277" sldId="398"/>
            <ac:spMk id="26" creationId="{CD1AA835-265C-1255-62A9-93304D4F6344}"/>
          </ac:spMkLst>
        </pc:spChg>
        <pc:spChg chg="mod">
          <ac:chgData name="Yuli Jiang (CSD)" userId="7c291cd4-aa97-4867-8d2d-ebf5c1c3b419" providerId="ADAL" clId="{8FBD0129-C0BB-4F8A-B9D2-D31C5DC212F7}" dt="2025-10-05T18:04:39.527" v="918" actId="1076"/>
          <ac:spMkLst>
            <pc:docMk/>
            <pc:sldMk cId="2010387277" sldId="398"/>
            <ac:spMk id="29" creationId="{4F1F1631-E1C9-593E-AE90-045FD5459194}"/>
          </ac:spMkLst>
        </pc:spChg>
        <pc:spChg chg="mod">
          <ac:chgData name="Yuli Jiang (CSD)" userId="7c291cd4-aa97-4867-8d2d-ebf5c1c3b419" providerId="ADAL" clId="{8FBD0129-C0BB-4F8A-B9D2-D31C5DC212F7}" dt="2025-10-05T18:04:39.527" v="918" actId="1076"/>
          <ac:spMkLst>
            <pc:docMk/>
            <pc:sldMk cId="2010387277" sldId="398"/>
            <ac:spMk id="30" creationId="{0C5A9A83-7464-4B14-56E7-FB4B2E74F681}"/>
          </ac:spMkLst>
        </pc:spChg>
        <pc:spChg chg="mod">
          <ac:chgData name="Yuli Jiang (CSD)" userId="7c291cd4-aa97-4867-8d2d-ebf5c1c3b419" providerId="ADAL" clId="{8FBD0129-C0BB-4F8A-B9D2-D31C5DC212F7}" dt="2025-10-05T18:04:39.527" v="918" actId="1076"/>
          <ac:spMkLst>
            <pc:docMk/>
            <pc:sldMk cId="2010387277" sldId="398"/>
            <ac:spMk id="31" creationId="{B0BCD162-5B83-342A-556A-D87D1C1A4BCF}"/>
          </ac:spMkLst>
        </pc:spChg>
        <pc:spChg chg="mod">
          <ac:chgData name="Yuli Jiang (CSD)" userId="7c291cd4-aa97-4867-8d2d-ebf5c1c3b419" providerId="ADAL" clId="{8FBD0129-C0BB-4F8A-B9D2-D31C5DC212F7}" dt="2025-10-05T18:04:39.527" v="918" actId="1076"/>
          <ac:spMkLst>
            <pc:docMk/>
            <pc:sldMk cId="2010387277" sldId="398"/>
            <ac:spMk id="32" creationId="{9196F61C-3ED8-92AE-7B69-E3E8F6901C6E}"/>
          </ac:spMkLst>
        </pc:spChg>
        <pc:spChg chg="mod">
          <ac:chgData name="Yuli Jiang (CSD)" userId="7c291cd4-aa97-4867-8d2d-ebf5c1c3b419" providerId="ADAL" clId="{8FBD0129-C0BB-4F8A-B9D2-D31C5DC212F7}" dt="2025-10-05T18:04:39.527" v="918" actId="1076"/>
          <ac:spMkLst>
            <pc:docMk/>
            <pc:sldMk cId="2010387277" sldId="398"/>
            <ac:spMk id="33" creationId="{020187A9-177B-AF0D-8B29-CFF07F463F26}"/>
          </ac:spMkLst>
        </pc:spChg>
        <pc:spChg chg="mod">
          <ac:chgData name="Yuli Jiang (CSD)" userId="7c291cd4-aa97-4867-8d2d-ebf5c1c3b419" providerId="ADAL" clId="{8FBD0129-C0BB-4F8A-B9D2-D31C5DC212F7}" dt="2025-10-05T18:04:39.527" v="918" actId="1076"/>
          <ac:spMkLst>
            <pc:docMk/>
            <pc:sldMk cId="2010387277" sldId="398"/>
            <ac:spMk id="34" creationId="{09115424-C00C-B71E-796A-8D286141120C}"/>
          </ac:spMkLst>
        </pc:spChg>
        <pc:grpChg chg="mod">
          <ac:chgData name="Yuli Jiang (CSD)" userId="7c291cd4-aa97-4867-8d2d-ebf5c1c3b419" providerId="ADAL" clId="{8FBD0129-C0BB-4F8A-B9D2-D31C5DC212F7}" dt="2025-10-05T18:03:08.178" v="908" actId="1076"/>
          <ac:grpSpMkLst>
            <pc:docMk/>
            <pc:sldMk cId="2010387277" sldId="398"/>
            <ac:grpSpMk id="13" creationId="{381D3855-4378-0005-DA7B-7F08456C5525}"/>
          </ac:grpSpMkLst>
        </pc:grpChg>
        <pc:grpChg chg="mod">
          <ac:chgData name="Yuli Jiang (CSD)" userId="7c291cd4-aa97-4867-8d2d-ebf5c1c3b419" providerId="ADAL" clId="{8FBD0129-C0BB-4F8A-B9D2-D31C5DC212F7}" dt="2025-10-05T18:04:39.527" v="918" actId="1076"/>
          <ac:grpSpMkLst>
            <pc:docMk/>
            <pc:sldMk cId="2010387277" sldId="398"/>
            <ac:grpSpMk id="27" creationId="{5448244D-9A69-4BD9-8022-0B1E4A2B981E}"/>
          </ac:grpSpMkLst>
        </pc:grpChg>
        <pc:grpChg chg="mod">
          <ac:chgData name="Yuli Jiang (CSD)" userId="7c291cd4-aa97-4867-8d2d-ebf5c1c3b419" providerId="ADAL" clId="{8FBD0129-C0BB-4F8A-B9D2-D31C5DC212F7}" dt="2025-10-05T18:04:39.527" v="918" actId="1076"/>
          <ac:grpSpMkLst>
            <pc:docMk/>
            <pc:sldMk cId="2010387277" sldId="398"/>
            <ac:grpSpMk id="28" creationId="{F78E7760-35FC-6D71-783F-37C6F83C2417}"/>
          </ac:grpSpMkLst>
        </pc:grpChg>
      </pc:sldChg>
      <pc:sldChg chg="addSp delSp modSp add mod ord modTransition delAnim modAnim">
        <pc:chgData name="Yuli Jiang (CSD)" userId="7c291cd4-aa97-4867-8d2d-ebf5c1c3b419" providerId="ADAL" clId="{8FBD0129-C0BB-4F8A-B9D2-D31C5DC212F7}" dt="2025-10-05T18:49:38.677" v="2015"/>
        <pc:sldMkLst>
          <pc:docMk/>
          <pc:sldMk cId="1085452135" sldId="399"/>
        </pc:sldMkLst>
        <pc:spChg chg="mod">
          <ac:chgData name="Yuli Jiang (CSD)" userId="7c291cd4-aa97-4867-8d2d-ebf5c1c3b419" providerId="ADAL" clId="{8FBD0129-C0BB-4F8A-B9D2-D31C5DC212F7}" dt="2025-10-05T18:12:08.457" v="1089" actId="207"/>
          <ac:spMkLst>
            <pc:docMk/>
            <pc:sldMk cId="1085452135" sldId="399"/>
            <ac:spMk id="2" creationId="{9E86A746-C3F8-F7C0-B1F2-C15610E60A87}"/>
          </ac:spMkLst>
        </pc:spChg>
        <pc:spChg chg="del">
          <ac:chgData name="Yuli Jiang (CSD)" userId="7c291cd4-aa97-4867-8d2d-ebf5c1c3b419" providerId="ADAL" clId="{8FBD0129-C0BB-4F8A-B9D2-D31C5DC212F7}" dt="2025-10-05T18:06:17.272" v="931" actId="478"/>
          <ac:spMkLst>
            <pc:docMk/>
            <pc:sldMk cId="1085452135" sldId="399"/>
            <ac:spMk id="4" creationId="{AE20FCEE-E21A-7A1F-F831-71B5C6773611}"/>
          </ac:spMkLst>
        </pc:spChg>
        <pc:spChg chg="del">
          <ac:chgData name="Yuli Jiang (CSD)" userId="7c291cd4-aa97-4867-8d2d-ebf5c1c3b419" providerId="ADAL" clId="{8FBD0129-C0BB-4F8A-B9D2-D31C5DC212F7}" dt="2025-10-05T18:06:11.067" v="929" actId="478"/>
          <ac:spMkLst>
            <pc:docMk/>
            <pc:sldMk cId="1085452135" sldId="399"/>
            <ac:spMk id="6" creationId="{90902B88-ED29-9854-3536-067DF85E33B0}"/>
          </ac:spMkLst>
        </pc:spChg>
        <pc:spChg chg="mod">
          <ac:chgData name="Yuli Jiang (CSD)" userId="7c291cd4-aa97-4867-8d2d-ebf5c1c3b419" providerId="ADAL" clId="{8FBD0129-C0BB-4F8A-B9D2-D31C5DC212F7}" dt="2025-10-05T18:12:12.867" v="1090" actId="1076"/>
          <ac:spMkLst>
            <pc:docMk/>
            <pc:sldMk cId="1085452135" sldId="399"/>
            <ac:spMk id="7" creationId="{CAD3B4FA-6044-18C3-242B-8F63D5B86097}"/>
          </ac:spMkLst>
        </pc:spChg>
        <pc:spChg chg="mod">
          <ac:chgData name="Yuli Jiang (CSD)" userId="7c291cd4-aa97-4867-8d2d-ebf5c1c3b419" providerId="ADAL" clId="{8FBD0129-C0BB-4F8A-B9D2-D31C5DC212F7}" dt="2025-10-05T18:08:28.769" v="953"/>
          <ac:spMkLst>
            <pc:docMk/>
            <pc:sldMk cId="1085452135" sldId="399"/>
            <ac:spMk id="9" creationId="{910B0A3A-081F-2B84-96E8-910D695E4CF4}"/>
          </ac:spMkLst>
        </pc:spChg>
        <pc:spChg chg="mod">
          <ac:chgData name="Yuli Jiang (CSD)" userId="7c291cd4-aa97-4867-8d2d-ebf5c1c3b419" providerId="ADAL" clId="{8FBD0129-C0BB-4F8A-B9D2-D31C5DC212F7}" dt="2025-10-05T18:08:28.769" v="953"/>
          <ac:spMkLst>
            <pc:docMk/>
            <pc:sldMk cId="1085452135" sldId="399"/>
            <ac:spMk id="10" creationId="{260F57DF-1BEB-F311-7B45-CA9571B77A29}"/>
          </ac:spMkLst>
        </pc:spChg>
        <pc:spChg chg="mod">
          <ac:chgData name="Yuli Jiang (CSD)" userId="7c291cd4-aa97-4867-8d2d-ebf5c1c3b419" providerId="ADAL" clId="{8FBD0129-C0BB-4F8A-B9D2-D31C5DC212F7}" dt="2025-10-05T18:08:28.769" v="953"/>
          <ac:spMkLst>
            <pc:docMk/>
            <pc:sldMk cId="1085452135" sldId="399"/>
            <ac:spMk id="11" creationId="{D3C008A8-D46D-0EF3-AE19-825A85F2B702}"/>
          </ac:spMkLst>
        </pc:spChg>
        <pc:spChg chg="mod">
          <ac:chgData name="Yuli Jiang (CSD)" userId="7c291cd4-aa97-4867-8d2d-ebf5c1c3b419" providerId="ADAL" clId="{8FBD0129-C0BB-4F8A-B9D2-D31C5DC212F7}" dt="2025-10-05T18:08:28.769" v="953"/>
          <ac:spMkLst>
            <pc:docMk/>
            <pc:sldMk cId="1085452135" sldId="399"/>
            <ac:spMk id="12" creationId="{7741F740-B30B-037C-BDF7-8EBA13E204D8}"/>
          </ac:spMkLst>
        </pc:spChg>
        <pc:spChg chg="mod">
          <ac:chgData name="Yuli Jiang (CSD)" userId="7c291cd4-aa97-4867-8d2d-ebf5c1c3b419" providerId="ADAL" clId="{8FBD0129-C0BB-4F8A-B9D2-D31C5DC212F7}" dt="2025-10-05T18:08:28.769" v="953"/>
          <ac:spMkLst>
            <pc:docMk/>
            <pc:sldMk cId="1085452135" sldId="399"/>
            <ac:spMk id="13" creationId="{4E4404C7-3915-FCBB-3BC4-1D9432CC3ADB}"/>
          </ac:spMkLst>
        </pc:spChg>
        <pc:spChg chg="add mod">
          <ac:chgData name="Yuli Jiang (CSD)" userId="7c291cd4-aa97-4867-8d2d-ebf5c1c3b419" providerId="ADAL" clId="{8FBD0129-C0BB-4F8A-B9D2-D31C5DC212F7}" dt="2025-10-05T18:10:44.147" v="1022" actId="207"/>
          <ac:spMkLst>
            <pc:docMk/>
            <pc:sldMk cId="1085452135" sldId="399"/>
            <ac:spMk id="14" creationId="{2D96546E-C88F-AFC1-6E6F-83C3F84558BB}"/>
          </ac:spMkLst>
        </pc:spChg>
        <pc:spChg chg="add del mod">
          <ac:chgData name="Yuli Jiang (CSD)" userId="7c291cd4-aa97-4867-8d2d-ebf5c1c3b419" providerId="ADAL" clId="{8FBD0129-C0BB-4F8A-B9D2-D31C5DC212F7}" dt="2025-10-05T18:09:19.237" v="971" actId="22"/>
          <ac:spMkLst>
            <pc:docMk/>
            <pc:sldMk cId="1085452135" sldId="399"/>
            <ac:spMk id="16" creationId="{D8248E5D-0F52-652F-4C3C-73DFD557680F}"/>
          </ac:spMkLst>
        </pc:spChg>
        <pc:spChg chg="add del">
          <ac:chgData name="Yuli Jiang (CSD)" userId="7c291cd4-aa97-4867-8d2d-ebf5c1c3b419" providerId="ADAL" clId="{8FBD0129-C0BB-4F8A-B9D2-D31C5DC212F7}" dt="2025-10-05T18:09:25.860" v="973" actId="22"/>
          <ac:spMkLst>
            <pc:docMk/>
            <pc:sldMk cId="1085452135" sldId="399"/>
            <ac:spMk id="18" creationId="{D0E00272-B5D5-E4FF-7AC4-E508BBCEE13C}"/>
          </ac:spMkLst>
        </pc:spChg>
        <pc:spChg chg="add mod">
          <ac:chgData name="Yuli Jiang (CSD)" userId="7c291cd4-aa97-4867-8d2d-ebf5c1c3b419" providerId="ADAL" clId="{8FBD0129-C0BB-4F8A-B9D2-D31C5DC212F7}" dt="2025-10-05T18:10:20.100" v="1017" actId="1076"/>
          <ac:spMkLst>
            <pc:docMk/>
            <pc:sldMk cId="1085452135" sldId="399"/>
            <ac:spMk id="20" creationId="{50858A23-FEAB-43CF-1577-9D780B7DBF74}"/>
          </ac:spMkLst>
        </pc:spChg>
        <pc:spChg chg="add mod ord">
          <ac:chgData name="Yuli Jiang (CSD)" userId="7c291cd4-aa97-4867-8d2d-ebf5c1c3b419" providerId="ADAL" clId="{8FBD0129-C0BB-4F8A-B9D2-D31C5DC212F7}" dt="2025-10-05T18:41:28.578" v="1905" actId="167"/>
          <ac:spMkLst>
            <pc:docMk/>
            <pc:sldMk cId="1085452135" sldId="399"/>
            <ac:spMk id="21" creationId="{7B814197-2117-E16C-2FA6-7EEB7C735E9B}"/>
          </ac:spMkLst>
        </pc:spChg>
        <pc:spChg chg="mod">
          <ac:chgData name="Yuli Jiang (CSD)" userId="7c291cd4-aa97-4867-8d2d-ebf5c1c3b419" providerId="ADAL" clId="{8FBD0129-C0BB-4F8A-B9D2-D31C5DC212F7}" dt="2025-10-05T18:27:19.500" v="1457" actId="20577"/>
          <ac:spMkLst>
            <pc:docMk/>
            <pc:sldMk cId="1085452135" sldId="399"/>
            <ac:spMk id="11268" creationId="{32581865-D7C3-DF17-85B7-A052D6E0F89E}"/>
          </ac:spMkLst>
        </pc:spChg>
        <pc:grpChg chg="add mod">
          <ac:chgData name="Yuli Jiang (CSD)" userId="7c291cd4-aa97-4867-8d2d-ebf5c1c3b419" providerId="ADAL" clId="{8FBD0129-C0BB-4F8A-B9D2-D31C5DC212F7}" dt="2025-10-05T18:10:30.961" v="1020" actId="1076"/>
          <ac:grpSpMkLst>
            <pc:docMk/>
            <pc:sldMk cId="1085452135" sldId="399"/>
            <ac:grpSpMk id="8" creationId="{BA0540A1-8A6A-39DF-C8B9-63792B107D61}"/>
          </ac:grpSpMkLst>
        </pc:grpChg>
      </pc:sldChg>
      <pc:sldChg chg="addSp modSp add mod modTransition">
        <pc:chgData name="Yuli Jiang (CSD)" userId="7c291cd4-aa97-4867-8d2d-ebf5c1c3b419" providerId="ADAL" clId="{8FBD0129-C0BB-4F8A-B9D2-D31C5DC212F7}" dt="2025-10-05T18:50:38.377" v="2037" actId="1076"/>
        <pc:sldMkLst>
          <pc:docMk/>
          <pc:sldMk cId="2933421877" sldId="400"/>
        </pc:sldMkLst>
        <pc:spChg chg="add mod">
          <ac:chgData name="Yuli Jiang (CSD)" userId="7c291cd4-aa97-4867-8d2d-ebf5c1c3b419" providerId="ADAL" clId="{8FBD0129-C0BB-4F8A-B9D2-D31C5DC212F7}" dt="2025-10-05T18:27:33.432" v="1461" actId="20577"/>
          <ac:spMkLst>
            <pc:docMk/>
            <pc:sldMk cId="2933421877" sldId="400"/>
            <ac:spMk id="4" creationId="{9D042AB3-C2F4-BAE0-99AA-9B07F85B986A}"/>
          </ac:spMkLst>
        </pc:spChg>
        <pc:spChg chg="mod">
          <ac:chgData name="Yuli Jiang (CSD)" userId="7c291cd4-aa97-4867-8d2d-ebf5c1c3b419" providerId="ADAL" clId="{8FBD0129-C0BB-4F8A-B9D2-D31C5DC212F7}" dt="2025-10-05T18:20:02.142" v="1310" actId="14100"/>
          <ac:spMkLst>
            <pc:docMk/>
            <pc:sldMk cId="2933421877" sldId="400"/>
            <ac:spMk id="6" creationId="{75D3A250-80B4-F146-5E80-6450D75A8521}"/>
          </ac:spMkLst>
        </pc:spChg>
        <pc:spChg chg="add mod">
          <ac:chgData name="Yuli Jiang (CSD)" userId="7c291cd4-aa97-4867-8d2d-ebf5c1c3b419" providerId="ADAL" clId="{8FBD0129-C0BB-4F8A-B9D2-D31C5DC212F7}" dt="2025-10-05T18:50:38.377" v="2037" actId="1076"/>
          <ac:spMkLst>
            <pc:docMk/>
            <pc:sldMk cId="2933421877" sldId="400"/>
            <ac:spMk id="7" creationId="{16925D03-2D71-F5B7-B69B-8D3B4924912D}"/>
          </ac:spMkLst>
        </pc:spChg>
        <pc:spChg chg="mod">
          <ac:chgData name="Yuli Jiang (CSD)" userId="7c291cd4-aa97-4867-8d2d-ebf5c1c3b419" providerId="ADAL" clId="{8FBD0129-C0BB-4F8A-B9D2-D31C5DC212F7}" dt="2025-10-05T18:27:35.244" v="1462" actId="20577"/>
          <ac:spMkLst>
            <pc:docMk/>
            <pc:sldMk cId="2933421877" sldId="400"/>
            <ac:spMk id="11269" creationId="{92EDE6B7-01F8-43BB-73E0-9E0CC10BD00C}"/>
          </ac:spMkLst>
        </pc:spChg>
      </pc:sldChg>
      <pc:sldChg chg="addSp delSp modSp add mod modTransition modAnim">
        <pc:chgData name="Yuli Jiang (CSD)" userId="7c291cd4-aa97-4867-8d2d-ebf5c1c3b419" providerId="ADAL" clId="{8FBD0129-C0BB-4F8A-B9D2-D31C5DC212F7}" dt="2025-10-05T18:49:32.847" v="2013"/>
        <pc:sldMkLst>
          <pc:docMk/>
          <pc:sldMk cId="484024056" sldId="401"/>
        </pc:sldMkLst>
        <pc:spChg chg="add mod">
          <ac:chgData name="Yuli Jiang (CSD)" userId="7c291cd4-aa97-4867-8d2d-ebf5c1c3b419" providerId="ADAL" clId="{8FBD0129-C0BB-4F8A-B9D2-D31C5DC212F7}" dt="2025-10-05T18:39:02.796" v="1882" actId="14100"/>
          <ac:spMkLst>
            <pc:docMk/>
            <pc:sldMk cId="484024056" sldId="401"/>
            <ac:spMk id="2" creationId="{2B60C2F0-60A8-009B-E25E-73CDCF4A291D}"/>
          </ac:spMkLst>
        </pc:spChg>
        <pc:spChg chg="mod">
          <ac:chgData name="Yuli Jiang (CSD)" userId="7c291cd4-aa97-4867-8d2d-ebf5c1c3b419" providerId="ADAL" clId="{8FBD0129-C0BB-4F8A-B9D2-D31C5DC212F7}" dt="2025-10-05T18:38:02.948" v="1833" actId="20577"/>
          <ac:spMkLst>
            <pc:docMk/>
            <pc:sldMk cId="484024056" sldId="401"/>
            <ac:spMk id="3" creationId="{06FD8813-BFA6-55CA-BFF6-D65DEF1517BB}"/>
          </ac:spMkLst>
        </pc:spChg>
        <pc:spChg chg="mod">
          <ac:chgData name="Yuli Jiang (CSD)" userId="7c291cd4-aa97-4867-8d2d-ebf5c1c3b419" providerId="ADAL" clId="{8FBD0129-C0BB-4F8A-B9D2-D31C5DC212F7}" dt="2025-10-05T18:31:55.459" v="1504" actId="21"/>
          <ac:spMkLst>
            <pc:docMk/>
            <pc:sldMk cId="484024056" sldId="401"/>
            <ac:spMk id="5" creationId="{7423FBFE-6F6B-BCE9-6BFE-81B7E30E2FA6}"/>
          </ac:spMkLst>
        </pc:spChg>
        <pc:spChg chg="del">
          <ac:chgData name="Yuli Jiang (CSD)" userId="7c291cd4-aa97-4867-8d2d-ebf5c1c3b419" providerId="ADAL" clId="{8FBD0129-C0BB-4F8A-B9D2-D31C5DC212F7}" dt="2025-10-05T18:31:58.394" v="1505" actId="478"/>
          <ac:spMkLst>
            <pc:docMk/>
            <pc:sldMk cId="484024056" sldId="401"/>
            <ac:spMk id="6" creationId="{60323611-CE77-01DE-E112-449474F1ED42}"/>
          </ac:spMkLst>
        </pc:spChg>
        <pc:spChg chg="del">
          <ac:chgData name="Yuli Jiang (CSD)" userId="7c291cd4-aa97-4867-8d2d-ebf5c1c3b419" providerId="ADAL" clId="{8FBD0129-C0BB-4F8A-B9D2-D31C5DC212F7}" dt="2025-10-05T18:32:00.496" v="1506" actId="478"/>
          <ac:spMkLst>
            <pc:docMk/>
            <pc:sldMk cId="484024056" sldId="401"/>
            <ac:spMk id="7" creationId="{EF6E2BDA-0738-5703-416F-98B1F08C1A16}"/>
          </ac:spMkLst>
        </pc:spChg>
        <pc:spChg chg="add mod">
          <ac:chgData name="Yuli Jiang (CSD)" userId="7c291cd4-aa97-4867-8d2d-ebf5c1c3b419" providerId="ADAL" clId="{8FBD0129-C0BB-4F8A-B9D2-D31C5DC212F7}" dt="2025-10-05T18:39:00.966" v="1881" actId="1076"/>
          <ac:spMkLst>
            <pc:docMk/>
            <pc:sldMk cId="484024056" sldId="401"/>
            <ac:spMk id="21" creationId="{B72602F2-66FA-FA3B-B26A-5E7EB2291A4A}"/>
          </ac:spMkLst>
        </pc:spChg>
      </pc:sldChg>
      <pc:sldChg chg="addSp delSp modSp add mod modTransition delAnim modAnim">
        <pc:chgData name="Yuli Jiang (CSD)" userId="7c291cd4-aa97-4867-8d2d-ebf5c1c3b419" providerId="ADAL" clId="{8FBD0129-C0BB-4F8A-B9D2-D31C5DC212F7}" dt="2025-10-05T18:49:56.082" v="2020"/>
        <pc:sldMkLst>
          <pc:docMk/>
          <pc:sldMk cId="537292381" sldId="402"/>
        </pc:sldMkLst>
        <pc:spChg chg="add mod">
          <ac:chgData name="Yuli Jiang (CSD)" userId="7c291cd4-aa97-4867-8d2d-ebf5c1c3b419" providerId="ADAL" clId="{8FBD0129-C0BB-4F8A-B9D2-D31C5DC212F7}" dt="2025-10-05T18:44:43.439" v="1939" actId="1076"/>
          <ac:spMkLst>
            <pc:docMk/>
            <pc:sldMk cId="537292381" sldId="402"/>
            <ac:spMk id="2" creationId="{914C63E7-A175-99F0-9373-79BE88315C58}"/>
          </ac:spMkLst>
        </pc:spChg>
        <pc:spChg chg="mod">
          <ac:chgData name="Yuli Jiang (CSD)" userId="7c291cd4-aa97-4867-8d2d-ebf5c1c3b419" providerId="ADAL" clId="{8FBD0129-C0BB-4F8A-B9D2-D31C5DC212F7}" dt="2025-10-05T18:44:57.347" v="1943" actId="1076"/>
          <ac:spMkLst>
            <pc:docMk/>
            <pc:sldMk cId="537292381" sldId="402"/>
            <ac:spMk id="3" creationId="{6DE5D012-EEE9-9C43-774B-996F4EE041A9}"/>
          </ac:spMkLst>
        </pc:spChg>
        <pc:spChg chg="mod">
          <ac:chgData name="Yuli Jiang (CSD)" userId="7c291cd4-aa97-4867-8d2d-ebf5c1c3b419" providerId="ADAL" clId="{8FBD0129-C0BB-4F8A-B9D2-D31C5DC212F7}" dt="2025-10-05T18:44:18.566" v="1932" actId="14100"/>
          <ac:spMkLst>
            <pc:docMk/>
            <pc:sldMk cId="537292381" sldId="402"/>
            <ac:spMk id="7" creationId="{46C5314E-CACB-861C-C290-17DA75378489}"/>
          </ac:spMkLst>
        </pc:spChg>
        <pc:spChg chg="del mod">
          <ac:chgData name="Yuli Jiang (CSD)" userId="7c291cd4-aa97-4867-8d2d-ebf5c1c3b419" providerId="ADAL" clId="{8FBD0129-C0BB-4F8A-B9D2-D31C5DC212F7}" dt="2025-10-05T18:44:28.280" v="1935" actId="478"/>
          <ac:spMkLst>
            <pc:docMk/>
            <pc:sldMk cId="537292381" sldId="402"/>
            <ac:spMk id="11" creationId="{66B79438-64B0-A51A-09E7-B63BEC7B1CF2}"/>
          </ac:spMkLst>
        </pc:spChg>
        <pc:spChg chg="del mod">
          <ac:chgData name="Yuli Jiang (CSD)" userId="7c291cd4-aa97-4867-8d2d-ebf5c1c3b419" providerId="ADAL" clId="{8FBD0129-C0BB-4F8A-B9D2-D31C5DC212F7}" dt="2025-10-05T18:43:25.463" v="1916" actId="478"/>
          <ac:spMkLst>
            <pc:docMk/>
            <pc:sldMk cId="537292381" sldId="402"/>
            <ac:spMk id="18" creationId="{994C51E4-4A0F-8E42-18D5-5AA48DB00265}"/>
          </ac:spMkLst>
        </pc:spChg>
        <pc:spChg chg="del">
          <ac:chgData name="Yuli Jiang (CSD)" userId="7c291cd4-aa97-4867-8d2d-ebf5c1c3b419" providerId="ADAL" clId="{8FBD0129-C0BB-4F8A-B9D2-D31C5DC212F7}" dt="2025-10-05T18:43:10.236" v="1913" actId="478"/>
          <ac:spMkLst>
            <pc:docMk/>
            <pc:sldMk cId="537292381" sldId="402"/>
            <ac:spMk id="19" creationId="{4BB891B8-A64D-34C5-CB8C-14F9A741D7FC}"/>
          </ac:spMkLst>
        </pc:spChg>
        <pc:spChg chg="mod">
          <ac:chgData name="Yuli Jiang (CSD)" userId="7c291cd4-aa97-4867-8d2d-ebf5c1c3b419" providerId="ADAL" clId="{8FBD0129-C0BB-4F8A-B9D2-D31C5DC212F7}" dt="2025-10-05T18:48:28.027" v="1995" actId="404"/>
          <ac:spMkLst>
            <pc:docMk/>
            <pc:sldMk cId="537292381" sldId="402"/>
            <ac:spMk id="11268" creationId="{02B0E932-190D-C3BD-5FF6-91854701A72F}"/>
          </ac:spMkLst>
        </pc:spChg>
        <pc:grpChg chg="mod">
          <ac:chgData name="Yuli Jiang (CSD)" userId="7c291cd4-aa97-4867-8d2d-ebf5c1c3b419" providerId="ADAL" clId="{8FBD0129-C0BB-4F8A-B9D2-D31C5DC212F7}" dt="2025-10-05T18:44:21.895" v="1933" actId="1076"/>
          <ac:grpSpMkLst>
            <pc:docMk/>
            <pc:sldMk cId="537292381" sldId="402"/>
            <ac:grpSpMk id="9" creationId="{E9826ACA-7F8A-A80D-5970-A13454CD6017}"/>
          </ac:grpSpMkLst>
        </pc:grpChg>
        <pc:grpChg chg="del mod">
          <ac:chgData name="Yuli Jiang (CSD)" userId="7c291cd4-aa97-4867-8d2d-ebf5c1c3b419" providerId="ADAL" clId="{8FBD0129-C0BB-4F8A-B9D2-D31C5DC212F7}" dt="2025-10-05T18:43:25.463" v="1916" actId="478"/>
          <ac:grpSpMkLst>
            <pc:docMk/>
            <pc:sldMk cId="537292381" sldId="402"/>
            <ac:grpSpMk id="12" creationId="{1D5041E2-F28A-816D-00DA-1E931A1A0AE3}"/>
          </ac:grpSpMkLst>
        </pc:grpChg>
      </pc:sldChg>
      <pc:sldChg chg="modSp add mod modTransition modAnim">
        <pc:chgData name="Yuli Jiang (CSD)" userId="7c291cd4-aa97-4867-8d2d-ebf5c1c3b419" providerId="ADAL" clId="{8FBD0129-C0BB-4F8A-B9D2-D31C5DC212F7}" dt="2025-10-05T18:50:07.497" v="2021"/>
        <pc:sldMkLst>
          <pc:docMk/>
          <pc:sldMk cId="4003425631" sldId="403"/>
        </pc:sldMkLst>
        <pc:spChg chg="mod">
          <ac:chgData name="Yuli Jiang (CSD)" userId="7c291cd4-aa97-4867-8d2d-ebf5c1c3b419" providerId="ADAL" clId="{8FBD0129-C0BB-4F8A-B9D2-D31C5DC212F7}" dt="2025-10-05T18:48:15.727" v="1993" actId="1076"/>
          <ac:spMkLst>
            <pc:docMk/>
            <pc:sldMk cId="4003425631" sldId="403"/>
            <ac:spMk id="2" creationId="{BACE22BA-6DBC-FFDD-DA68-B80A029BA151}"/>
          </ac:spMkLst>
        </pc:spChg>
        <pc:spChg chg="mod">
          <ac:chgData name="Yuli Jiang (CSD)" userId="7c291cd4-aa97-4867-8d2d-ebf5c1c3b419" providerId="ADAL" clId="{8FBD0129-C0BB-4F8A-B9D2-D31C5DC212F7}" dt="2025-10-05T18:48:13.499" v="1992" actId="1076"/>
          <ac:spMkLst>
            <pc:docMk/>
            <pc:sldMk cId="4003425631" sldId="403"/>
            <ac:spMk id="3" creationId="{854FABE2-361D-EB2F-D556-518089DC067C}"/>
          </ac:spMkLst>
        </pc:spChg>
        <pc:spChg chg="mod">
          <ac:chgData name="Yuli Jiang (CSD)" userId="7c291cd4-aa97-4867-8d2d-ebf5c1c3b419" providerId="ADAL" clId="{8FBD0129-C0BB-4F8A-B9D2-D31C5DC212F7}" dt="2025-10-05T18:48:04.127" v="1990" actId="13926"/>
          <ac:spMkLst>
            <pc:docMk/>
            <pc:sldMk cId="4003425631" sldId="403"/>
            <ac:spMk id="7" creationId="{25E099CF-3177-611F-4342-7BDD593E4FBB}"/>
          </ac:spMkLst>
        </pc:spChg>
        <pc:spChg chg="mod">
          <ac:chgData name="Yuli Jiang (CSD)" userId="7c291cd4-aa97-4867-8d2d-ebf5c1c3b419" providerId="ADAL" clId="{8FBD0129-C0BB-4F8A-B9D2-D31C5DC212F7}" dt="2025-10-05T18:46:52.647" v="1956" actId="404"/>
          <ac:spMkLst>
            <pc:docMk/>
            <pc:sldMk cId="4003425631" sldId="403"/>
            <ac:spMk id="8" creationId="{7A566293-61C1-2E61-976D-8BB8C8B3791A}"/>
          </ac:spMkLst>
        </pc:spChg>
        <pc:spChg chg="mod">
          <ac:chgData name="Yuli Jiang (CSD)" userId="7c291cd4-aa97-4867-8d2d-ebf5c1c3b419" providerId="ADAL" clId="{8FBD0129-C0BB-4F8A-B9D2-D31C5DC212F7}" dt="2025-10-05T18:46:46.887" v="1954" actId="404"/>
          <ac:spMkLst>
            <pc:docMk/>
            <pc:sldMk cId="4003425631" sldId="403"/>
            <ac:spMk id="11268" creationId="{EE93927D-A7B2-DDBE-E014-F0769D943DE7}"/>
          </ac:spMkLst>
        </pc:spChg>
        <pc:grpChg chg="mod">
          <ac:chgData name="Yuli Jiang (CSD)" userId="7c291cd4-aa97-4867-8d2d-ebf5c1c3b419" providerId="ADAL" clId="{8FBD0129-C0BB-4F8A-B9D2-D31C5DC212F7}" dt="2025-10-05T18:46:58.847" v="1958" actId="14100"/>
          <ac:grpSpMkLst>
            <pc:docMk/>
            <pc:sldMk cId="4003425631" sldId="403"/>
            <ac:grpSpMk id="9" creationId="{9DEC5681-7454-9AD1-84F7-B65D2F7362BB}"/>
          </ac:grpSpMkLst>
        </pc:grpChg>
      </pc:sldChg>
      <pc:sldChg chg="delSp modSp add mod delAnim">
        <pc:chgData name="Yuli Jiang (CSD)" userId="7c291cd4-aa97-4867-8d2d-ebf5c1c3b419" providerId="ADAL" clId="{8FBD0129-C0BB-4F8A-B9D2-D31C5DC212F7}" dt="2025-10-06T02:57:12.269" v="2169" actId="20577"/>
        <pc:sldMkLst>
          <pc:docMk/>
          <pc:sldMk cId="3414477894" sldId="404"/>
        </pc:sldMkLst>
        <pc:spChg chg="del">
          <ac:chgData name="Yuli Jiang (CSD)" userId="7c291cd4-aa97-4867-8d2d-ebf5c1c3b419" providerId="ADAL" clId="{8FBD0129-C0BB-4F8A-B9D2-D31C5DC212F7}" dt="2025-10-06T02:56:48.764" v="2159" actId="478"/>
          <ac:spMkLst>
            <pc:docMk/>
            <pc:sldMk cId="3414477894" sldId="404"/>
            <ac:spMk id="3" creationId="{B177445D-B0BB-ED7A-B5D8-E8D0193F608D}"/>
          </ac:spMkLst>
        </pc:spChg>
        <pc:spChg chg="del">
          <ac:chgData name="Yuli Jiang (CSD)" userId="7c291cd4-aa97-4867-8d2d-ebf5c1c3b419" providerId="ADAL" clId="{8FBD0129-C0BB-4F8A-B9D2-D31C5DC212F7}" dt="2025-10-06T02:56:29.198" v="2151" actId="478"/>
          <ac:spMkLst>
            <pc:docMk/>
            <pc:sldMk cId="3414477894" sldId="404"/>
            <ac:spMk id="4" creationId="{D66119D8-C51D-C7F0-8D2D-A46B7C999464}"/>
          </ac:spMkLst>
        </pc:spChg>
        <pc:spChg chg="mod">
          <ac:chgData name="Yuli Jiang (CSD)" userId="7c291cd4-aa97-4867-8d2d-ebf5c1c3b419" providerId="ADAL" clId="{8FBD0129-C0BB-4F8A-B9D2-D31C5DC212F7}" dt="2025-10-06T02:57:12.269" v="2169" actId="20577"/>
          <ac:spMkLst>
            <pc:docMk/>
            <pc:sldMk cId="3414477894" sldId="404"/>
            <ac:spMk id="15363" creationId="{831302E6-BFAF-6C3F-07E8-95AD26BC8FBA}"/>
          </ac:spMkLst>
        </pc:spChg>
      </pc:sldChg>
    </pc:docChg>
  </pc:docChgLst>
  <pc:docChgLst>
    <pc:chgData name="Yim Pan Chui, Dr. (CSD)" userId="06f431c5-cc1a-4439-a61b-5f3af947c103" providerId="ADAL" clId="{7F328F9B-ABD4-42FD-8D1B-878CE0E55A47}"/>
    <pc:docChg chg="undo custSel modSld">
      <pc:chgData name="Yim Pan Chui, Dr. (CSD)" userId="06f431c5-cc1a-4439-a61b-5f3af947c103" providerId="ADAL" clId="{7F328F9B-ABD4-42FD-8D1B-878CE0E55A47}" dt="2024-02-21T02:49:00.428" v="69" actId="13926"/>
      <pc:docMkLst>
        <pc:docMk/>
      </pc:docMkLst>
      <pc:sldChg chg="modSp mod">
        <pc:chgData name="Yim Pan Chui, Dr. (CSD)" userId="06f431c5-cc1a-4439-a61b-5f3af947c103" providerId="ADAL" clId="{7F328F9B-ABD4-42FD-8D1B-878CE0E55A47}" dt="2024-02-21T02:48:54.059" v="68" actId="13926"/>
        <pc:sldMkLst>
          <pc:docMk/>
          <pc:sldMk cId="439030304" sldId="307"/>
        </pc:sldMkLst>
      </pc:sldChg>
      <pc:sldChg chg="modSp mod">
        <pc:chgData name="Yim Pan Chui, Dr. (CSD)" userId="06f431c5-cc1a-4439-a61b-5f3af947c103" providerId="ADAL" clId="{7F328F9B-ABD4-42FD-8D1B-878CE0E55A47}" dt="2024-02-21T02:49:00.428" v="69" actId="13926"/>
        <pc:sldMkLst>
          <pc:docMk/>
          <pc:sldMk cId="1975804927" sldId="308"/>
        </pc:sldMkLst>
      </pc:sldChg>
      <pc:sldChg chg="delSp modSp mod">
        <pc:chgData name="Yim Pan Chui, Dr. (CSD)" userId="06f431c5-cc1a-4439-a61b-5f3af947c103" providerId="ADAL" clId="{7F328F9B-ABD4-42FD-8D1B-878CE0E55A47}" dt="2024-02-15T03:23:46.186" v="21" actId="478"/>
        <pc:sldMkLst>
          <pc:docMk/>
          <pc:sldMk cId="4073212048" sldId="310"/>
        </pc:sldMkLst>
      </pc:sldChg>
      <pc:sldChg chg="modSp mod">
        <pc:chgData name="Yim Pan Chui, Dr. (CSD)" userId="06f431c5-cc1a-4439-a61b-5f3af947c103" providerId="ADAL" clId="{7F328F9B-ABD4-42FD-8D1B-878CE0E55A47}" dt="2024-02-15T03:29:08.820" v="40" actId="13926"/>
        <pc:sldMkLst>
          <pc:docMk/>
          <pc:sldMk cId="819198260" sldId="312"/>
        </pc:sldMkLst>
      </pc:sldChg>
      <pc:sldChg chg="modSp mod">
        <pc:chgData name="Yim Pan Chui, Dr. (CSD)" userId="06f431c5-cc1a-4439-a61b-5f3af947c103" providerId="ADAL" clId="{7F328F9B-ABD4-42FD-8D1B-878CE0E55A47}" dt="2024-02-15T03:32:48.542" v="59" actId="13926"/>
        <pc:sldMkLst>
          <pc:docMk/>
          <pc:sldMk cId="2924894201" sldId="335"/>
        </pc:sldMkLst>
      </pc:sldChg>
      <pc:sldChg chg="modSp mod">
        <pc:chgData name="Yim Pan Chui, Dr. (CSD)" userId="06f431c5-cc1a-4439-a61b-5f3af947c103" providerId="ADAL" clId="{7F328F9B-ABD4-42FD-8D1B-878CE0E55A47}" dt="2024-02-15T03:33:37.023" v="64" actId="13926"/>
        <pc:sldMkLst>
          <pc:docMk/>
          <pc:sldMk cId="1313796965" sldId="336"/>
        </pc:sldMkLst>
      </pc:sldChg>
      <pc:sldChg chg="modSp mod">
        <pc:chgData name="Yim Pan Chui, Dr. (CSD)" userId="06f431c5-cc1a-4439-a61b-5f3af947c103" providerId="ADAL" clId="{7F328F9B-ABD4-42FD-8D1B-878CE0E55A47}" dt="2024-02-15T03:34:17.465" v="66" actId="13926"/>
        <pc:sldMkLst>
          <pc:docMk/>
          <pc:sldMk cId="740399349" sldId="337"/>
        </pc:sldMkLst>
      </pc:sldChg>
      <pc:sldChg chg="modSp mod">
        <pc:chgData name="Yim Pan Chui, Dr. (CSD)" userId="06f431c5-cc1a-4439-a61b-5f3af947c103" providerId="ADAL" clId="{7F328F9B-ABD4-42FD-8D1B-878CE0E55A47}" dt="2024-02-15T03:31:23.631" v="50" actId="13926"/>
        <pc:sldMkLst>
          <pc:docMk/>
          <pc:sldMk cId="3325095271" sldId="339"/>
        </pc:sldMkLst>
      </pc:sldChg>
    </pc:docChg>
  </pc:docChgLst>
  <pc:docChgLst>
    <pc:chgData name="Yuli Jiang (CSD)" userId="7c291cd4-aa97-4867-8d2d-ebf5c1c3b419" providerId="ADAL" clId="{32A94110-88B9-4A6A-9F81-D5C158392534}"/>
    <pc:docChg chg="undo custSel modSld">
      <pc:chgData name="Yuli Jiang (CSD)" userId="7c291cd4-aa97-4867-8d2d-ebf5c1c3b419" providerId="ADAL" clId="{32A94110-88B9-4A6A-9F81-D5C158392534}" dt="2025-10-03T07:48:55.792" v="71" actId="20577"/>
      <pc:docMkLst>
        <pc:docMk/>
      </pc:docMkLst>
      <pc:sldChg chg="modSp mod">
        <pc:chgData name="Yuli Jiang (CSD)" userId="7c291cd4-aa97-4867-8d2d-ebf5c1c3b419" providerId="ADAL" clId="{32A94110-88B9-4A6A-9F81-D5C158392534}" dt="2025-10-03T07:38:03.895" v="13" actId="1076"/>
        <pc:sldMkLst>
          <pc:docMk/>
          <pc:sldMk cId="439030304" sldId="307"/>
        </pc:sldMkLst>
        <pc:spChg chg="mod">
          <ac:chgData name="Yuli Jiang (CSD)" userId="7c291cd4-aa97-4867-8d2d-ebf5c1c3b419" providerId="ADAL" clId="{32A94110-88B9-4A6A-9F81-D5C158392534}" dt="2025-10-03T07:30:01.083" v="0" actId="1076"/>
          <ac:spMkLst>
            <pc:docMk/>
            <pc:sldMk cId="439030304" sldId="307"/>
            <ac:spMk id="24" creationId="{00000000-0000-0000-0000-000000000000}"/>
          </ac:spMkLst>
        </pc:spChg>
        <pc:grpChg chg="mod">
          <ac:chgData name="Yuli Jiang (CSD)" userId="7c291cd4-aa97-4867-8d2d-ebf5c1c3b419" providerId="ADAL" clId="{32A94110-88B9-4A6A-9F81-D5C158392534}" dt="2025-10-03T07:38:03.895" v="13" actId="1076"/>
          <ac:grpSpMkLst>
            <pc:docMk/>
            <pc:sldMk cId="439030304" sldId="307"/>
            <ac:grpSpMk id="23" creationId="{00000000-0000-0000-0000-000000000000}"/>
          </ac:grpSpMkLst>
        </pc:grpChg>
        <pc:cxnChg chg="mod">
          <ac:chgData name="Yuli Jiang (CSD)" userId="7c291cd4-aa97-4867-8d2d-ebf5c1c3b419" providerId="ADAL" clId="{32A94110-88B9-4A6A-9F81-D5C158392534}" dt="2025-10-03T07:37:57.302" v="12" actId="14100"/>
          <ac:cxnSpMkLst>
            <pc:docMk/>
            <pc:sldMk cId="439030304" sldId="307"/>
            <ac:cxnSpMk id="11" creationId="{00000000-0000-0000-0000-000000000000}"/>
          </ac:cxnSpMkLst>
        </pc:cxnChg>
      </pc:sldChg>
      <pc:sldChg chg="addSp delSp modSp mod modTransition modAnim">
        <pc:chgData name="Yuli Jiang (CSD)" userId="7c291cd4-aa97-4867-8d2d-ebf5c1c3b419" providerId="ADAL" clId="{32A94110-88B9-4A6A-9F81-D5C158392534}" dt="2025-10-03T07:46:51.914" v="65" actId="207"/>
        <pc:sldMkLst>
          <pc:docMk/>
          <pc:sldMk cId="1975804927" sldId="308"/>
        </pc:sldMkLst>
        <pc:spChg chg="mod">
          <ac:chgData name="Yuli Jiang (CSD)" userId="7c291cd4-aa97-4867-8d2d-ebf5c1c3b419" providerId="ADAL" clId="{32A94110-88B9-4A6A-9F81-D5C158392534}" dt="2025-10-03T07:41:29.721" v="35" actId="1076"/>
          <ac:spMkLst>
            <pc:docMk/>
            <pc:sldMk cId="1975804927" sldId="308"/>
            <ac:spMk id="2" creationId="{F7D4F065-2EC2-00E4-A6F7-043B7220FFEB}"/>
          </ac:spMkLst>
        </pc:spChg>
        <pc:spChg chg="mod">
          <ac:chgData name="Yuli Jiang (CSD)" userId="7c291cd4-aa97-4867-8d2d-ebf5c1c3b419" providerId="ADAL" clId="{32A94110-88B9-4A6A-9F81-D5C158392534}" dt="2025-10-03T07:39:51.506" v="16" actId="1076"/>
          <ac:spMkLst>
            <pc:docMk/>
            <pc:sldMk cId="1975804927" sldId="308"/>
            <ac:spMk id="8" creationId="{00000000-0000-0000-0000-000000000000}"/>
          </ac:spMkLst>
        </pc:spChg>
        <pc:spChg chg="mod">
          <ac:chgData name="Yuli Jiang (CSD)" userId="7c291cd4-aa97-4867-8d2d-ebf5c1c3b419" providerId="ADAL" clId="{32A94110-88B9-4A6A-9F81-D5C158392534}" dt="2025-10-03T07:45:25.924" v="55" actId="1076"/>
          <ac:spMkLst>
            <pc:docMk/>
            <pc:sldMk cId="1975804927" sldId="308"/>
            <ac:spMk id="10" creationId="{00000000-0000-0000-0000-000000000000}"/>
          </ac:spMkLst>
        </pc:spChg>
        <pc:spChg chg="del mod">
          <ac:chgData name="Yuli Jiang (CSD)" userId="7c291cd4-aa97-4867-8d2d-ebf5c1c3b419" providerId="ADAL" clId="{32A94110-88B9-4A6A-9F81-D5C158392534}" dt="2025-10-03T07:45:46.005" v="57" actId="478"/>
          <ac:spMkLst>
            <pc:docMk/>
            <pc:sldMk cId="1975804927" sldId="308"/>
            <ac:spMk id="11" creationId="{00000000-0000-0000-0000-000000000000}"/>
          </ac:spMkLst>
        </pc:spChg>
        <pc:spChg chg="mod">
          <ac:chgData name="Yuli Jiang (CSD)" userId="7c291cd4-aa97-4867-8d2d-ebf5c1c3b419" providerId="ADAL" clId="{32A94110-88B9-4A6A-9F81-D5C158392534}" dt="2025-10-03T07:39:51.506" v="16" actId="1076"/>
          <ac:spMkLst>
            <pc:docMk/>
            <pc:sldMk cId="1975804927" sldId="308"/>
            <ac:spMk id="12" creationId="{00000000-0000-0000-0000-000000000000}"/>
          </ac:spMkLst>
        </pc:spChg>
        <pc:spChg chg="mod">
          <ac:chgData name="Yuli Jiang (CSD)" userId="7c291cd4-aa97-4867-8d2d-ebf5c1c3b419" providerId="ADAL" clId="{32A94110-88B9-4A6A-9F81-D5C158392534}" dt="2025-10-03T07:46:51.914" v="65" actId="207"/>
          <ac:spMkLst>
            <pc:docMk/>
            <pc:sldMk cId="1975804927" sldId="308"/>
            <ac:spMk id="19" creationId="{80955607-127B-28C0-16FE-0E626DC444E5}"/>
          </ac:spMkLst>
        </pc:spChg>
        <pc:spChg chg="mod">
          <ac:chgData name="Yuli Jiang (CSD)" userId="7c291cd4-aa97-4867-8d2d-ebf5c1c3b419" providerId="ADAL" clId="{32A94110-88B9-4A6A-9F81-D5C158392534}" dt="2025-10-03T07:46:42.609" v="64" actId="207"/>
          <ac:spMkLst>
            <pc:docMk/>
            <pc:sldMk cId="1975804927" sldId="308"/>
            <ac:spMk id="22" creationId="{26DDAFEA-F999-84A7-5017-52A21EEF5A67}"/>
          </ac:spMkLst>
        </pc:spChg>
        <pc:spChg chg="add mod">
          <ac:chgData name="Yuli Jiang (CSD)" userId="7c291cd4-aa97-4867-8d2d-ebf5c1c3b419" providerId="ADAL" clId="{32A94110-88B9-4A6A-9F81-D5C158392534}" dt="2025-10-03T07:41:15.763" v="32" actId="404"/>
          <ac:spMkLst>
            <pc:docMk/>
            <pc:sldMk cId="1975804927" sldId="308"/>
            <ac:spMk id="23" creationId="{36DA31CC-F403-57CA-F132-38DCA1971EAB}"/>
          </ac:spMkLst>
        </pc:spChg>
        <pc:spChg chg="mod">
          <ac:chgData name="Yuli Jiang (CSD)" userId="7c291cd4-aa97-4867-8d2d-ebf5c1c3b419" providerId="ADAL" clId="{32A94110-88B9-4A6A-9F81-D5C158392534}" dt="2025-10-03T07:40:00.237" v="18" actId="14100"/>
          <ac:spMkLst>
            <pc:docMk/>
            <pc:sldMk cId="1975804927" sldId="308"/>
            <ac:spMk id="22531" creationId="{00000000-0000-0000-0000-000000000000}"/>
          </ac:spMkLst>
        </pc:spChg>
        <pc:spChg chg="mod">
          <ac:chgData name="Yuli Jiang (CSD)" userId="7c291cd4-aa97-4867-8d2d-ebf5c1c3b419" providerId="ADAL" clId="{32A94110-88B9-4A6A-9F81-D5C158392534}" dt="2025-10-03T07:39:51.506" v="16" actId="1076"/>
          <ac:spMkLst>
            <pc:docMk/>
            <pc:sldMk cId="1975804927" sldId="308"/>
            <ac:spMk id="22532" creationId="{00000000-0000-0000-0000-000000000000}"/>
          </ac:spMkLst>
        </pc:spChg>
        <pc:grpChg chg="mod">
          <ac:chgData name="Yuli Jiang (CSD)" userId="7c291cd4-aa97-4867-8d2d-ebf5c1c3b419" providerId="ADAL" clId="{32A94110-88B9-4A6A-9F81-D5C158392534}" dt="2025-10-03T07:46:09.816" v="61" actId="1076"/>
          <ac:grpSpMkLst>
            <pc:docMk/>
            <pc:sldMk cId="1975804927" sldId="308"/>
            <ac:grpSpMk id="3" creationId="{500D8214-088E-ACA3-57BD-C8A75361E6E7}"/>
          </ac:grpSpMkLst>
        </pc:grpChg>
      </pc:sldChg>
      <pc:sldChg chg="modSp mod">
        <pc:chgData name="Yuli Jiang (CSD)" userId="7c291cd4-aa97-4867-8d2d-ebf5c1c3b419" providerId="ADAL" clId="{32A94110-88B9-4A6A-9F81-D5C158392534}" dt="2025-10-03T07:48:55.792" v="71" actId="20577"/>
        <pc:sldMkLst>
          <pc:docMk/>
          <pc:sldMk cId="4073212048" sldId="310"/>
        </pc:sldMkLst>
        <pc:spChg chg="mod">
          <ac:chgData name="Yuli Jiang (CSD)" userId="7c291cd4-aa97-4867-8d2d-ebf5c1c3b419" providerId="ADAL" clId="{32A94110-88B9-4A6A-9F81-D5C158392534}" dt="2025-10-03T07:48:50.497" v="68" actId="20577"/>
          <ac:spMkLst>
            <pc:docMk/>
            <pc:sldMk cId="4073212048" sldId="310"/>
            <ac:spMk id="9" creationId="{00000000-0000-0000-0000-000000000000}"/>
          </ac:spMkLst>
        </pc:spChg>
        <pc:spChg chg="mod">
          <ac:chgData name="Yuli Jiang (CSD)" userId="7c291cd4-aa97-4867-8d2d-ebf5c1c3b419" providerId="ADAL" clId="{32A94110-88B9-4A6A-9F81-D5C158392534}" dt="2025-10-03T07:48:55.792" v="71" actId="20577"/>
          <ac:spMkLst>
            <pc:docMk/>
            <pc:sldMk cId="4073212048" sldId="310"/>
            <ac:spMk id="15" creationId="{00000000-0000-0000-0000-000000000000}"/>
          </ac:spMkLst>
        </pc:spChg>
      </pc:sldChg>
    </pc:docChg>
  </pc:docChgLst>
  <pc:docChgLst>
    <pc:chgData name="Yuli Jiang (CSD)" userId="7c291cd4-aa97-4867-8d2d-ebf5c1c3b419" providerId="ADAL" clId="{663CF320-3D38-4F92-AAE5-641E7F90CAE1}"/>
    <pc:docChg chg="undo redo custSel addSld delSld modSld sldOrd modMainMaster modNotesMaster">
      <pc:chgData name="Yuli Jiang (CSD)" userId="7c291cd4-aa97-4867-8d2d-ebf5c1c3b419" providerId="ADAL" clId="{663CF320-3D38-4F92-AAE5-641E7F90CAE1}" dt="2024-02-21T07:32:25.820" v="1047"/>
      <pc:docMkLst>
        <pc:docMk/>
      </pc:docMkLst>
      <pc:sldChg chg="modSp mod ord modShow modNotes">
        <pc:chgData name="Yuli Jiang (CSD)" userId="7c291cd4-aa97-4867-8d2d-ebf5c1c3b419" providerId="ADAL" clId="{663CF320-3D38-4F92-AAE5-641E7F90CAE1}" dt="2024-02-21T06:26:42.612" v="135" actId="20577"/>
        <pc:sldMkLst>
          <pc:docMk/>
          <pc:sldMk cId="2389990707" sldId="268"/>
        </pc:sldMkLst>
      </pc:sldChg>
      <pc:sldChg chg="modSp mod modNotes">
        <pc:chgData name="Yuli Jiang (CSD)" userId="7c291cd4-aa97-4867-8d2d-ebf5c1c3b419" providerId="ADAL" clId="{663CF320-3D38-4F92-AAE5-641E7F90CAE1}" dt="2024-02-21T06:41:20.824" v="250" actId="1076"/>
        <pc:sldMkLst>
          <pc:docMk/>
          <pc:sldMk cId="439030304" sldId="307"/>
        </pc:sldMkLst>
      </pc:sldChg>
      <pc:sldChg chg="addSp modSp mod modAnim modNotes">
        <pc:chgData name="Yuli Jiang (CSD)" userId="7c291cd4-aa97-4867-8d2d-ebf5c1c3b419" providerId="ADAL" clId="{663CF320-3D38-4F92-AAE5-641E7F90CAE1}" dt="2024-02-21T07:19:13.825" v="827"/>
        <pc:sldMkLst>
          <pc:docMk/>
          <pc:sldMk cId="1975804927" sldId="308"/>
        </pc:sldMkLst>
      </pc:sldChg>
      <pc:sldChg chg="addSp modSp mod modNotes">
        <pc:chgData name="Yuli Jiang (CSD)" userId="7c291cd4-aa97-4867-8d2d-ebf5c1c3b419" providerId="ADAL" clId="{663CF320-3D38-4F92-AAE5-641E7F90CAE1}" dt="2024-02-21T06:40:42.543" v="236" actId="1076"/>
        <pc:sldMkLst>
          <pc:docMk/>
          <pc:sldMk cId="2831768147" sldId="309"/>
        </pc:sldMkLst>
      </pc:sldChg>
      <pc:sldChg chg="addSp modSp mod modNotes">
        <pc:chgData name="Yuli Jiang (CSD)" userId="7c291cd4-aa97-4867-8d2d-ebf5c1c3b419" providerId="ADAL" clId="{663CF320-3D38-4F92-AAE5-641E7F90CAE1}" dt="2024-02-21T06:36:36.375" v="195" actId="1076"/>
        <pc:sldMkLst>
          <pc:docMk/>
          <pc:sldMk cId="4073212048" sldId="310"/>
        </pc:sldMkLst>
      </pc:sldChg>
      <pc:sldChg chg="addSp delSp modSp mod modNotes">
        <pc:chgData name="Yuli Jiang (CSD)" userId="7c291cd4-aa97-4867-8d2d-ebf5c1c3b419" providerId="ADAL" clId="{663CF320-3D38-4F92-AAE5-641E7F90CAE1}" dt="2024-02-21T06:58:00.379" v="392" actId="20577"/>
        <pc:sldMkLst>
          <pc:docMk/>
          <pc:sldMk cId="819198260" sldId="312"/>
        </pc:sldMkLst>
      </pc:sldChg>
      <pc:sldChg chg="modSp mod">
        <pc:chgData name="Yuli Jiang (CSD)" userId="7c291cd4-aa97-4867-8d2d-ebf5c1c3b419" providerId="ADAL" clId="{663CF320-3D38-4F92-AAE5-641E7F90CAE1}" dt="2024-02-21T06:26:07.960" v="128" actId="403"/>
        <pc:sldMkLst>
          <pc:docMk/>
          <pc:sldMk cId="1971017547" sldId="334"/>
        </pc:sldMkLst>
      </pc:sldChg>
      <pc:sldChg chg="addSp modSp mod modNotes">
        <pc:chgData name="Yuli Jiang (CSD)" userId="7c291cd4-aa97-4867-8d2d-ebf5c1c3b419" providerId="ADAL" clId="{663CF320-3D38-4F92-AAE5-641E7F90CAE1}" dt="2024-02-21T07:24:10.472" v="864" actId="20577"/>
        <pc:sldMkLst>
          <pc:docMk/>
          <pc:sldMk cId="2924894201" sldId="335"/>
        </pc:sldMkLst>
      </pc:sldChg>
      <pc:sldChg chg="addSp modSp mod modNotes">
        <pc:chgData name="Yuli Jiang (CSD)" userId="7c291cd4-aa97-4867-8d2d-ebf5c1c3b419" providerId="ADAL" clId="{663CF320-3D38-4F92-AAE5-641E7F90CAE1}" dt="2024-02-21T07:04:12.728" v="555"/>
        <pc:sldMkLst>
          <pc:docMk/>
          <pc:sldMk cId="1313796965" sldId="336"/>
        </pc:sldMkLst>
      </pc:sldChg>
      <pc:sldChg chg="addSp modSp mod modNotes">
        <pc:chgData name="Yuli Jiang (CSD)" userId="7c291cd4-aa97-4867-8d2d-ebf5c1c3b419" providerId="ADAL" clId="{663CF320-3D38-4F92-AAE5-641E7F90CAE1}" dt="2024-02-21T07:03:25.224" v="540" actId="113"/>
        <pc:sldMkLst>
          <pc:docMk/>
          <pc:sldMk cId="740399349" sldId="337"/>
        </pc:sldMkLst>
      </pc:sldChg>
      <pc:sldChg chg="modSp mod modNotes">
        <pc:chgData name="Yuli Jiang (CSD)" userId="7c291cd4-aa97-4867-8d2d-ebf5c1c3b419" providerId="ADAL" clId="{663CF320-3D38-4F92-AAE5-641E7F90CAE1}" dt="2024-02-21T07:02:32.728" v="527" actId="20577"/>
        <pc:sldMkLst>
          <pc:docMk/>
          <pc:sldMk cId="890796274" sldId="338"/>
        </pc:sldMkLst>
      </pc:sldChg>
      <pc:sldChg chg="modSp mod modNotes">
        <pc:chgData name="Yuli Jiang (CSD)" userId="7c291cd4-aa97-4867-8d2d-ebf5c1c3b419" providerId="ADAL" clId="{663CF320-3D38-4F92-AAE5-641E7F90CAE1}" dt="2024-02-21T07:01:39.844" v="524" actId="207"/>
        <pc:sldMkLst>
          <pc:docMk/>
          <pc:sldMk cId="3325095271" sldId="339"/>
        </pc:sldMkLst>
      </pc:sldChg>
      <pc:sldChg chg="modSp mod modNotes">
        <pc:chgData name="Yuli Jiang (CSD)" userId="7c291cd4-aa97-4867-8d2d-ebf5c1c3b419" providerId="ADAL" clId="{663CF320-3D38-4F92-AAE5-641E7F90CAE1}" dt="2024-02-21T07:13:52.607" v="820" actId="20577"/>
        <pc:sldMkLst>
          <pc:docMk/>
          <pc:sldMk cId="476817869" sldId="340"/>
        </pc:sldMkLst>
      </pc:sldChg>
      <pc:sldChg chg="modSp mod modNotes">
        <pc:chgData name="Yuli Jiang (CSD)" userId="7c291cd4-aa97-4867-8d2d-ebf5c1c3b419" providerId="ADAL" clId="{663CF320-3D38-4F92-AAE5-641E7F90CAE1}" dt="2024-02-21T07:10:36.917" v="714" actId="20577"/>
        <pc:sldMkLst>
          <pc:docMk/>
          <pc:sldMk cId="1823182997" sldId="341"/>
        </pc:sldMkLst>
      </pc:sldChg>
      <pc:sldChg chg="modSp mod">
        <pc:chgData name="Yuli Jiang (CSD)" userId="7c291cd4-aa97-4867-8d2d-ebf5c1c3b419" providerId="ADAL" clId="{663CF320-3D38-4F92-AAE5-641E7F90CAE1}" dt="2024-02-21T07:10:32.866" v="712" actId="20577"/>
        <pc:sldMkLst>
          <pc:docMk/>
          <pc:sldMk cId="1454679282" sldId="342"/>
        </pc:sldMkLst>
      </pc:sldChg>
      <pc:sldChg chg="addSp delSp modSp mod modNotes">
        <pc:chgData name="Yuli Jiang (CSD)" userId="7c291cd4-aa97-4867-8d2d-ebf5c1c3b419" providerId="ADAL" clId="{663CF320-3D38-4F92-AAE5-641E7F90CAE1}" dt="2024-02-21T07:08:03.946" v="597" actId="113"/>
        <pc:sldMkLst>
          <pc:docMk/>
          <pc:sldMk cId="1007176180" sldId="345"/>
        </pc:sldMkLst>
      </pc:sldChg>
      <pc:sldChg chg="modSp mod">
        <pc:chgData name="Yuli Jiang (CSD)" userId="7c291cd4-aa97-4867-8d2d-ebf5c1c3b419" providerId="ADAL" clId="{663CF320-3D38-4F92-AAE5-641E7F90CAE1}" dt="2024-02-21T06:24:48.304" v="120" actId="20577"/>
        <pc:sldMkLst>
          <pc:docMk/>
          <pc:sldMk cId="876843202" sldId="347"/>
        </pc:sldMkLst>
      </pc:sldChg>
      <pc:sldChg chg="addSp modSp">
        <pc:chgData name="Yuli Jiang (CSD)" userId="7c291cd4-aa97-4867-8d2d-ebf5c1c3b419" providerId="ADAL" clId="{663CF320-3D38-4F92-AAE5-641E7F90CAE1}" dt="2024-02-21T07:32:25.820" v="1047"/>
        <pc:sldMkLst>
          <pc:docMk/>
          <pc:sldMk cId="769026573" sldId="348"/>
        </pc:sldMkLst>
      </pc:sldChg>
      <pc:sldChg chg="new del">
        <pc:chgData name="Yuli Jiang (CSD)" userId="7c291cd4-aa97-4867-8d2d-ebf5c1c3b419" providerId="ADAL" clId="{663CF320-3D38-4F92-AAE5-641E7F90CAE1}" dt="2024-02-21T06:16:23.406" v="9" actId="47"/>
        <pc:sldMkLst>
          <pc:docMk/>
          <pc:sldMk cId="3341461238" sldId="349"/>
        </pc:sldMkLst>
      </pc:sldChg>
      <pc:sldChg chg="modSp add del mod">
        <pc:chgData name="Yuli Jiang (CSD)" userId="7c291cd4-aa97-4867-8d2d-ebf5c1c3b419" providerId="ADAL" clId="{663CF320-3D38-4F92-AAE5-641E7F90CAE1}" dt="2024-02-21T06:23:42.266" v="101" actId="1076"/>
        <pc:sldMkLst>
          <pc:docMk/>
          <pc:sldMk cId="2042084345" sldId="371"/>
        </pc:sldMkLst>
      </pc:sldChg>
      <pc:sldChg chg="addSp delSp modSp add mod">
        <pc:chgData name="Yuli Jiang (CSD)" userId="7c291cd4-aa97-4867-8d2d-ebf5c1c3b419" providerId="ADAL" clId="{663CF320-3D38-4F92-AAE5-641E7F90CAE1}" dt="2024-02-21T07:16:58.516" v="826" actId="13926"/>
        <pc:sldMkLst>
          <pc:docMk/>
          <pc:sldMk cId="2780872565" sldId="383"/>
        </pc:sldMkLst>
      </pc:sldChg>
      <pc:sldChg chg="add">
        <pc:chgData name="Yuli Jiang (CSD)" userId="7c291cd4-aa97-4867-8d2d-ebf5c1c3b419" providerId="ADAL" clId="{663CF320-3D38-4F92-AAE5-641E7F90CAE1}" dt="2024-02-21T06:50:28.467" v="251"/>
        <pc:sldMkLst>
          <pc:docMk/>
          <pc:sldMk cId="2677701120" sldId="384"/>
        </pc:sldMkLst>
      </pc:sldChg>
      <pc:sldChg chg="add del">
        <pc:chgData name="Yuli Jiang (CSD)" userId="7c291cd4-aa97-4867-8d2d-ebf5c1c3b419" providerId="ADAL" clId="{663CF320-3D38-4F92-AAE5-641E7F90CAE1}" dt="2024-02-21T06:58:40.482" v="401" actId="47"/>
        <pc:sldMkLst>
          <pc:docMk/>
          <pc:sldMk cId="3808196861" sldId="385"/>
        </pc:sldMkLst>
      </pc:sldChg>
      <pc:sldChg chg="modSp add mod">
        <pc:chgData name="Yuli Jiang (CSD)" userId="7c291cd4-aa97-4867-8d2d-ebf5c1c3b419" providerId="ADAL" clId="{663CF320-3D38-4F92-AAE5-641E7F90CAE1}" dt="2024-02-21T06:58:09.775" v="395" actId="20577"/>
        <pc:sldMkLst>
          <pc:docMk/>
          <pc:sldMk cId="2516007308" sldId="386"/>
        </pc:sldMkLst>
      </pc:sldChg>
      <pc:sldChg chg="modSp add mod">
        <pc:chgData name="Yuli Jiang (CSD)" userId="7c291cd4-aa97-4867-8d2d-ebf5c1c3b419" providerId="ADAL" clId="{663CF320-3D38-4F92-AAE5-641E7F90CAE1}" dt="2024-02-21T06:58:18.732" v="400" actId="20577"/>
        <pc:sldMkLst>
          <pc:docMk/>
          <pc:sldMk cId="1238493971" sldId="387"/>
        </pc:sldMkLst>
      </pc:sldChg>
      <pc:sldChg chg="addSp modSp add mod">
        <pc:chgData name="Yuli Jiang (CSD)" userId="7c291cd4-aa97-4867-8d2d-ebf5c1c3b419" providerId="ADAL" clId="{663CF320-3D38-4F92-AAE5-641E7F90CAE1}" dt="2024-02-21T07:01:13.031" v="485" actId="14100"/>
        <pc:sldMkLst>
          <pc:docMk/>
          <pc:sldMk cId="3847221870" sldId="388"/>
        </pc:sldMkLst>
      </pc:sldChg>
      <pc:sldChg chg="modSp add mod modAnim">
        <pc:chgData name="Yuli Jiang (CSD)" userId="7c291cd4-aa97-4867-8d2d-ebf5c1c3b419" providerId="ADAL" clId="{663CF320-3D38-4F92-AAE5-641E7F90CAE1}" dt="2024-02-21T07:13:47.602" v="819"/>
        <pc:sldMkLst>
          <pc:docMk/>
          <pc:sldMk cId="1535806705" sldId="389"/>
        </pc:sldMkLst>
      </pc:sldChg>
      <pc:sldChg chg="delSp modSp add mod">
        <pc:chgData name="Yuli Jiang (CSD)" userId="7c291cd4-aa97-4867-8d2d-ebf5c1c3b419" providerId="ADAL" clId="{663CF320-3D38-4F92-AAE5-641E7F90CAE1}" dt="2024-02-21T07:14:20.092" v="821" actId="13926"/>
        <pc:sldMkLst>
          <pc:docMk/>
          <pc:sldMk cId="2051835317" sldId="390"/>
        </pc:sldMkLst>
      </pc:sldChg>
      <pc:sldChg chg="addSp modSp add mod">
        <pc:chgData name="Yuli Jiang (CSD)" userId="7c291cd4-aa97-4867-8d2d-ebf5c1c3b419" providerId="ADAL" clId="{663CF320-3D38-4F92-AAE5-641E7F90CAE1}" dt="2024-02-21T07:31:27.103" v="1046" actId="1076"/>
        <pc:sldMkLst>
          <pc:docMk/>
          <pc:sldMk cId="145252648" sldId="391"/>
        </pc:sldMkLst>
      </pc:sldChg>
      <pc:sldMasterChg chg="modSp modSldLayout">
        <pc:chgData name="Yuli Jiang (CSD)" userId="7c291cd4-aa97-4867-8d2d-ebf5c1c3b419" providerId="ADAL" clId="{663CF320-3D38-4F92-AAE5-641E7F90CAE1}" dt="2024-02-21T06:16:19.672" v="7"/>
        <pc:sldMasterMkLst>
          <pc:docMk/>
          <pc:sldMasterMk cId="0" sldId="2147483648"/>
        </pc:sldMasterMkLst>
        <pc:sldLayoutChg chg="modSp">
          <pc:chgData name="Yuli Jiang (CSD)" userId="7c291cd4-aa97-4867-8d2d-ebf5c1c3b419" providerId="ADAL" clId="{663CF320-3D38-4F92-AAE5-641E7F90CAE1}" dt="2024-02-21T06:16:19.672" v="7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Yuli Jiang (CSD)" userId="7c291cd4-aa97-4867-8d2d-ebf5c1c3b419" providerId="ADAL" clId="{663CF320-3D38-4F92-AAE5-641E7F90CAE1}" dt="2024-02-21T06:16:19.672" v="7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Yuli Jiang (CSD)" userId="7c291cd4-aa97-4867-8d2d-ebf5c1c3b419" providerId="ADAL" clId="{663CF320-3D38-4F92-AAE5-641E7F90CAE1}" dt="2024-02-21T06:16:19.672" v="7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William Hui (IEG)" userId="S::kyhui@cuhk.edu.hk::07728535-8fdc-4325-b24f-20cc4d58a3a3" providerId="AD" clId="Web-{220CBFC1-1DEF-376A-F27D-7BD347CD70ED}"/>
    <pc:docChg chg="addSld modSld">
      <pc:chgData name="William Hui (IEG)" userId="S::kyhui@cuhk.edu.hk::07728535-8fdc-4325-b24f-20cc4d58a3a3" providerId="AD" clId="Web-{220CBFC1-1DEF-376A-F27D-7BD347CD70ED}" dt="2019-09-20T08:59:59.814" v="97" actId="20577"/>
      <pc:docMkLst>
        <pc:docMk/>
      </pc:docMkLst>
      <pc:sldChg chg="modSp add">
        <pc:chgData name="William Hui (IEG)" userId="S::kyhui@cuhk.edu.hk::07728535-8fdc-4325-b24f-20cc4d58a3a3" providerId="AD" clId="Web-{220CBFC1-1DEF-376A-F27D-7BD347CD70ED}" dt="2019-09-20T08:59:59.814" v="96" actId="20577"/>
        <pc:sldMkLst>
          <pc:docMk/>
          <pc:sldMk cId="1007176180" sldId="345"/>
        </pc:sldMkLst>
      </pc:sldChg>
    </pc:docChg>
  </pc:docChgLst>
  <pc:docChgLst>
    <pc:chgData name="William Hui (IEG)" userId="S::kyhui@cuhk.edu.hk::07728535-8fdc-4325-b24f-20cc4d58a3a3" providerId="AD" clId="Web-{719F0F6F-EBD0-6B08-FF07-DF9DB4BDE50C}"/>
    <pc:docChg chg="modSld">
      <pc:chgData name="William Hui (IEG)" userId="S::kyhui@cuhk.edu.hk::07728535-8fdc-4325-b24f-20cc4d58a3a3" providerId="AD" clId="Web-{719F0F6F-EBD0-6B08-FF07-DF9DB4BDE50C}" dt="2019-09-24T14:57:17.408" v="88" actId="20577"/>
      <pc:docMkLst>
        <pc:docMk/>
      </pc:docMkLst>
      <pc:sldChg chg="modSp">
        <pc:chgData name="William Hui (IEG)" userId="S::kyhui@cuhk.edu.hk::07728535-8fdc-4325-b24f-20cc4d58a3a3" providerId="AD" clId="Web-{719F0F6F-EBD0-6B08-FF07-DF9DB4BDE50C}" dt="2019-09-24T14:57:17.408" v="87" actId="20577"/>
        <pc:sldMkLst>
          <pc:docMk/>
          <pc:sldMk cId="2389990707" sldId="268"/>
        </pc:sldMkLst>
      </pc:sldChg>
    </pc:docChg>
  </pc:docChgLst>
  <pc:docChgLst>
    <pc:chgData name="William Hui (IEG)" userId="S::kyhui@cuhk.edu.hk::07728535-8fdc-4325-b24f-20cc4d58a3a3" providerId="AD" clId="Web-{783E9276-7FBB-642D-8921-EAC91788C987}"/>
    <pc:docChg chg="addSld delSld modSld">
      <pc:chgData name="William Hui (IEG)" userId="S::kyhui@cuhk.edu.hk::07728535-8fdc-4325-b24f-20cc4d58a3a3" providerId="AD" clId="Web-{783E9276-7FBB-642D-8921-EAC91788C987}" dt="2019-08-24T11:25:08.103" v="122" actId="20577"/>
      <pc:docMkLst>
        <pc:docMk/>
      </pc:docMkLst>
      <pc:sldChg chg="modSp del">
        <pc:chgData name="William Hui (IEG)" userId="S::kyhui@cuhk.edu.hk::07728535-8fdc-4325-b24f-20cc4d58a3a3" providerId="AD" clId="Web-{783E9276-7FBB-642D-8921-EAC91788C987}" dt="2019-08-24T11:24:14.697" v="16"/>
        <pc:sldMkLst>
          <pc:docMk/>
          <pc:sldMk cId="452717289" sldId="257"/>
        </pc:sldMkLst>
      </pc:sldChg>
      <pc:sldChg chg="modSp">
        <pc:chgData name="William Hui (IEG)" userId="S::kyhui@cuhk.edu.hk::07728535-8fdc-4325-b24f-20cc4d58a3a3" providerId="AD" clId="Web-{783E9276-7FBB-642D-8921-EAC91788C987}" dt="2019-08-24T11:25:03.728" v="118" actId="20577"/>
        <pc:sldMkLst>
          <pc:docMk/>
          <pc:sldMk cId="2389990707" sldId="268"/>
        </pc:sldMkLst>
      </pc:sldChg>
      <pc:sldChg chg="modSp">
        <pc:chgData name="William Hui (IEG)" userId="S::kyhui@cuhk.edu.hk::07728535-8fdc-4325-b24f-20cc4d58a3a3" providerId="AD" clId="Web-{783E9276-7FBB-642D-8921-EAC91788C987}" dt="2019-08-24T11:24:04.447" v="10" actId="20577"/>
        <pc:sldMkLst>
          <pc:docMk/>
          <pc:sldMk cId="1971017547" sldId="334"/>
        </pc:sldMkLst>
      </pc:sldChg>
      <pc:sldChg chg="modSp add replId">
        <pc:chgData name="William Hui (IEG)" userId="S::kyhui@cuhk.edu.hk::07728535-8fdc-4325-b24f-20cc4d58a3a3" providerId="AD" clId="Web-{783E9276-7FBB-642D-8921-EAC91788C987}" dt="2019-08-24T11:25:07.775" v="120" actId="20577"/>
        <pc:sldMkLst>
          <pc:docMk/>
          <pc:sldMk cId="1841907987" sldId="337"/>
        </pc:sldMkLst>
      </pc:sldChg>
    </pc:docChg>
  </pc:docChgLst>
  <pc:docChgLst>
    <pc:chgData name="William Hui (IEG)" userId="S::kyhui@cuhk.edu.hk::07728535-8fdc-4325-b24f-20cc4d58a3a3" providerId="AD" clId="Web-{D1595F0A-D1F8-1698-F3C8-DE6AD52AED83}"/>
    <pc:docChg chg="addSld delSld modSld">
      <pc:chgData name="William Hui (IEG)" userId="S::kyhui@cuhk.edu.hk::07728535-8fdc-4325-b24f-20cc4d58a3a3" providerId="AD" clId="Web-{D1595F0A-D1F8-1698-F3C8-DE6AD52AED83}" dt="2019-09-20T08:18:40.334" v="735" actId="20577"/>
      <pc:docMkLst>
        <pc:docMk/>
      </pc:docMkLst>
      <pc:sldChg chg="modSp">
        <pc:chgData name="William Hui (IEG)" userId="S::kyhui@cuhk.edu.hk::07728535-8fdc-4325-b24f-20cc4d58a3a3" providerId="AD" clId="Web-{D1595F0A-D1F8-1698-F3C8-DE6AD52AED83}" dt="2019-09-20T08:07:12.569" v="545" actId="20577"/>
        <pc:sldMkLst>
          <pc:docMk/>
          <pc:sldMk cId="2389990707" sldId="268"/>
        </pc:sldMkLst>
      </pc:sldChg>
      <pc:sldChg chg="del">
        <pc:chgData name="William Hui (IEG)" userId="S::kyhui@cuhk.edu.hk::07728535-8fdc-4325-b24f-20cc4d58a3a3" providerId="AD" clId="Web-{D1595F0A-D1F8-1698-F3C8-DE6AD52AED83}" dt="2019-09-20T06:53:55.399" v="11"/>
        <pc:sldMkLst>
          <pc:docMk/>
          <pc:sldMk cId="360582746" sldId="286"/>
        </pc:sldMkLst>
      </pc:sldChg>
      <pc:sldChg chg="del">
        <pc:chgData name="William Hui (IEG)" userId="S::kyhui@cuhk.edu.hk::07728535-8fdc-4325-b24f-20cc4d58a3a3" providerId="AD" clId="Web-{D1595F0A-D1F8-1698-F3C8-DE6AD52AED83}" dt="2019-09-20T07:55:56.852" v="393"/>
        <pc:sldMkLst>
          <pc:docMk/>
          <pc:sldMk cId="3136977192" sldId="292"/>
        </pc:sldMkLst>
      </pc:sldChg>
      <pc:sldChg chg="del">
        <pc:chgData name="William Hui (IEG)" userId="S::kyhui@cuhk.edu.hk::07728535-8fdc-4325-b24f-20cc4d58a3a3" providerId="AD" clId="Web-{D1595F0A-D1F8-1698-F3C8-DE6AD52AED83}" dt="2019-09-20T06:53:55.399" v="12"/>
        <pc:sldMkLst>
          <pc:docMk/>
          <pc:sldMk cId="1228135940" sldId="296"/>
        </pc:sldMkLst>
      </pc:sldChg>
      <pc:sldChg chg="del">
        <pc:chgData name="William Hui (IEG)" userId="S::kyhui@cuhk.edu.hk::07728535-8fdc-4325-b24f-20cc4d58a3a3" providerId="AD" clId="Web-{D1595F0A-D1F8-1698-F3C8-DE6AD52AED83}" dt="2019-09-20T06:53:55.399" v="10"/>
        <pc:sldMkLst>
          <pc:docMk/>
          <pc:sldMk cId="521825324" sldId="298"/>
        </pc:sldMkLst>
      </pc:sldChg>
      <pc:sldChg chg="del">
        <pc:chgData name="William Hui (IEG)" userId="S::kyhui@cuhk.edu.hk::07728535-8fdc-4325-b24f-20cc4d58a3a3" providerId="AD" clId="Web-{D1595F0A-D1F8-1698-F3C8-DE6AD52AED83}" dt="2019-09-20T06:53:55.399" v="9"/>
        <pc:sldMkLst>
          <pc:docMk/>
          <pc:sldMk cId="1870489681" sldId="299"/>
        </pc:sldMkLst>
      </pc:sldChg>
      <pc:sldChg chg="del">
        <pc:chgData name="William Hui (IEG)" userId="S::kyhui@cuhk.edu.hk::07728535-8fdc-4325-b24f-20cc4d58a3a3" providerId="AD" clId="Web-{D1595F0A-D1F8-1698-F3C8-DE6AD52AED83}" dt="2019-09-20T06:53:55.399" v="7"/>
        <pc:sldMkLst>
          <pc:docMk/>
          <pc:sldMk cId="411688544" sldId="300"/>
        </pc:sldMkLst>
      </pc:sldChg>
      <pc:sldChg chg="del">
        <pc:chgData name="William Hui (IEG)" userId="S::kyhui@cuhk.edu.hk::07728535-8fdc-4325-b24f-20cc4d58a3a3" providerId="AD" clId="Web-{D1595F0A-D1F8-1698-F3C8-DE6AD52AED83}" dt="2019-09-20T06:53:55.399" v="8"/>
        <pc:sldMkLst>
          <pc:docMk/>
          <pc:sldMk cId="3317880975" sldId="302"/>
        </pc:sldMkLst>
      </pc:sldChg>
      <pc:sldChg chg="del">
        <pc:chgData name="William Hui (IEG)" userId="S::kyhui@cuhk.edu.hk::07728535-8fdc-4325-b24f-20cc4d58a3a3" providerId="AD" clId="Web-{D1595F0A-D1F8-1698-F3C8-DE6AD52AED83}" dt="2019-09-20T06:53:55.399" v="6"/>
        <pc:sldMkLst>
          <pc:docMk/>
          <pc:sldMk cId="3002568572" sldId="303"/>
        </pc:sldMkLst>
      </pc:sldChg>
      <pc:sldChg chg="del">
        <pc:chgData name="William Hui (IEG)" userId="S::kyhui@cuhk.edu.hk::07728535-8fdc-4325-b24f-20cc4d58a3a3" providerId="AD" clId="Web-{D1595F0A-D1F8-1698-F3C8-DE6AD52AED83}" dt="2019-09-20T06:53:55.383" v="5"/>
        <pc:sldMkLst>
          <pc:docMk/>
          <pc:sldMk cId="968428340" sldId="304"/>
        </pc:sldMkLst>
      </pc:sldChg>
      <pc:sldChg chg="del">
        <pc:chgData name="William Hui (IEG)" userId="S::kyhui@cuhk.edu.hk::07728535-8fdc-4325-b24f-20cc4d58a3a3" providerId="AD" clId="Web-{D1595F0A-D1F8-1698-F3C8-DE6AD52AED83}" dt="2019-09-20T06:53:55.383" v="4"/>
        <pc:sldMkLst>
          <pc:docMk/>
          <pc:sldMk cId="1853803826" sldId="305"/>
        </pc:sldMkLst>
      </pc:sldChg>
      <pc:sldChg chg="del">
        <pc:chgData name="William Hui (IEG)" userId="S::kyhui@cuhk.edu.hk::07728535-8fdc-4325-b24f-20cc4d58a3a3" providerId="AD" clId="Web-{D1595F0A-D1F8-1698-F3C8-DE6AD52AED83}" dt="2019-09-20T06:53:55.383" v="3"/>
        <pc:sldMkLst>
          <pc:docMk/>
          <pc:sldMk cId="2123121090" sldId="306"/>
        </pc:sldMkLst>
      </pc:sldChg>
      <pc:sldChg chg="modSp">
        <pc:chgData name="William Hui (IEG)" userId="S::kyhui@cuhk.edu.hk::07728535-8fdc-4325-b24f-20cc4d58a3a3" providerId="AD" clId="Web-{D1595F0A-D1F8-1698-F3C8-DE6AD52AED83}" dt="2019-09-20T08:00:17.867" v="415" actId="20577"/>
        <pc:sldMkLst>
          <pc:docMk/>
          <pc:sldMk cId="439030304" sldId="307"/>
        </pc:sldMkLst>
      </pc:sldChg>
      <pc:sldChg chg="modSp">
        <pc:chgData name="William Hui (IEG)" userId="S::kyhui@cuhk.edu.hk::07728535-8fdc-4325-b24f-20cc4d58a3a3" providerId="AD" clId="Web-{D1595F0A-D1F8-1698-F3C8-DE6AD52AED83}" dt="2019-09-20T08:00:20.695" v="418" actId="20577"/>
        <pc:sldMkLst>
          <pc:docMk/>
          <pc:sldMk cId="1975804927" sldId="308"/>
        </pc:sldMkLst>
      </pc:sldChg>
      <pc:sldChg chg="modSp">
        <pc:chgData name="William Hui (IEG)" userId="S::kyhui@cuhk.edu.hk::07728535-8fdc-4325-b24f-20cc4d58a3a3" providerId="AD" clId="Web-{D1595F0A-D1F8-1698-F3C8-DE6AD52AED83}" dt="2019-09-20T08:00:27.351" v="423" actId="20577"/>
        <pc:sldMkLst>
          <pc:docMk/>
          <pc:sldMk cId="2831768147" sldId="309"/>
        </pc:sldMkLst>
      </pc:sldChg>
      <pc:sldChg chg="modSp">
        <pc:chgData name="William Hui (IEG)" userId="S::kyhui@cuhk.edu.hk::07728535-8fdc-4325-b24f-20cc4d58a3a3" providerId="AD" clId="Web-{D1595F0A-D1F8-1698-F3C8-DE6AD52AED83}" dt="2019-09-20T08:00:25.679" v="421" actId="20577"/>
        <pc:sldMkLst>
          <pc:docMk/>
          <pc:sldMk cId="4073212048" sldId="310"/>
        </pc:sldMkLst>
      </pc:sldChg>
      <pc:sldChg chg="modSp">
        <pc:chgData name="William Hui (IEG)" userId="S::kyhui@cuhk.edu.hk::07728535-8fdc-4325-b24f-20cc4d58a3a3" providerId="AD" clId="Web-{D1595F0A-D1F8-1698-F3C8-DE6AD52AED83}" dt="2019-09-20T08:01:20.320" v="458"/>
        <pc:sldMkLst>
          <pc:docMk/>
          <pc:sldMk cId="819198260" sldId="312"/>
        </pc:sldMkLst>
      </pc:sldChg>
      <pc:sldChg chg="del">
        <pc:chgData name="William Hui (IEG)" userId="S::kyhui@cuhk.edu.hk::07728535-8fdc-4325-b24f-20cc4d58a3a3" providerId="AD" clId="Web-{D1595F0A-D1F8-1698-F3C8-DE6AD52AED83}" dt="2019-09-20T07:56:01.477" v="399"/>
        <pc:sldMkLst>
          <pc:docMk/>
          <pc:sldMk cId="1800300312" sldId="314"/>
        </pc:sldMkLst>
      </pc:sldChg>
      <pc:sldChg chg="del">
        <pc:chgData name="William Hui (IEG)" userId="S::kyhui@cuhk.edu.hk::07728535-8fdc-4325-b24f-20cc4d58a3a3" providerId="AD" clId="Web-{D1595F0A-D1F8-1698-F3C8-DE6AD52AED83}" dt="2019-09-20T07:55:56.852" v="398"/>
        <pc:sldMkLst>
          <pc:docMk/>
          <pc:sldMk cId="914536711" sldId="317"/>
        </pc:sldMkLst>
      </pc:sldChg>
      <pc:sldChg chg="del">
        <pc:chgData name="William Hui (IEG)" userId="S::kyhui@cuhk.edu.hk::07728535-8fdc-4325-b24f-20cc4d58a3a3" providerId="AD" clId="Web-{D1595F0A-D1F8-1698-F3C8-DE6AD52AED83}" dt="2019-09-20T07:55:56.852" v="397"/>
        <pc:sldMkLst>
          <pc:docMk/>
          <pc:sldMk cId="2226101510" sldId="319"/>
        </pc:sldMkLst>
      </pc:sldChg>
      <pc:sldChg chg="del">
        <pc:chgData name="William Hui (IEG)" userId="S::kyhui@cuhk.edu.hk::07728535-8fdc-4325-b24f-20cc4d58a3a3" providerId="AD" clId="Web-{D1595F0A-D1F8-1698-F3C8-DE6AD52AED83}" dt="2019-09-20T07:55:56.852" v="396"/>
        <pc:sldMkLst>
          <pc:docMk/>
          <pc:sldMk cId="1216653165" sldId="320"/>
        </pc:sldMkLst>
      </pc:sldChg>
      <pc:sldChg chg="del">
        <pc:chgData name="William Hui (IEG)" userId="S::kyhui@cuhk.edu.hk::07728535-8fdc-4325-b24f-20cc4d58a3a3" providerId="AD" clId="Web-{D1595F0A-D1F8-1698-F3C8-DE6AD52AED83}" dt="2019-09-20T07:55:56.852" v="395"/>
        <pc:sldMkLst>
          <pc:docMk/>
          <pc:sldMk cId="1830487195" sldId="321"/>
        </pc:sldMkLst>
      </pc:sldChg>
      <pc:sldChg chg="del">
        <pc:chgData name="William Hui (IEG)" userId="S::kyhui@cuhk.edu.hk::07728535-8fdc-4325-b24f-20cc4d58a3a3" providerId="AD" clId="Web-{D1595F0A-D1F8-1698-F3C8-DE6AD52AED83}" dt="2019-09-20T07:55:56.852" v="394"/>
        <pc:sldMkLst>
          <pc:docMk/>
          <pc:sldMk cId="1929478062" sldId="322"/>
        </pc:sldMkLst>
      </pc:sldChg>
      <pc:sldChg chg="del">
        <pc:chgData name="William Hui (IEG)" userId="S::kyhui@cuhk.edu.hk::07728535-8fdc-4325-b24f-20cc4d58a3a3" providerId="AD" clId="Web-{D1595F0A-D1F8-1698-F3C8-DE6AD52AED83}" dt="2019-09-20T07:55:56.852" v="390"/>
        <pc:sldMkLst>
          <pc:docMk/>
          <pc:sldMk cId="1438276141" sldId="323"/>
        </pc:sldMkLst>
      </pc:sldChg>
      <pc:sldChg chg="del">
        <pc:chgData name="William Hui (IEG)" userId="S::kyhui@cuhk.edu.hk::07728535-8fdc-4325-b24f-20cc4d58a3a3" providerId="AD" clId="Web-{D1595F0A-D1F8-1698-F3C8-DE6AD52AED83}" dt="2019-09-20T07:55:56.836" v="388"/>
        <pc:sldMkLst>
          <pc:docMk/>
          <pc:sldMk cId="1230929561" sldId="325"/>
        </pc:sldMkLst>
      </pc:sldChg>
      <pc:sldChg chg="del">
        <pc:chgData name="William Hui (IEG)" userId="S::kyhui@cuhk.edu.hk::07728535-8fdc-4325-b24f-20cc4d58a3a3" providerId="AD" clId="Web-{D1595F0A-D1F8-1698-F3C8-DE6AD52AED83}" dt="2019-09-20T07:55:56.836" v="387"/>
        <pc:sldMkLst>
          <pc:docMk/>
          <pc:sldMk cId="4008021819" sldId="326"/>
        </pc:sldMkLst>
      </pc:sldChg>
      <pc:sldChg chg="del">
        <pc:chgData name="William Hui (IEG)" userId="S::kyhui@cuhk.edu.hk::07728535-8fdc-4325-b24f-20cc4d58a3a3" providerId="AD" clId="Web-{D1595F0A-D1F8-1698-F3C8-DE6AD52AED83}" dt="2019-09-20T07:55:56.852" v="391"/>
        <pc:sldMkLst>
          <pc:docMk/>
          <pc:sldMk cId="1667810930" sldId="329"/>
        </pc:sldMkLst>
      </pc:sldChg>
      <pc:sldChg chg="del">
        <pc:chgData name="William Hui (IEG)" userId="S::kyhui@cuhk.edu.hk::07728535-8fdc-4325-b24f-20cc4d58a3a3" providerId="AD" clId="Web-{D1595F0A-D1F8-1698-F3C8-DE6AD52AED83}" dt="2019-09-20T07:55:56.852" v="389"/>
        <pc:sldMkLst>
          <pc:docMk/>
          <pc:sldMk cId="2997350601" sldId="330"/>
        </pc:sldMkLst>
      </pc:sldChg>
      <pc:sldChg chg="del">
        <pc:chgData name="William Hui (IEG)" userId="S::kyhui@cuhk.edu.hk::07728535-8fdc-4325-b24f-20cc4d58a3a3" providerId="AD" clId="Web-{D1595F0A-D1F8-1698-F3C8-DE6AD52AED83}" dt="2019-09-20T07:55:56.836" v="386"/>
        <pc:sldMkLst>
          <pc:docMk/>
          <pc:sldMk cId="4034358189" sldId="331"/>
        </pc:sldMkLst>
      </pc:sldChg>
      <pc:sldChg chg="del">
        <pc:chgData name="William Hui (IEG)" userId="S::kyhui@cuhk.edu.hk::07728535-8fdc-4325-b24f-20cc4d58a3a3" providerId="AD" clId="Web-{D1595F0A-D1F8-1698-F3C8-DE6AD52AED83}" dt="2019-09-20T07:55:56.836" v="385"/>
        <pc:sldMkLst>
          <pc:docMk/>
          <pc:sldMk cId="1782371758" sldId="332"/>
        </pc:sldMkLst>
      </pc:sldChg>
      <pc:sldChg chg="modSp">
        <pc:chgData name="William Hui (IEG)" userId="S::kyhui@cuhk.edu.hk::07728535-8fdc-4325-b24f-20cc4d58a3a3" providerId="AD" clId="Web-{D1595F0A-D1F8-1698-F3C8-DE6AD52AED83}" dt="2019-09-20T06:53:41.539" v="0" actId="20577"/>
        <pc:sldMkLst>
          <pc:docMk/>
          <pc:sldMk cId="1971017547" sldId="334"/>
        </pc:sldMkLst>
      </pc:sldChg>
      <pc:sldChg chg="modSp add">
        <pc:chgData name="William Hui (IEG)" userId="S::kyhui@cuhk.edu.hk::07728535-8fdc-4325-b24f-20cc4d58a3a3" providerId="AD" clId="Web-{D1595F0A-D1F8-1698-F3C8-DE6AD52AED83}" dt="2019-09-20T08:02:43.585" v="507" actId="20577"/>
        <pc:sldMkLst>
          <pc:docMk/>
          <pc:sldMk cId="2924894201" sldId="335"/>
        </pc:sldMkLst>
      </pc:sldChg>
      <pc:sldChg chg="del">
        <pc:chgData name="William Hui (IEG)" userId="S::kyhui@cuhk.edu.hk::07728535-8fdc-4325-b24f-20cc4d58a3a3" providerId="AD" clId="Web-{D1595F0A-D1F8-1698-F3C8-DE6AD52AED83}" dt="2019-09-20T07:55:56.852" v="392"/>
        <pc:sldMkLst>
          <pc:docMk/>
          <pc:sldMk cId="3933665154" sldId="335"/>
        </pc:sldMkLst>
      </pc:sldChg>
      <pc:sldChg chg="modSp add">
        <pc:chgData name="William Hui (IEG)" userId="S::kyhui@cuhk.edu.hk::07728535-8fdc-4325-b24f-20cc4d58a3a3" providerId="AD" clId="Web-{D1595F0A-D1F8-1698-F3C8-DE6AD52AED83}" dt="2019-09-20T08:02:39.648" v="504" actId="20577"/>
        <pc:sldMkLst>
          <pc:docMk/>
          <pc:sldMk cId="1313796965" sldId="336"/>
        </pc:sldMkLst>
      </pc:sldChg>
      <pc:sldChg chg="del">
        <pc:chgData name="William Hui (IEG)" userId="S::kyhui@cuhk.edu.hk::07728535-8fdc-4325-b24f-20cc4d58a3a3" providerId="AD" clId="Web-{D1595F0A-D1F8-1698-F3C8-DE6AD52AED83}" dt="2019-09-20T07:55:56.836" v="384"/>
        <pc:sldMkLst>
          <pc:docMk/>
          <pc:sldMk cId="1841267462" sldId="336"/>
        </pc:sldMkLst>
      </pc:sldChg>
      <pc:sldChg chg="modSp add">
        <pc:chgData name="William Hui (IEG)" userId="S::kyhui@cuhk.edu.hk::07728535-8fdc-4325-b24f-20cc4d58a3a3" providerId="AD" clId="Web-{D1595F0A-D1F8-1698-F3C8-DE6AD52AED83}" dt="2019-09-20T08:02:38.148" v="503" actId="20577"/>
        <pc:sldMkLst>
          <pc:docMk/>
          <pc:sldMk cId="740399349" sldId="337"/>
        </pc:sldMkLst>
      </pc:sldChg>
      <pc:sldChg chg="del">
        <pc:chgData name="William Hui (IEG)" userId="S::kyhui@cuhk.edu.hk::07728535-8fdc-4325-b24f-20cc4d58a3a3" providerId="AD" clId="Web-{D1595F0A-D1F8-1698-F3C8-DE6AD52AED83}" dt="2019-09-20T06:53:55.414" v="13"/>
        <pc:sldMkLst>
          <pc:docMk/>
          <pc:sldMk cId="1841907987" sldId="337"/>
        </pc:sldMkLst>
      </pc:sldChg>
      <pc:sldChg chg="modSp add">
        <pc:chgData name="William Hui (IEG)" userId="S::kyhui@cuhk.edu.hk::07728535-8fdc-4325-b24f-20cc4d58a3a3" providerId="AD" clId="Web-{D1595F0A-D1F8-1698-F3C8-DE6AD52AED83}" dt="2019-09-20T08:03:02.304" v="537" actId="20577"/>
        <pc:sldMkLst>
          <pc:docMk/>
          <pc:sldMk cId="890796274" sldId="338"/>
        </pc:sldMkLst>
      </pc:sldChg>
      <pc:sldChg chg="modSp add">
        <pc:chgData name="William Hui (IEG)" userId="S::kyhui@cuhk.edu.hk::07728535-8fdc-4325-b24f-20cc4d58a3a3" providerId="AD" clId="Web-{D1595F0A-D1F8-1698-F3C8-DE6AD52AED83}" dt="2019-09-20T08:01:43.617" v="479" actId="20577"/>
        <pc:sldMkLst>
          <pc:docMk/>
          <pc:sldMk cId="3325095271" sldId="339"/>
        </pc:sldMkLst>
      </pc:sldChg>
      <pc:sldChg chg="modSp new">
        <pc:chgData name="William Hui (IEG)" userId="S::kyhui@cuhk.edu.hk::07728535-8fdc-4325-b24f-20cc4d58a3a3" providerId="AD" clId="Web-{D1595F0A-D1F8-1698-F3C8-DE6AD52AED83}" dt="2019-09-20T08:18:37.115" v="733" actId="20577"/>
        <pc:sldMkLst>
          <pc:docMk/>
          <pc:sldMk cId="476817869" sldId="340"/>
        </pc:sldMkLst>
      </pc:sldChg>
      <pc:sldChg chg="modSp add">
        <pc:chgData name="William Hui (IEG)" userId="S::kyhui@cuhk.edu.hk::07728535-8fdc-4325-b24f-20cc4d58a3a3" providerId="AD" clId="Web-{D1595F0A-D1F8-1698-F3C8-DE6AD52AED83}" dt="2019-09-20T08:10:57.710" v="576" actId="20577"/>
        <pc:sldMkLst>
          <pc:docMk/>
          <pc:sldMk cId="1823182997" sldId="341"/>
        </pc:sldMkLst>
      </pc:sldChg>
      <pc:sldChg chg="modSp add">
        <pc:chgData name="William Hui (IEG)" userId="S::kyhui@cuhk.edu.hk::07728535-8fdc-4325-b24f-20cc4d58a3a3" providerId="AD" clId="Web-{D1595F0A-D1F8-1698-F3C8-DE6AD52AED83}" dt="2019-09-20T08:11:07.350" v="577" actId="20577"/>
        <pc:sldMkLst>
          <pc:docMk/>
          <pc:sldMk cId="1454679282" sldId="342"/>
        </pc:sldMkLst>
      </pc:sldChg>
      <pc:sldChg chg="modSp add">
        <pc:chgData name="William Hui (IEG)" userId="S::kyhui@cuhk.edu.hk::07728535-8fdc-4325-b24f-20cc4d58a3a3" providerId="AD" clId="Web-{D1595F0A-D1F8-1698-F3C8-DE6AD52AED83}" dt="2019-09-20T08:12:00.053" v="583" actId="20577"/>
        <pc:sldMkLst>
          <pc:docMk/>
          <pc:sldMk cId="2527276554" sldId="343"/>
        </pc:sldMkLst>
      </pc:sldChg>
      <pc:sldChg chg="modSp add">
        <pc:chgData name="William Hui (IEG)" userId="S::kyhui@cuhk.edu.hk::07728535-8fdc-4325-b24f-20cc4d58a3a3" providerId="AD" clId="Web-{D1595F0A-D1F8-1698-F3C8-DE6AD52AED83}" dt="2019-09-20T08:11:54.960" v="581" actId="20577"/>
        <pc:sldMkLst>
          <pc:docMk/>
          <pc:sldMk cId="1926019625" sldId="344"/>
        </pc:sldMkLst>
      </pc:sldChg>
      <pc:sldMasterChg chg="addSldLayout">
        <pc:chgData name="William Hui (IEG)" userId="S::kyhui@cuhk.edu.hk::07728535-8fdc-4325-b24f-20cc4d58a3a3" providerId="AD" clId="Web-{D1595F0A-D1F8-1698-F3C8-DE6AD52AED83}" dt="2019-09-20T07:59:46.117" v="404"/>
        <pc:sldMasterMkLst>
          <pc:docMk/>
          <pc:sldMasterMk cId="0" sldId="2147483648"/>
        </pc:sldMasterMkLst>
        <pc:sldLayoutChg chg="add">
          <pc:chgData name="William Hui (IEG)" userId="S::kyhui@cuhk.edu.hk::07728535-8fdc-4325-b24f-20cc4d58a3a3" providerId="AD" clId="Web-{D1595F0A-D1F8-1698-F3C8-DE6AD52AED83}" dt="2019-09-20T07:59:46.117" v="404"/>
          <pc:sldLayoutMkLst>
            <pc:docMk/>
            <pc:sldMasterMk cId="0" sldId="2147483648"/>
            <pc:sldLayoutMk cId="1435403841" sldId="2147483652"/>
          </pc:sldLayoutMkLst>
        </pc:sldLayoutChg>
      </pc:sldMasterChg>
    </pc:docChg>
  </pc:docChgLst>
  <pc:docChgLst>
    <pc:chgData name="William Hui (IEG)" userId="S::kyhui@cuhk.edu.hk::07728535-8fdc-4325-b24f-20cc4d58a3a3" providerId="AD" clId="Web-{E506746F-6415-0C7E-7D42-198A0E4D57BE}"/>
    <pc:docChg chg="modSld">
      <pc:chgData name="William Hui (IEG)" userId="S::kyhui@cuhk.edu.hk::07728535-8fdc-4325-b24f-20cc4d58a3a3" providerId="AD" clId="Web-{E506746F-6415-0C7E-7D42-198A0E4D57BE}" dt="2019-09-23T02:07:46.577" v="1" actId="20577"/>
      <pc:docMkLst>
        <pc:docMk/>
      </pc:docMkLst>
      <pc:sldChg chg="modSp">
        <pc:chgData name="William Hui (IEG)" userId="S::kyhui@cuhk.edu.hk::07728535-8fdc-4325-b24f-20cc4d58a3a3" providerId="AD" clId="Web-{E506746F-6415-0C7E-7D42-198A0E4D57BE}" dt="2019-09-23T02:07:46.577" v="1" actId="20577"/>
        <pc:sldMkLst>
          <pc:docMk/>
          <pc:sldMk cId="3325095271" sldId="33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10/9/25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10/9/25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102F-1EE4-E98D-97DE-5CCD96663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92B7BD-971F-1B58-E282-8A2B17443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93224D-2CBF-021E-C97B-76B65C0DF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563B2-F3C7-821A-1792-F32396958D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164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687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73FBA3-FF73-4CAF-9AEF-8B4BE8F96046}" type="slidenum">
              <a:rPr lang="zh-TW" altLang="en-US"/>
              <a:pPr/>
              <a:t>7</a:t>
            </a:fld>
            <a:endParaRPr lang="en-US" altLang="zh-TW"/>
          </a:p>
        </p:txBody>
      </p:sp>
      <p:sp>
        <p:nvSpPr>
          <p:cNvPr id="68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8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b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29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73FBA3-FF73-4CAF-9AEF-8B4BE8F96046}" type="slidenum">
              <a:rPr lang="zh-TW" altLang="en-US"/>
              <a:pPr/>
              <a:t>9</a:t>
            </a:fld>
            <a:endParaRPr lang="en-US" altLang="zh-TW"/>
          </a:p>
        </p:txBody>
      </p:sp>
      <p:sp>
        <p:nvSpPr>
          <p:cNvPr id="68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8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b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30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05A05-952F-8FE6-8581-EAC5D99CF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B8D003-733D-6D74-AD13-A646AEA236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4CC78-E273-FEBC-62AC-DC71C3206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3F8DC-6178-1264-173E-776EB27C17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631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EC755-C183-1436-B619-EA0789762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1C0B7F-DC0D-FAF3-4239-189CD3E2E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DFC052-2286-FE13-510C-C93E8A09F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A9C77-E941-F584-B407-D8A8C78A5B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1280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873C9-1CC6-D3F0-AA5B-7F37E5D98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2548C1-FB6F-DAA3-14AF-DF7609A5B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C5484-9A8F-1EF5-09E6-C14C6D479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8B00F-0BAF-98E7-2993-C976A2386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427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1408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7149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235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32996429-F486-4407-9499-7AC487EF9A74}" type="slidenum">
              <a:rPr lang="zh-TW" altLang="en-US" b="0">
                <a:latin typeface="Arial" panose="020B0604020202020204" pitchFamily="34" charset="0"/>
              </a:rPr>
              <a:pPr/>
              <a:t>17</a:t>
            </a:fld>
            <a:endParaRPr lang="en-US" altLang="zh-TW" b="0">
              <a:latin typeface="Arial" panose="020B0604020202020204" pitchFamily="3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TW" b="0"/>
          </a:p>
        </p:txBody>
      </p:sp>
    </p:spTree>
    <p:extLst>
      <p:ext uri="{BB962C8B-B14F-4D97-AF65-F5344CB8AC3E}">
        <p14:creationId xmlns:p14="http://schemas.microsoft.com/office/powerpoint/2010/main" val="545969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32996429-F486-4407-9499-7AC487EF9A74}" type="slidenum">
              <a:rPr lang="zh-TW" altLang="en-US" b="0">
                <a:latin typeface="Arial" panose="020B0604020202020204" pitchFamily="34" charset="0"/>
              </a:rPr>
              <a:pPr/>
              <a:t>18</a:t>
            </a:fld>
            <a:endParaRPr lang="en-US" altLang="zh-TW" b="0">
              <a:latin typeface="Arial" panose="020B0604020202020204" pitchFamily="3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TW" b="0"/>
          </a:p>
        </p:txBody>
      </p:sp>
    </p:spTree>
    <p:extLst>
      <p:ext uri="{BB962C8B-B14F-4D97-AF65-F5344CB8AC3E}">
        <p14:creationId xmlns:p14="http://schemas.microsoft.com/office/powerpoint/2010/main" val="27611250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35242047-2399-45EB-94F8-F8F8C3391995}" type="slidenum">
              <a:rPr lang="zh-TW" altLang="en-US" b="0">
                <a:latin typeface="Arial" panose="020B0604020202020204" pitchFamily="34" charset="0"/>
              </a:rPr>
              <a:pPr/>
              <a:t>19</a:t>
            </a:fld>
            <a:endParaRPr lang="en-US" altLang="zh-TW" b="0">
              <a:latin typeface="Arial" panose="020B0604020202020204" pitchFamily="34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TW" b="0"/>
          </a:p>
        </p:txBody>
      </p:sp>
    </p:spTree>
    <p:extLst>
      <p:ext uri="{BB962C8B-B14F-4D97-AF65-F5344CB8AC3E}">
        <p14:creationId xmlns:p14="http://schemas.microsoft.com/office/powerpoint/2010/main" val="42477223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053C5-C7E3-F91A-71BE-6BEBFF864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F340DC6D-19F5-BB22-EEE2-932177ED1A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35242047-2399-45EB-94F8-F8F8C3391995}" type="slidenum">
              <a:rPr lang="zh-TW" altLang="en-US" b="0">
                <a:latin typeface="Arial" panose="020B0604020202020204" pitchFamily="34" charset="0"/>
              </a:rPr>
              <a:pPr/>
              <a:t>21</a:t>
            </a:fld>
            <a:endParaRPr lang="en-US" altLang="zh-TW" b="0">
              <a:latin typeface="Arial" panose="020B0604020202020204" pitchFamily="34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D5B5DFEB-27C8-D713-7CAA-0C2604B42D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ADA2B40E-145C-2E24-A10E-E51A795590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TW" b="0"/>
          </a:p>
        </p:txBody>
      </p:sp>
    </p:spTree>
    <p:extLst>
      <p:ext uri="{BB962C8B-B14F-4D97-AF65-F5344CB8AC3E}">
        <p14:creationId xmlns:p14="http://schemas.microsoft.com/office/powerpoint/2010/main" val="7554003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2310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BCADE-F66D-4D70-DDF9-3F226C494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531361-E001-54AE-849F-C4A581ABA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2EED56-9983-8463-99ED-80560DD92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2DADF-E403-A538-F5F8-E09789B41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6965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D675F-3CEF-C2CB-757E-ABBD54306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EC9319-D2E2-388C-DFA4-CA0EE2B94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00735-AE8E-3D09-B155-104C45633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baseline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264A6-C771-3956-2B20-3DF194980A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286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951DB-5FB7-CF96-D052-B1B3BD7F6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E866B-7CA0-B9FB-1B3C-354308330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5AC44-A545-E6A4-1939-02644367B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baseline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2EAD0-6E85-016D-16B6-30591F9BA1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9239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9512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C9F14-C246-AF0B-CD55-9BBEDFAB2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D8DD1B-28DF-337C-5E8D-F12524131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32F25-AB1E-3E0C-08AC-5AE21B3AA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baseline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0CB44-8D2C-25DA-08E5-B10196E64C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0696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6A73A-172A-0DA5-03DC-5C03BBDA5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9A2D82-8B2C-E0C0-1934-24E9943B8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615338-0F8F-0636-2184-7D25C4C51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baseline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94D7E-B8C6-ACE9-E973-37D0D28F4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3499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2BD5C-97C6-FECE-DD32-5C54D8CA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B2E5E-FD86-529B-7D13-C445298E8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BA81D6-6A8D-78F0-CF4D-6409DC5F3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baseline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BE84F-764D-66EC-70AF-30F2EDAE6B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616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6021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2977A-05C8-3F3D-A177-D477060CD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524F9B-6498-6F26-BCC4-D73913A26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7D84F1-A2AC-F584-02A0-E55B5B0EB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E8CED-2D24-4EEF-94CC-40C788A6D0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81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5" y="1066800"/>
            <a:ext cx="11910647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2CB658C-C1A7-450C-89D2-DFF02B4821E9}" type="datetime1">
              <a:rPr lang="zh-TW" altLang="en-US"/>
              <a:pPr/>
              <a:t>2025/10/9</a:t>
            </a:fld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F02A09-46C3-4B27-B4E1-E80642C8317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35403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6B708-041A-3F47-9E3D-15B6EC16E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Review: 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8F7B2-9388-CE4B-9A68-1E998AB6A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85" y="1371600"/>
            <a:ext cx="7602415" cy="4984752"/>
          </a:xfrm>
        </p:spPr>
        <p:txBody>
          <a:bodyPr>
            <a:normAutofit/>
          </a:bodyPr>
          <a:lstStyle/>
          <a:p>
            <a:r>
              <a:rPr lang="en-US"/>
              <a:t>Syntax of </a:t>
            </a:r>
            <a:r>
              <a:rPr lang="en-US">
                <a:latin typeface="Consolas" panose="020B0609020204030204" pitchFamily="49" charset="0"/>
              </a:rPr>
              <a:t>while</a:t>
            </a:r>
            <a:r>
              <a:rPr lang="en-US"/>
              <a:t> loops</a:t>
            </a:r>
          </a:p>
          <a:p>
            <a:pPr lvl="1"/>
            <a:r>
              <a:rPr lang="en-US" altLang="zh-CN" sz="3000">
                <a:cs typeface="Calibri"/>
              </a:rPr>
              <a:t>#1: Repeat a task a </a:t>
            </a:r>
            <a:r>
              <a:rPr lang="en-US" altLang="zh-CN" sz="3000" b="1">
                <a:cs typeface="Calibri"/>
              </a:rPr>
              <a:t>finite</a:t>
            </a:r>
            <a:r>
              <a:rPr lang="en-US" altLang="zh-CN" sz="3000">
                <a:cs typeface="Calibri"/>
              </a:rPr>
              <a:t> number of times </a:t>
            </a:r>
          </a:p>
          <a:p>
            <a:pPr lvl="1"/>
            <a:r>
              <a:rPr lang="en-US" altLang="zh-CN" sz="3000">
                <a:cs typeface="Calibri"/>
              </a:rPr>
              <a:t>#2: Repeat a task </a:t>
            </a:r>
            <a:r>
              <a:rPr lang="en-US" altLang="zh-CN" sz="3000" b="1">
                <a:cs typeface="Calibri"/>
              </a:rPr>
              <a:t>indefinitely</a:t>
            </a:r>
            <a:r>
              <a:rPr lang="en-US" altLang="zh-CN" sz="3000">
                <a:cs typeface="Calibri"/>
              </a:rPr>
              <a:t> until a </a:t>
            </a:r>
            <a:r>
              <a:rPr lang="en-US" altLang="zh-CN" sz="3000" u="sng">
                <a:cs typeface="Calibri"/>
              </a:rPr>
              <a:t>condition</a:t>
            </a:r>
            <a:r>
              <a:rPr lang="en-US" altLang="zh-CN" sz="3000">
                <a:cs typeface="Calibri"/>
              </a:rPr>
              <a:t> is met</a:t>
            </a:r>
          </a:p>
          <a:p>
            <a:pPr marL="457200" lvl="1" indent="0">
              <a:buNone/>
            </a:pPr>
            <a:endParaRPr lang="en-US"/>
          </a:p>
          <a:p>
            <a:r>
              <a:rPr lang="en-US"/>
              <a:t>Using repetition to solve problems</a:t>
            </a:r>
          </a:p>
          <a:p>
            <a:pPr lvl="1"/>
            <a:r>
              <a:rPr lang="en-US" altLang="zh-CN" sz="2800">
                <a:ea typeface="+mj-lt"/>
                <a:cs typeface="+mj-lt"/>
              </a:rPr>
              <a:t>Statistics: </a:t>
            </a:r>
            <a:r>
              <a:rPr lang="en-US" altLang="zh-CN" sz="2800"/>
              <a:t>sum, average, maximum, minimum, etc.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B9DB4-24BA-DD41-BB58-4CAAF60A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0758A23D-D691-AD14-3476-7362AA97A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033919"/>
            <a:ext cx="4254500" cy="2677656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TW" sz="2800" b="1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while (</a:t>
            </a:r>
            <a:r>
              <a:rPr lang="en-US" altLang="zh-TW" sz="2800" b="1">
                <a:latin typeface="Consolas" pitchFamily="49" charset="0"/>
                <a:ea typeface="MS Gothic" pitchFamily="49" charset="-128"/>
              </a:rPr>
              <a:t>condition</a:t>
            </a:r>
            <a:r>
              <a:rPr lang="en-US" altLang="zh-TW" sz="2800" b="1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)</a:t>
            </a:r>
            <a:r>
              <a:rPr lang="en-US" altLang="zh-TW" sz="2800" b="1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{</a:t>
            </a:r>
          </a:p>
          <a:p>
            <a:r>
              <a:rPr lang="en-US" altLang="zh-TW" sz="2800" b="1">
                <a:latin typeface="Consolas" pitchFamily="49" charset="0"/>
                <a:ea typeface="MS Gothic" pitchFamily="49" charset="-128"/>
              </a:rPr>
              <a:t>    statement1-1;</a:t>
            </a:r>
          </a:p>
          <a:p>
            <a:r>
              <a:rPr lang="en-US" altLang="zh-TW" sz="2800" b="1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    … …</a:t>
            </a:r>
          </a:p>
          <a:p>
            <a:r>
              <a:rPr lang="en-US" altLang="zh-TW" sz="2800" b="1">
                <a:latin typeface="Consolas" pitchFamily="49" charset="0"/>
                <a:ea typeface="MS Gothic" pitchFamily="49" charset="-128"/>
              </a:rPr>
              <a:t>    statement1-n;</a:t>
            </a:r>
          </a:p>
          <a:p>
            <a:r>
              <a:rPr lang="en-US" altLang="zh-TW" sz="2800" b="1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}</a:t>
            </a:r>
          </a:p>
          <a:p>
            <a:r>
              <a:rPr lang="en-US" altLang="zh-TW" sz="2800" b="1">
                <a:latin typeface="Consolas" pitchFamily="49" charset="0"/>
                <a:ea typeface="MS Gothic" pitchFamily="49" charset="-128"/>
              </a:rPr>
              <a:t>statement2;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FCAD7EB3-D724-7B31-7A7F-1B3E44AD3347}"/>
              </a:ext>
            </a:extLst>
          </p:cNvPr>
          <p:cNvSpPr txBox="1"/>
          <p:nvPr/>
        </p:nvSpPr>
        <p:spPr>
          <a:xfrm>
            <a:off x="7666567" y="4191000"/>
            <a:ext cx="4254500" cy="1815882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cs typeface="Calibri"/>
              </a:rPr>
              <a:t>loop variable initialization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cs typeface="Calibri"/>
              </a:rPr>
              <a:t>looping condition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cs typeface="Calibri"/>
              </a:rPr>
              <a:t>loop condition change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cs typeface="Calibri"/>
              </a:rPr>
              <a:t>loop body</a:t>
            </a:r>
          </a:p>
        </p:txBody>
      </p:sp>
    </p:spTree>
    <p:extLst>
      <p:ext uri="{BB962C8B-B14F-4D97-AF65-F5344CB8AC3E}">
        <p14:creationId xmlns:p14="http://schemas.microsoft.com/office/powerpoint/2010/main" val="204208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1DE4F-E788-8A18-15C7-E5645BA2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9B91E-73FB-9B74-A787-9C6371563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cs typeface="Calibri"/>
              </a:rPr>
              <a:t>Example: Read in 5 integers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52857-0F07-9026-97EE-2B67827AC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091FFC7-DE28-3037-7E95-4B8F8455A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058461"/>
            <a:ext cx="4953000" cy="329075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800" b="0">
                <a:latin typeface="Consolas"/>
                <a:ea typeface="新細明體"/>
                <a:cs typeface="Consolas" panose="020B0609020204030204" pitchFamily="49" charset="0"/>
              </a:rPr>
              <a:t> A[</a:t>
            </a:r>
            <a:r>
              <a:rPr lang="en-US" altLang="zh-TW" sz="28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  <a:r>
              <a:rPr lang="en-US" altLang="zh-TW" sz="2800" b="0">
                <a:latin typeface="Consolas"/>
                <a:ea typeface="新細明體"/>
                <a:cs typeface="Consolas" panose="020B0609020204030204" pitchFamily="49" charset="0"/>
              </a:rPr>
              <a:t>];</a:t>
            </a:r>
          </a:p>
          <a:p>
            <a:pPr>
              <a:lnSpc>
                <a:spcPct val="110000"/>
              </a:lnSpc>
            </a:pPr>
            <a:r>
              <a:rPr lang="en-US" altLang="zh-TW" sz="2800" b="0">
                <a:latin typeface="Consolas"/>
                <a:ea typeface="新細明體"/>
                <a:cs typeface="Consolas" panose="020B0609020204030204" pitchFamily="49" charset="0"/>
              </a:rPr>
              <a:t>printf(</a:t>
            </a:r>
            <a:r>
              <a:rPr lang="en-US" altLang="zh-TW" sz="28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"Enter 5 #'s: "</a:t>
            </a:r>
            <a:r>
              <a:rPr lang="en-US" altLang="zh-TW" sz="2800" b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  <a:endParaRPr lang="en-US" sz="2400"/>
          </a:p>
          <a:p>
            <a:pPr>
              <a:lnSpc>
                <a:spcPct val="110000"/>
              </a:lnSpc>
            </a:pPr>
            <a:r>
              <a:rPr lang="en-US" sz="2800" b="0" err="1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sz="2800" b="0">
                <a:latin typeface="Consolas"/>
                <a:ea typeface="新細明體"/>
                <a:cs typeface="Times New Roman"/>
              </a:rPr>
              <a:t> </a:t>
            </a:r>
            <a:r>
              <a:rPr lang="en-US" sz="2800" b="0" err="1">
                <a:highlight>
                  <a:srgbClr val="FFFF00"/>
                </a:highlight>
                <a:latin typeface="Consolas"/>
                <a:ea typeface="新細明體"/>
                <a:cs typeface="Times New Roman"/>
              </a:rPr>
              <a:t>i</a:t>
            </a:r>
            <a:r>
              <a:rPr lang="en-US" sz="2800" b="0">
                <a:highlight>
                  <a:srgbClr val="FFFF00"/>
                </a:highlight>
                <a:latin typeface="Consolas"/>
                <a:ea typeface="新細明體"/>
                <a:cs typeface="Times New Roman"/>
              </a:rPr>
              <a:t> = 0</a:t>
            </a:r>
            <a:r>
              <a:rPr lang="en-US" sz="2800" b="0">
                <a:latin typeface="Consolas"/>
                <a:ea typeface="新細明體"/>
                <a:cs typeface="Times New Roman"/>
              </a:rPr>
              <a:t>;</a:t>
            </a:r>
            <a:endParaRPr lang="en-US" sz="2400">
              <a:cs typeface="Times New Roman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latin typeface="Consolas"/>
                <a:ea typeface="新細明體"/>
                <a:cs typeface="Consolas" panose="020B0609020204030204" pitchFamily="49" charset="0"/>
              </a:rPr>
              <a:t>while (</a:t>
            </a:r>
            <a:r>
              <a:rPr lang="en-US" altLang="zh-TW" sz="2800" b="0" err="1">
                <a:highlight>
                  <a:srgbClr val="C0C0C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800" b="0">
                <a:highlight>
                  <a:srgbClr val="C0C0C0"/>
                </a:highlight>
                <a:latin typeface="Consolas"/>
                <a:ea typeface="新細明體"/>
                <a:cs typeface="Consolas" panose="020B0609020204030204" pitchFamily="49" charset="0"/>
              </a:rPr>
              <a:t> &lt; 5</a:t>
            </a:r>
            <a:r>
              <a:rPr lang="en-US" altLang="zh-TW" sz="2800" b="0">
                <a:latin typeface="Consolas"/>
                <a:ea typeface="新細明體"/>
                <a:cs typeface="Consolas" panose="020B0609020204030204" pitchFamily="49" charset="0"/>
              </a:rPr>
              <a:t>) </a:t>
            </a:r>
            <a:r>
              <a:rPr lang="en-US" altLang="zh-TW" sz="2800" b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{</a:t>
            </a:r>
            <a:endParaRPr lang="en-US" altLang="zh-TW" sz="2800" b="0">
              <a:highlight>
                <a:srgbClr val="00FFFF"/>
              </a:highlight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800" b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800" b="0" err="1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800" b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("%</a:t>
            </a:r>
            <a:r>
              <a:rPr lang="en-US" altLang="zh-TW" sz="2800" b="0" err="1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d",&amp;A</a:t>
            </a:r>
            <a:r>
              <a:rPr lang="en-US" altLang="zh-TW" sz="2800" b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[</a:t>
            </a:r>
            <a:r>
              <a:rPr lang="en-US" altLang="zh-TW" sz="2800" b="0" err="1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800" b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r>
              <a:rPr lang="en-US" altLang="zh-TW" sz="2800" b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800" b="0" err="1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800" b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++;</a:t>
            </a:r>
          </a:p>
          <a:p>
            <a:pPr>
              <a:lnSpc>
                <a:spcPct val="110000"/>
              </a:lnSpc>
            </a:pPr>
            <a:r>
              <a:rPr lang="en-US" altLang="zh-TW" sz="2800" b="0">
                <a:highlight>
                  <a:srgbClr val="00FFFF"/>
                </a:highlight>
                <a:latin typeface="Consolas"/>
                <a:ea typeface="新細明體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8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8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4A44BCD-70AE-7D88-60FB-493794552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8" y="1058461"/>
            <a:ext cx="454356" cy="329075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endParaRPr lang="en-US" altLang="zh-TW" sz="2800" b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endParaRPr lang="en-US" altLang="zh-TW" sz="2800" b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endParaRPr lang="en-US" altLang="zh-TW" sz="2800" b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7</a:t>
            </a:r>
            <a:endParaRPr lang="en-US" altLang="zh-TW" sz="2800" b="0">
              <a:solidFill>
                <a:srgbClr val="5F5F5F"/>
              </a:solidFill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728DDE-2CA6-FD1E-E237-1FA0B74C9991}"/>
              </a:ext>
            </a:extLst>
          </p:cNvPr>
          <p:cNvSpPr txBox="1"/>
          <p:nvPr/>
        </p:nvSpPr>
        <p:spPr>
          <a:xfrm>
            <a:off x="7162800" y="1338417"/>
            <a:ext cx="4728438" cy="224676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loop variable initialization</a:t>
            </a:r>
            <a:r>
              <a:rPr lang="en-US" sz="2800">
                <a:solidFill>
                  <a:srgbClr val="FF0000"/>
                </a:solidFill>
                <a:cs typeface="Calibri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F0000"/>
                </a:solidFill>
                <a:highlight>
                  <a:srgbClr val="808080"/>
                </a:highlight>
                <a:cs typeface="Calibri"/>
              </a:rPr>
              <a:t>looping condition</a:t>
            </a:r>
            <a:r>
              <a:rPr lang="en-US" sz="2800">
                <a:solidFill>
                  <a:srgbClr val="FF0000"/>
                </a:solidFill>
                <a:cs typeface="Calibri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F0000"/>
                </a:solidFill>
                <a:highlight>
                  <a:srgbClr val="00FF00"/>
                </a:highlight>
                <a:cs typeface="Calibri"/>
              </a:rPr>
              <a:t>loop condition change</a:t>
            </a:r>
            <a:r>
              <a:rPr lang="en-US" sz="2800">
                <a:solidFill>
                  <a:srgbClr val="FF0000"/>
                </a:solidFill>
                <a:cs typeface="Calibri"/>
              </a:rPr>
              <a:t>,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F0000"/>
                </a:solidFill>
                <a:highlight>
                  <a:srgbClr val="00FFFF"/>
                </a:highlight>
                <a:cs typeface="Calibri"/>
              </a:rPr>
              <a:t>loop body</a:t>
            </a:r>
            <a:r>
              <a:rPr lang="en-US" sz="2800">
                <a:solidFill>
                  <a:srgbClr val="FF0000"/>
                </a:solidFill>
                <a:cs typeface="Calibri"/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>
              <a:solidFill>
                <a:srgbClr val="FF0000"/>
              </a:solidFill>
              <a:cs typeface="Calibri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0976F0-4BE0-D140-4E1F-2D91BA14E655}"/>
              </a:ext>
            </a:extLst>
          </p:cNvPr>
          <p:cNvSpPr txBox="1"/>
          <p:nvPr/>
        </p:nvSpPr>
        <p:spPr>
          <a:xfrm>
            <a:off x="304800" y="4493273"/>
            <a:ext cx="7759700" cy="1766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Common mistakes and infinite loops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while(true)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Forget to update 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0872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B2515E-0D9B-1D3A-1D8E-C3427CD0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Common problems in Lab5 Ex6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ED0AE4-C337-ED32-6B66-B06BB21BE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Lab-5 Ex6 - High Dimension Dot-Product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int n;</a:t>
            </a:r>
          </a:p>
          <a:p>
            <a:pPr marL="0" indent="0">
              <a:buNone/>
            </a:pPr>
            <a:r>
              <a:rPr lang="en-US"/>
              <a:t>double v[n],w[n];</a:t>
            </a:r>
          </a:p>
          <a:p>
            <a:pPr marL="0" indent="0">
              <a:buNone/>
            </a:pPr>
            <a:r>
              <a:rPr lang="en-US"/>
              <a:t>…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Any problem in the above code?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0F5BEF-7A18-A187-F351-98D24502F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8F6CAB3-9751-FFFF-E555-27D4DC6F0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861" y="1143000"/>
            <a:ext cx="5168571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82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71600"/>
            <a:ext cx="8382000" cy="4191000"/>
          </a:xfrm>
        </p:spPr>
        <p:txBody>
          <a:bodyPr anchor="t" anchorCtr="0">
            <a:normAutofit fontScale="90000"/>
          </a:bodyPr>
          <a:lstStyle/>
          <a:p>
            <a:br>
              <a:rPr lang="en-US"/>
            </a:br>
            <a:r>
              <a:rPr lang="en-US" sz="5300" b="1"/>
              <a:t>Looping (II)</a:t>
            </a:r>
            <a:br>
              <a:rPr lang="en-US" sz="5300" b="1"/>
            </a:br>
            <a:br>
              <a:rPr lang="en-US" sz="5300" b="1"/>
            </a:br>
            <a:r>
              <a:rPr lang="en-US" sz="5300" b="1"/>
              <a:t>for Loop</a:t>
            </a:r>
            <a:br>
              <a:rPr lang="en-US" b="1"/>
            </a:br>
            <a:br>
              <a:rPr lang="en-US" b="1"/>
            </a:br>
            <a:r>
              <a:rPr lang="en-US">
                <a:cs typeface="Calibri"/>
              </a:rPr>
              <a:t>generally help us do </a:t>
            </a:r>
            <a:r>
              <a:rPr lang="en-US" u="sng">
                <a:cs typeface="Calibri"/>
              </a:rPr>
              <a:t>finite repetition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971017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6D7D-97E3-4942-A605-196D8A9A8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63489-D9BC-3A4E-9596-D7521997B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/>
              <a:t> statement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Further Examples on Array Processing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More For-Loop Examples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DC75D-22B6-4048-A2DE-2CCF1B71A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43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/>
              </a:rPr>
              <a:t>0. </a:t>
            </a:r>
            <a:r>
              <a:rPr lang="en-US" altLang="zh-TW" b="1">
                <a:solidFill>
                  <a:srgbClr val="0070C0"/>
                </a:solidFill>
                <a:latin typeface="Consolas"/>
                <a:ea typeface="新細明體"/>
              </a:rPr>
              <a:t>for</a:t>
            </a:r>
            <a:r>
              <a:rPr lang="en-US" altLang="zh-TW">
                <a:ea typeface="新細明體"/>
              </a:rPr>
              <a:t>-loop vs. </a:t>
            </a:r>
            <a:r>
              <a:rPr lang="en-US" altLang="zh-TW" b="1">
                <a:solidFill>
                  <a:srgbClr val="0070C0"/>
                </a:solidFill>
                <a:latin typeface="Consolas"/>
                <a:ea typeface="新細明體"/>
              </a:rPr>
              <a:t>while</a:t>
            </a:r>
            <a:r>
              <a:rPr lang="en-US" altLang="zh-TW">
                <a:ea typeface="新細明體"/>
              </a:rPr>
              <a:t>-loop</a:t>
            </a:r>
            <a:endParaRPr lang="en-US">
              <a:latin typeface="Consolas"/>
              <a:ea typeface="新細明體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They are "</a:t>
            </a:r>
            <a:r>
              <a:rPr lang="en-US" sz="2400" b="1" i="1" u="sng" dirty="0">
                <a:solidFill>
                  <a:srgbClr val="C00000"/>
                </a:solidFill>
              </a:rPr>
              <a:t>equivalent</a:t>
            </a:r>
            <a:r>
              <a:rPr lang="en-US" sz="2400" dirty="0"/>
              <a:t>" in terms of what you can accomplish with them.</a:t>
            </a:r>
            <a:endParaRPr lang="en-US" sz="2400" dirty="0">
              <a:cs typeface="Calibri"/>
            </a:endParaRPr>
          </a:p>
          <a:p>
            <a:pPr lvl="1"/>
            <a:r>
              <a:rPr lang="en-US" sz="2000" dirty="0"/>
              <a:t>Any task you can accomplish with one of these loop structures, you can also accomplish the task with the other loop structure.</a:t>
            </a:r>
            <a:endParaRPr lang="en-US" sz="2400" dirty="0"/>
          </a:p>
          <a:p>
            <a:r>
              <a:rPr lang="en-US" sz="2800" dirty="0">
                <a:latin typeface="Consolas"/>
                <a:cs typeface="Consolas" panose="020B0609020204030204" pitchFamily="49" charset="0"/>
              </a:rPr>
              <a:t>for</a:t>
            </a:r>
            <a:r>
              <a:rPr lang="en-US" sz="2800" dirty="0"/>
              <a:t>-loop is more expressive for tasks to be repeated a </a:t>
            </a:r>
            <a:r>
              <a:rPr lang="en-US" sz="2800" u="sng" dirty="0"/>
              <a:t>finite number</a:t>
            </a:r>
            <a:r>
              <a:rPr lang="en-US" sz="2800" dirty="0"/>
              <a:t> of times, i.e. </a:t>
            </a:r>
            <a:r>
              <a:rPr lang="en-US" sz="2800" b="1" u="sng" dirty="0"/>
              <a:t>finite repetition</a:t>
            </a:r>
            <a:r>
              <a:rPr lang="en-US" sz="2800" dirty="0"/>
              <a:t>.</a:t>
            </a:r>
            <a:endParaRPr lang="en-US" sz="2800" dirty="0">
              <a:cs typeface="Calibri"/>
            </a:endParaRPr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6AED76E2-F2DA-A42D-76FA-5DD1A103E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6192" y="3781079"/>
            <a:ext cx="5275381" cy="156966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TW" sz="2400" b="1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for (</a:t>
            </a:r>
            <a:r>
              <a:rPr lang="en-US" altLang="zh-TW" sz="2400" b="1" err="1">
                <a:highlight>
                  <a:srgbClr val="FFFF00"/>
                </a:highlight>
                <a:latin typeface="Consolas" pitchFamily="49" charset="0"/>
                <a:ea typeface="MS Gothic" pitchFamily="49" charset="-128"/>
              </a:rPr>
              <a:t>init</a:t>
            </a:r>
            <a:r>
              <a:rPr lang="en-US" altLang="zh-TW" sz="2400" b="1">
                <a:solidFill>
                  <a:srgbClr val="FF0000"/>
                </a:solidFill>
                <a:latin typeface="Consolas" pitchFamily="49" charset="0"/>
                <a:ea typeface="MS Gothic" pitchFamily="49" charset="-128"/>
              </a:rPr>
              <a:t>;</a:t>
            </a:r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 </a:t>
            </a:r>
            <a:r>
              <a:rPr lang="en-US" altLang="zh-TW" sz="2400" b="1">
                <a:highlight>
                  <a:srgbClr val="C0C0C0"/>
                </a:highlight>
                <a:latin typeface="Consolas" pitchFamily="49" charset="0"/>
                <a:ea typeface="MS Gothic" pitchFamily="49" charset="-128"/>
              </a:rPr>
              <a:t>condition</a:t>
            </a:r>
            <a:r>
              <a:rPr lang="en-US" altLang="zh-TW" sz="2400" b="1">
                <a:solidFill>
                  <a:srgbClr val="FF0000"/>
                </a:solidFill>
                <a:latin typeface="Consolas" pitchFamily="49" charset="0"/>
                <a:ea typeface="MS Gothic" pitchFamily="49" charset="-128"/>
              </a:rPr>
              <a:t>;</a:t>
            </a:r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 </a:t>
            </a:r>
            <a:r>
              <a:rPr lang="en-US" altLang="zh-TW" sz="2400" b="1">
                <a:highlight>
                  <a:srgbClr val="00FF00"/>
                </a:highlight>
                <a:latin typeface="Consolas" pitchFamily="49" charset="0"/>
                <a:ea typeface="MS Gothic" pitchFamily="49" charset="-128"/>
              </a:rPr>
              <a:t>update</a:t>
            </a:r>
            <a:r>
              <a:rPr lang="en-US" altLang="zh-TW" sz="2400" b="1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)</a:t>
            </a:r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{</a:t>
            </a:r>
          </a:p>
          <a:p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    </a:t>
            </a:r>
            <a:r>
              <a:rPr lang="en-US" altLang="zh-TW" sz="2400" b="1">
                <a:highlight>
                  <a:srgbClr val="008000"/>
                </a:highlight>
                <a:latin typeface="Consolas" pitchFamily="49" charset="0"/>
                <a:ea typeface="MS Gothic" pitchFamily="49" charset="-128"/>
              </a:rPr>
              <a:t>statement1-n</a:t>
            </a:r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;</a:t>
            </a:r>
          </a:p>
          <a:p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}</a:t>
            </a:r>
          </a:p>
          <a:p>
            <a:r>
              <a:rPr lang="en-US" altLang="zh-TW" sz="2400" b="1">
                <a:highlight>
                  <a:srgbClr val="FF99FF"/>
                </a:highlight>
                <a:latin typeface="Consolas" pitchFamily="49" charset="0"/>
                <a:ea typeface="MS Gothic" pitchFamily="49" charset="-128"/>
              </a:rPr>
              <a:t>statement2</a:t>
            </a:r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;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244FAA01-1867-660A-EA85-A9CCD664F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411747"/>
            <a:ext cx="4254500" cy="2308324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TW" sz="2400" b="1" err="1">
                <a:highlight>
                  <a:srgbClr val="FFFF00"/>
                </a:highlight>
                <a:latin typeface="Consolas" pitchFamily="49" charset="0"/>
                <a:ea typeface="MS Gothic" pitchFamily="49" charset="-128"/>
              </a:rPr>
              <a:t>init</a:t>
            </a:r>
            <a:r>
              <a:rPr lang="en-US" altLang="zh-TW" sz="2400" b="1">
                <a:highlight>
                  <a:srgbClr val="FFFF00"/>
                </a:highlight>
                <a:latin typeface="Consolas" pitchFamily="49" charset="0"/>
                <a:ea typeface="MS Gothic" pitchFamily="49" charset="-128"/>
              </a:rPr>
              <a:t>;</a:t>
            </a:r>
            <a:endParaRPr lang="en-US" altLang="zh-TW" sz="2400" b="1">
              <a:solidFill>
                <a:srgbClr val="FF3300"/>
              </a:solidFill>
              <a:latin typeface="Consolas" pitchFamily="49" charset="0"/>
              <a:ea typeface="MS Gothic" pitchFamily="49" charset="-128"/>
            </a:endParaRPr>
          </a:p>
          <a:p>
            <a:r>
              <a:rPr lang="en-US" altLang="zh-TW" sz="2400" b="1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while (</a:t>
            </a:r>
            <a:r>
              <a:rPr lang="en-US" altLang="zh-TW" sz="2400" b="1">
                <a:highlight>
                  <a:srgbClr val="C0C0C0"/>
                </a:highlight>
                <a:latin typeface="Consolas" pitchFamily="49" charset="0"/>
                <a:ea typeface="MS Gothic" pitchFamily="49" charset="-128"/>
              </a:rPr>
              <a:t>condition</a:t>
            </a:r>
            <a:r>
              <a:rPr lang="en-US" altLang="zh-TW" sz="2400" b="1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)</a:t>
            </a:r>
            <a:r>
              <a:rPr lang="en-US" altLang="zh-TW" sz="2400" b="1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{</a:t>
            </a:r>
          </a:p>
          <a:p>
            <a:r>
              <a:rPr lang="en-US" altLang="zh-TW" sz="2400" b="1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	</a:t>
            </a:r>
            <a:r>
              <a:rPr lang="en-US" altLang="zh-TW" sz="2400" b="1">
                <a:highlight>
                  <a:srgbClr val="008000"/>
                </a:highlight>
                <a:latin typeface="Consolas" pitchFamily="49" charset="0"/>
                <a:ea typeface="MS Gothic" pitchFamily="49" charset="-128"/>
              </a:rPr>
              <a:t>statement1-n</a:t>
            </a:r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;</a:t>
            </a:r>
          </a:p>
          <a:p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	</a:t>
            </a:r>
            <a:r>
              <a:rPr lang="en-US" altLang="zh-TW" sz="2400" b="1">
                <a:highlight>
                  <a:srgbClr val="00FF00"/>
                </a:highlight>
                <a:latin typeface="Consolas" pitchFamily="49" charset="0"/>
                <a:ea typeface="MS Gothic" pitchFamily="49" charset="-128"/>
              </a:rPr>
              <a:t>update;</a:t>
            </a:r>
            <a:endParaRPr lang="en-US" altLang="zh-TW" sz="2400" b="1">
              <a:latin typeface="Consolas" pitchFamily="49" charset="0"/>
              <a:ea typeface="MS Gothic" pitchFamily="49" charset="-128"/>
            </a:endParaRPr>
          </a:p>
          <a:p>
            <a:r>
              <a:rPr lang="en-US" altLang="zh-TW" sz="2400" b="1">
                <a:solidFill>
                  <a:srgbClr val="00B0F0"/>
                </a:solidFill>
                <a:latin typeface="Consolas" pitchFamily="49" charset="0"/>
                <a:ea typeface="MS Gothic" pitchFamily="49" charset="-128"/>
              </a:rPr>
              <a:t>}</a:t>
            </a:r>
          </a:p>
          <a:p>
            <a:r>
              <a:rPr lang="en-US" altLang="zh-TW" sz="2400" b="1">
                <a:highlight>
                  <a:srgbClr val="FF99FF"/>
                </a:highlight>
                <a:latin typeface="Consolas" pitchFamily="49" charset="0"/>
                <a:ea typeface="MS Gothic" pitchFamily="49" charset="-128"/>
              </a:rPr>
              <a:t>statement2</a:t>
            </a:r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31768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/>
              </a:rPr>
              <a:t>1. </a:t>
            </a:r>
            <a:r>
              <a:rPr lang="en-US" altLang="zh-TW">
                <a:solidFill>
                  <a:srgbClr val="0070C0"/>
                </a:solidFill>
                <a:latin typeface="Consolas"/>
                <a:ea typeface="新細明體"/>
              </a:rPr>
              <a:t>for</a:t>
            </a:r>
            <a:r>
              <a:rPr lang="en-US" altLang="zh-TW">
                <a:solidFill>
                  <a:srgbClr val="FF3300"/>
                </a:solidFill>
                <a:ea typeface="新細明體"/>
              </a:rPr>
              <a:t> </a:t>
            </a:r>
            <a:r>
              <a:rPr lang="en-US" altLang="zh-TW">
                <a:ea typeface="新細明體"/>
              </a:rPr>
              <a:t>statement (</a:t>
            </a:r>
            <a:r>
              <a:rPr lang="en-US" altLang="zh-TW" i="1">
                <a:ea typeface="新細明體"/>
              </a:rPr>
              <a:t>Syntax</a:t>
            </a:r>
            <a:r>
              <a:rPr lang="en-US" altLang="zh-TW">
                <a:ea typeface="新細明體"/>
              </a:rPr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E2CF4-7484-41D7-B20A-8F9043140677}" type="slidenum">
              <a:rPr lang="zh-TW" altLang="en-US" smtClean="0"/>
              <a:pPr/>
              <a:t>7</a:t>
            </a:fld>
            <a:endParaRPr lang="en-US" altLang="zh-TW"/>
          </a:p>
        </p:txBody>
      </p:sp>
      <p:sp>
        <p:nvSpPr>
          <p:cNvPr id="65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0295" y="1545028"/>
            <a:ext cx="6553192" cy="3586756"/>
          </a:xfrm>
        </p:spPr>
        <p:txBody>
          <a:bodyPr>
            <a:normAutofit fontScale="70000" lnSpcReduction="20000"/>
          </a:bodyPr>
          <a:lstStyle/>
          <a:p>
            <a:pPr lvl="0">
              <a:defRPr/>
            </a:pPr>
            <a:r>
              <a:rPr lang="en-US" altLang="zh-TW"/>
              <a:t>The </a:t>
            </a:r>
            <a:r>
              <a:rPr lang="en-US" altLang="zh-TW" b="1">
                <a:highlight>
                  <a:srgbClr val="FFFF00"/>
                </a:highlight>
                <a:ea typeface="新細明體" pitchFamily="18" charset="-120"/>
              </a:rPr>
              <a:t>initialization</a:t>
            </a:r>
            <a:r>
              <a:rPr lang="en-US" altLang="zh-TW"/>
              <a:t> (</a:t>
            </a:r>
            <a:r>
              <a:rPr lang="en-US" altLang="zh-TW" err="1"/>
              <a:t>init</a:t>
            </a:r>
            <a:r>
              <a:rPr lang="en-US" altLang="zh-TW"/>
              <a:t>) statement</a:t>
            </a:r>
          </a:p>
          <a:p>
            <a:pPr lvl="1">
              <a:defRPr/>
            </a:pPr>
            <a:r>
              <a:rPr lang="en-US" altLang="zh-TW"/>
              <a:t>Executes once before the </a:t>
            </a:r>
            <a:r>
              <a:rPr lang="en-US" altLang="zh-TW" b="1">
                <a:solidFill>
                  <a:schemeClr val="accent1"/>
                </a:solidFill>
              </a:rPr>
              <a:t>condition</a:t>
            </a:r>
            <a:r>
              <a:rPr lang="en-US" altLang="zh-TW"/>
              <a:t> statement.</a:t>
            </a:r>
          </a:p>
          <a:p>
            <a:pPr lvl="8">
              <a:defRPr/>
            </a:pPr>
            <a:endParaRPr lang="en-US" altLang="zh-TW"/>
          </a:p>
          <a:p>
            <a:pPr lvl="0"/>
            <a:r>
              <a:rPr lang="en-US" altLang="zh-TW"/>
              <a:t>The </a:t>
            </a:r>
            <a:r>
              <a:rPr lang="en-US" altLang="zh-TW" b="1">
                <a:highlight>
                  <a:srgbClr val="C0C0C0"/>
                </a:highlight>
              </a:rPr>
              <a:t>condition</a:t>
            </a:r>
            <a:r>
              <a:rPr lang="en-US" altLang="zh-TW"/>
              <a:t> statement</a:t>
            </a:r>
          </a:p>
          <a:p>
            <a:pPr lvl="1"/>
            <a:r>
              <a:rPr lang="en-US" altLang="zh-TW"/>
              <a:t>is the same as in the while-loop condition.</a:t>
            </a:r>
          </a:p>
          <a:p>
            <a:pPr lvl="8"/>
            <a:endParaRPr lang="en-US" altLang="zh-TW"/>
          </a:p>
          <a:p>
            <a:r>
              <a:rPr lang="en-US" altLang="zh-TW"/>
              <a:t>The loop body (</a:t>
            </a:r>
            <a:r>
              <a:rPr lang="en-US" altLang="zh-TW" sz="3100" b="1">
                <a:highlight>
                  <a:srgbClr val="008000"/>
                </a:highlight>
              </a:rPr>
              <a:t>statement1-n</a:t>
            </a:r>
            <a:r>
              <a:rPr lang="en-US" altLang="zh-TW"/>
              <a:t>)</a:t>
            </a:r>
          </a:p>
          <a:p>
            <a:pPr lvl="1"/>
            <a:r>
              <a:rPr lang="en-US" altLang="zh-TW"/>
              <a:t>Repeats until the </a:t>
            </a:r>
            <a:r>
              <a:rPr lang="en-US" altLang="zh-TW" b="1">
                <a:solidFill>
                  <a:schemeClr val="accent1"/>
                </a:solidFill>
              </a:rPr>
              <a:t>condition</a:t>
            </a:r>
            <a:r>
              <a:rPr lang="en-US" altLang="zh-TW"/>
              <a:t> statement becomes </a:t>
            </a:r>
            <a:r>
              <a:rPr lang="en-US" altLang="zh-TW" b="1" i="1"/>
              <a:t>false</a:t>
            </a:r>
            <a:r>
              <a:rPr lang="en-US" altLang="zh-TW"/>
              <a:t>.</a:t>
            </a:r>
          </a:p>
          <a:p>
            <a:pPr lvl="8"/>
            <a:endParaRPr lang="en-US" altLang="zh-TW">
              <a:highlight>
                <a:srgbClr val="008000"/>
              </a:highlight>
            </a:endParaRPr>
          </a:p>
          <a:p>
            <a:r>
              <a:rPr lang="en-US" altLang="zh-TW"/>
              <a:t>The </a:t>
            </a:r>
            <a:r>
              <a:rPr lang="en-US" altLang="zh-TW" b="1">
                <a:highlight>
                  <a:srgbClr val="00FF00"/>
                </a:highlight>
              </a:rPr>
              <a:t>update</a:t>
            </a:r>
            <a:r>
              <a:rPr lang="en-US" altLang="zh-TW"/>
              <a:t> statement</a:t>
            </a:r>
          </a:p>
          <a:p>
            <a:pPr lvl="1"/>
            <a:r>
              <a:rPr lang="en-US" altLang="zh-TW"/>
              <a:t>Executes after </a:t>
            </a:r>
            <a:r>
              <a:rPr lang="en-US" altLang="zh-TW" b="1">
                <a:solidFill>
                  <a:srgbClr val="0070C0"/>
                </a:solidFill>
              </a:rPr>
              <a:t>statement1</a:t>
            </a:r>
            <a:r>
              <a:rPr lang="en-US" altLang="zh-TW"/>
              <a:t> in each iteration, and</a:t>
            </a:r>
          </a:p>
          <a:p>
            <a:pPr lvl="1"/>
            <a:r>
              <a:rPr lang="en-US" altLang="zh-TW"/>
              <a:t>is usually for updating the loop </a:t>
            </a:r>
            <a:r>
              <a:rPr lang="en-US" altLang="zh-TW" b="1">
                <a:solidFill>
                  <a:schemeClr val="accent1"/>
                </a:solidFill>
              </a:rPr>
              <a:t>condition</a:t>
            </a:r>
            <a:r>
              <a:rPr lang="en-US" altLang="zh-TW"/>
              <a:t>. </a:t>
            </a:r>
          </a:p>
        </p:txBody>
      </p:sp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6553200" y="994886"/>
            <a:ext cx="5257800" cy="22490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b="1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for (</a:t>
            </a:r>
            <a:r>
              <a:rPr lang="en-US" altLang="zh-TW" sz="2400" b="1" err="1">
                <a:highlight>
                  <a:srgbClr val="FFFF00"/>
                </a:highlight>
                <a:latin typeface="Consolas" pitchFamily="49" charset="0"/>
                <a:ea typeface="MS Gothic" pitchFamily="49" charset="-128"/>
              </a:rPr>
              <a:t>init</a:t>
            </a:r>
            <a:r>
              <a:rPr lang="en-US" altLang="zh-TW" sz="2400" b="1">
                <a:solidFill>
                  <a:srgbClr val="FF0000"/>
                </a:solidFill>
                <a:latin typeface="Consolas" pitchFamily="49" charset="0"/>
                <a:ea typeface="MS Gothic" pitchFamily="49" charset="-128"/>
              </a:rPr>
              <a:t>;</a:t>
            </a:r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 </a:t>
            </a:r>
            <a:r>
              <a:rPr lang="en-US" altLang="zh-TW" sz="2400" b="1">
                <a:highlight>
                  <a:srgbClr val="C0C0C0"/>
                </a:highlight>
                <a:latin typeface="Consolas" pitchFamily="49" charset="0"/>
                <a:ea typeface="MS Gothic" pitchFamily="49" charset="-128"/>
              </a:rPr>
              <a:t>condition</a:t>
            </a:r>
            <a:r>
              <a:rPr lang="en-US" altLang="zh-TW" sz="2400" b="1">
                <a:solidFill>
                  <a:srgbClr val="FF0000"/>
                </a:solidFill>
                <a:latin typeface="Consolas" pitchFamily="49" charset="0"/>
                <a:ea typeface="MS Gothic" pitchFamily="49" charset="-128"/>
              </a:rPr>
              <a:t>;</a:t>
            </a:r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 </a:t>
            </a:r>
            <a:r>
              <a:rPr lang="en-US" altLang="zh-TW" sz="2400" b="1">
                <a:highlight>
                  <a:srgbClr val="00FF00"/>
                </a:highlight>
                <a:latin typeface="Consolas" pitchFamily="49" charset="0"/>
                <a:ea typeface="MS Gothic" pitchFamily="49" charset="-128"/>
              </a:rPr>
              <a:t>update</a:t>
            </a:r>
            <a:r>
              <a:rPr lang="en-US" altLang="zh-TW" sz="2400" b="1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)</a:t>
            </a:r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    </a:t>
            </a:r>
            <a:r>
              <a:rPr lang="en-US" altLang="zh-TW" sz="2400" b="1">
                <a:highlight>
                  <a:srgbClr val="008000"/>
                </a:highlight>
                <a:latin typeface="Consolas" pitchFamily="49" charset="0"/>
                <a:ea typeface="MS Gothic" pitchFamily="49" charset="-128"/>
              </a:rPr>
              <a:t>statement1-n</a:t>
            </a:r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altLang="zh-TW" sz="2400" b="1">
                <a:highlight>
                  <a:srgbClr val="FF99FF"/>
                </a:highlight>
                <a:latin typeface="Consolas" pitchFamily="49" charset="0"/>
                <a:ea typeface="MS Gothic" pitchFamily="49" charset="-128"/>
              </a:rPr>
              <a:t>statement2</a:t>
            </a:r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;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8343900" y="3614101"/>
            <a:ext cx="3467100" cy="2939100"/>
            <a:chOff x="5181600" y="1066800"/>
            <a:chExt cx="3505200" cy="3425999"/>
          </a:xfrm>
        </p:grpSpPr>
        <p:sp>
          <p:nvSpPr>
            <p:cNvPr id="8" name="Rectangle 7"/>
            <p:cNvSpPr/>
            <p:nvPr/>
          </p:nvSpPr>
          <p:spPr>
            <a:xfrm>
              <a:off x="5410200" y="3581400"/>
              <a:ext cx="1524000" cy="381000"/>
            </a:xfrm>
            <a:prstGeom prst="rect">
              <a:avLst/>
            </a:prstGeom>
            <a:solidFill>
              <a:srgbClr val="FF99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statement2</a:t>
              </a:r>
            </a:p>
          </p:txBody>
        </p:sp>
        <p:cxnSp>
          <p:nvCxnSpPr>
            <p:cNvPr id="9" name="Straight Arrow Connector 8"/>
            <p:cNvCxnSpPr>
              <a:stCxn id="20" idx="2"/>
              <a:endCxn id="18" idx="0"/>
            </p:cNvCxnSpPr>
            <p:nvPr/>
          </p:nvCxnSpPr>
          <p:spPr>
            <a:xfrm>
              <a:off x="6172200" y="1828800"/>
              <a:ext cx="0" cy="5334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stCxn id="18" idx="2"/>
              <a:endCxn id="8" idx="0"/>
            </p:cNvCxnSpPr>
            <p:nvPr/>
          </p:nvCxnSpPr>
          <p:spPr>
            <a:xfrm>
              <a:off x="6172200" y="2971800"/>
              <a:ext cx="0" cy="6096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cxnSpLocks/>
            </p:cNvCxnSpPr>
            <p:nvPr/>
          </p:nvCxnSpPr>
          <p:spPr>
            <a:xfrm>
              <a:off x="6172200" y="3962400"/>
              <a:ext cx="0" cy="53039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6324600" y="2895600"/>
              <a:ext cx="609600" cy="407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/>
                <a:t>true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562600" y="3056298"/>
              <a:ext cx="685800" cy="407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/>
                <a:t>false</a:t>
              </a:r>
            </a:p>
          </p:txBody>
        </p:sp>
        <p:cxnSp>
          <p:nvCxnSpPr>
            <p:cNvPr id="14" name="Shape 13"/>
            <p:cNvCxnSpPr/>
            <p:nvPr/>
          </p:nvCxnSpPr>
          <p:spPr>
            <a:xfrm rot="16200000" flipH="1">
              <a:off x="6096000" y="2667000"/>
              <a:ext cx="720000" cy="720000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4"/>
            <p:cNvCxnSpPr/>
            <p:nvPr/>
          </p:nvCxnSpPr>
          <p:spPr>
            <a:xfrm rot="10800000" flipH="1">
              <a:off x="6781800" y="2667000"/>
              <a:ext cx="720000" cy="720000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15"/>
            <p:cNvCxnSpPr/>
            <p:nvPr/>
          </p:nvCxnSpPr>
          <p:spPr>
            <a:xfrm rot="5400000" flipH="1">
              <a:off x="6781800" y="1981200"/>
              <a:ext cx="720000" cy="720000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hape 16"/>
            <p:cNvCxnSpPr/>
            <p:nvPr/>
          </p:nvCxnSpPr>
          <p:spPr>
            <a:xfrm flipH="1">
              <a:off x="6096000" y="1981200"/>
              <a:ext cx="720000" cy="720000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lowchart: Decision 17"/>
            <p:cNvSpPr/>
            <p:nvPr/>
          </p:nvSpPr>
          <p:spPr>
            <a:xfrm>
              <a:off x="5181600" y="2362200"/>
              <a:ext cx="1981200" cy="60960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condition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162800" y="2895600"/>
              <a:ext cx="1524000" cy="381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Statement1-n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410200" y="1447800"/>
              <a:ext cx="1524000" cy="381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init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6172200" y="1066800"/>
              <a:ext cx="0" cy="381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7162800" y="2133600"/>
              <a:ext cx="1524000" cy="3810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update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9030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367681" y="1043301"/>
            <a:ext cx="495586" cy="32004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367678" y="76200"/>
            <a:ext cx="10224122" cy="739434"/>
          </a:xfrm>
        </p:spPr>
        <p:txBody>
          <a:bodyPr>
            <a:noAutofit/>
          </a:bodyPr>
          <a:lstStyle/>
          <a:p>
            <a:r>
              <a:rPr lang="en-US" altLang="zh-TW" sz="4000">
                <a:ea typeface="新細明體"/>
              </a:rPr>
              <a:t>1.1. </a:t>
            </a:r>
            <a:r>
              <a:rPr lang="en-US" altLang="zh-TW" sz="4000" b="1">
                <a:solidFill>
                  <a:srgbClr val="0070C0"/>
                </a:solidFill>
                <a:latin typeface="Consolas"/>
                <a:ea typeface="新細明體"/>
              </a:rPr>
              <a:t>for</a:t>
            </a:r>
            <a:r>
              <a:rPr lang="en-US" altLang="zh-TW" sz="4000">
                <a:ea typeface="新細明體"/>
              </a:rPr>
              <a:t> Statement (Example #1)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844076" y="1043301"/>
            <a:ext cx="5530982" cy="3200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sz="2000" b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 simple loop that iterates 5 times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1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err="1"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highlight>
                  <a:srgbClr val="0080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highlight>
                  <a:srgbClr val="0080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0080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"%d\n"</a:t>
            </a:r>
            <a:r>
              <a:rPr lang="en-US" altLang="zh-TW" sz="2000" b="0">
                <a:highlight>
                  <a:srgbClr val="0080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err="1">
                <a:highlight>
                  <a:srgbClr val="0080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highlight>
                  <a:srgbClr val="0080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highlight>
                  <a:srgbClr val="FF99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printf(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FF99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"Lastly, </a:t>
            </a:r>
            <a:r>
              <a:rPr lang="en-US" altLang="zh-TW" sz="2000" b="0" err="1">
                <a:solidFill>
                  <a:srgbClr val="3399FF"/>
                </a:solidFill>
                <a:highlight>
                  <a:srgbClr val="FF99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FF99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%d\n"</a:t>
            </a:r>
            <a:r>
              <a:rPr lang="en-US" altLang="zh-TW" sz="2000" b="0">
                <a:highlight>
                  <a:srgbClr val="FF99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err="1">
                <a:highlight>
                  <a:srgbClr val="FF99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highlight>
                  <a:srgbClr val="FF99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67681" y="4243702"/>
            <a:ext cx="6007375" cy="2018231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Lastly, </a:t>
            </a:r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6</a:t>
            </a: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 rot="4052910" flipH="1" flipV="1">
            <a:off x="1047979" y="824443"/>
            <a:ext cx="1165436" cy="2306589"/>
          </a:xfrm>
          <a:prstGeom prst="curvedLeftArrow">
            <a:avLst>
              <a:gd name="adj1" fmla="val 12912"/>
              <a:gd name="adj2" fmla="val 37765"/>
              <a:gd name="adj3" fmla="val 25926"/>
            </a:avLst>
          </a:prstGeom>
          <a:solidFill>
            <a:srgbClr val="FF33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F7D4F065-2EC2-00E4-A6F7-043B7220FFEB}"/>
              </a:ext>
            </a:extLst>
          </p:cNvPr>
          <p:cNvSpPr txBox="1"/>
          <p:nvPr/>
        </p:nvSpPr>
        <p:spPr>
          <a:xfrm>
            <a:off x="7806808" y="2093929"/>
            <a:ext cx="3832360" cy="132343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loop variable initialization</a:t>
            </a:r>
            <a:endParaRPr lang="en-US" sz="2000">
              <a:solidFill>
                <a:srgbClr val="FF0000"/>
              </a:solidFill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0000"/>
                </a:solidFill>
                <a:highlight>
                  <a:srgbClr val="C0C0C0"/>
                </a:highlight>
                <a:cs typeface="Calibri"/>
              </a:rPr>
              <a:t>looping condition</a:t>
            </a:r>
            <a:endParaRPr lang="en-US" sz="2000">
              <a:solidFill>
                <a:srgbClr val="FF0000"/>
              </a:solidFill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0000"/>
                </a:solidFill>
                <a:highlight>
                  <a:srgbClr val="00FF00"/>
                </a:highlight>
                <a:cs typeface="Calibri"/>
              </a:rPr>
              <a:t>Update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0000"/>
                </a:solidFill>
                <a:highlight>
                  <a:srgbClr val="008000"/>
                </a:highlight>
                <a:cs typeface="Calibri"/>
              </a:rPr>
              <a:t>loop body</a:t>
            </a:r>
            <a:endParaRPr lang="en-US" sz="2000">
              <a:solidFill>
                <a:srgbClr val="FF0000"/>
              </a:solidFill>
              <a:cs typeface="Calibri"/>
            </a:endParaRPr>
          </a:p>
        </p:txBody>
      </p:sp>
      <p:grpSp>
        <p:nvGrpSpPr>
          <p:cNvPr id="3" name="Group 22">
            <a:extLst>
              <a:ext uri="{FF2B5EF4-FFF2-40B4-BE49-F238E27FC236}">
                <a16:creationId xmlns:a16="http://schemas.microsoft.com/office/drawing/2014/main" id="{500D8214-088E-ACA3-57BD-C8A75361E6E7}"/>
              </a:ext>
            </a:extLst>
          </p:cNvPr>
          <p:cNvGrpSpPr/>
          <p:nvPr/>
        </p:nvGrpSpPr>
        <p:grpSpPr>
          <a:xfrm>
            <a:off x="8506292" y="3810000"/>
            <a:ext cx="3132876" cy="2810933"/>
            <a:chOff x="5181600" y="1066800"/>
            <a:chExt cx="3167303" cy="3276600"/>
          </a:xfrm>
        </p:grpSpPr>
        <p:sp>
          <p:nvSpPr>
            <p:cNvPr id="4" name="Rectangle 7">
              <a:extLst>
                <a:ext uri="{FF2B5EF4-FFF2-40B4-BE49-F238E27FC236}">
                  <a16:creationId xmlns:a16="http://schemas.microsoft.com/office/drawing/2014/main" id="{52DEB44F-517A-2FAD-B31B-204433FFFFCA}"/>
                </a:ext>
              </a:extLst>
            </p:cNvPr>
            <p:cNvSpPr/>
            <p:nvPr/>
          </p:nvSpPr>
          <p:spPr>
            <a:xfrm>
              <a:off x="5410200" y="3581400"/>
              <a:ext cx="1524000" cy="381000"/>
            </a:xfrm>
            <a:prstGeom prst="rect">
              <a:avLst/>
            </a:prstGeom>
            <a:solidFill>
              <a:srgbClr val="FF99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statement2</a:t>
              </a:r>
            </a:p>
          </p:txBody>
        </p:sp>
        <p:cxnSp>
          <p:nvCxnSpPr>
            <p:cNvPr id="5" name="Straight Arrow Connector 8">
              <a:extLst>
                <a:ext uri="{FF2B5EF4-FFF2-40B4-BE49-F238E27FC236}">
                  <a16:creationId xmlns:a16="http://schemas.microsoft.com/office/drawing/2014/main" id="{ABEC1656-247F-7477-A2A3-EBBC2AA5711D}"/>
                </a:ext>
              </a:extLst>
            </p:cNvPr>
            <p:cNvCxnSpPr>
              <a:stCxn id="20" idx="2"/>
              <a:endCxn id="18" idx="0"/>
            </p:cNvCxnSpPr>
            <p:nvPr/>
          </p:nvCxnSpPr>
          <p:spPr>
            <a:xfrm>
              <a:off x="6172200" y="1828800"/>
              <a:ext cx="0" cy="5334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9">
              <a:extLst>
                <a:ext uri="{FF2B5EF4-FFF2-40B4-BE49-F238E27FC236}">
                  <a16:creationId xmlns:a16="http://schemas.microsoft.com/office/drawing/2014/main" id="{5E5F7510-008C-55A4-5F36-7D0E346DF5E3}"/>
                </a:ext>
              </a:extLst>
            </p:cNvPr>
            <p:cNvCxnSpPr>
              <a:stCxn id="18" idx="2"/>
              <a:endCxn id="4" idx="0"/>
            </p:cNvCxnSpPr>
            <p:nvPr/>
          </p:nvCxnSpPr>
          <p:spPr>
            <a:xfrm>
              <a:off x="6172200" y="2971800"/>
              <a:ext cx="0" cy="6096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10">
              <a:extLst>
                <a:ext uri="{FF2B5EF4-FFF2-40B4-BE49-F238E27FC236}">
                  <a16:creationId xmlns:a16="http://schemas.microsoft.com/office/drawing/2014/main" id="{214C8286-370C-E469-8013-D3860DD47E0D}"/>
                </a:ext>
              </a:extLst>
            </p:cNvPr>
            <p:cNvCxnSpPr/>
            <p:nvPr/>
          </p:nvCxnSpPr>
          <p:spPr>
            <a:xfrm>
              <a:off x="6172200" y="3962400"/>
              <a:ext cx="0" cy="381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ADB3F96C-5C24-A6F4-A282-004F9A452950}"/>
                </a:ext>
              </a:extLst>
            </p:cNvPr>
            <p:cNvSpPr txBox="1"/>
            <p:nvPr/>
          </p:nvSpPr>
          <p:spPr>
            <a:xfrm>
              <a:off x="6324600" y="2895600"/>
              <a:ext cx="609600" cy="407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/>
                <a:t>true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12C0621-6FCD-3CB8-C5F3-3D2EAB4EDDE0}"/>
                </a:ext>
              </a:extLst>
            </p:cNvPr>
            <p:cNvSpPr txBox="1"/>
            <p:nvPr/>
          </p:nvSpPr>
          <p:spPr>
            <a:xfrm>
              <a:off x="5562600" y="3056298"/>
              <a:ext cx="685800" cy="407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/>
                <a:t>false</a:t>
              </a:r>
            </a:p>
          </p:txBody>
        </p:sp>
        <p:cxnSp>
          <p:nvCxnSpPr>
            <p:cNvPr id="14" name="Shape 13">
              <a:extLst>
                <a:ext uri="{FF2B5EF4-FFF2-40B4-BE49-F238E27FC236}">
                  <a16:creationId xmlns:a16="http://schemas.microsoft.com/office/drawing/2014/main" id="{15E261E1-80DD-ADD2-536B-388D0FFD69D7}"/>
                </a:ext>
              </a:extLst>
            </p:cNvPr>
            <p:cNvCxnSpPr/>
            <p:nvPr/>
          </p:nvCxnSpPr>
          <p:spPr>
            <a:xfrm rot="16200000" flipH="1">
              <a:off x="6096000" y="2667000"/>
              <a:ext cx="720000" cy="720000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4">
              <a:extLst>
                <a:ext uri="{FF2B5EF4-FFF2-40B4-BE49-F238E27FC236}">
                  <a16:creationId xmlns:a16="http://schemas.microsoft.com/office/drawing/2014/main" id="{99CF085E-4640-4EAB-86D0-8106D8C1DD52}"/>
                </a:ext>
              </a:extLst>
            </p:cNvPr>
            <p:cNvCxnSpPr/>
            <p:nvPr/>
          </p:nvCxnSpPr>
          <p:spPr>
            <a:xfrm rot="10800000" flipH="1">
              <a:off x="6781800" y="2667000"/>
              <a:ext cx="720000" cy="720000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15">
              <a:extLst>
                <a:ext uri="{FF2B5EF4-FFF2-40B4-BE49-F238E27FC236}">
                  <a16:creationId xmlns:a16="http://schemas.microsoft.com/office/drawing/2014/main" id="{2C715643-9531-2406-A7A3-ECCF5C710AF7}"/>
                </a:ext>
              </a:extLst>
            </p:cNvPr>
            <p:cNvCxnSpPr/>
            <p:nvPr/>
          </p:nvCxnSpPr>
          <p:spPr>
            <a:xfrm rot="5400000" flipH="1">
              <a:off x="6781800" y="1981200"/>
              <a:ext cx="720000" cy="720000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hape 16">
              <a:extLst>
                <a:ext uri="{FF2B5EF4-FFF2-40B4-BE49-F238E27FC236}">
                  <a16:creationId xmlns:a16="http://schemas.microsoft.com/office/drawing/2014/main" id="{0F3AA92F-4AFA-3B1E-766F-EED5F01385E5}"/>
                </a:ext>
              </a:extLst>
            </p:cNvPr>
            <p:cNvCxnSpPr/>
            <p:nvPr/>
          </p:nvCxnSpPr>
          <p:spPr>
            <a:xfrm flipH="1">
              <a:off x="6096000" y="1981200"/>
              <a:ext cx="720000" cy="720000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lowchart: Decision 17">
              <a:extLst>
                <a:ext uri="{FF2B5EF4-FFF2-40B4-BE49-F238E27FC236}">
                  <a16:creationId xmlns:a16="http://schemas.microsoft.com/office/drawing/2014/main" id="{D6E1DA97-0264-453C-55F7-762F87FC2B11}"/>
                </a:ext>
              </a:extLst>
            </p:cNvPr>
            <p:cNvSpPr/>
            <p:nvPr/>
          </p:nvSpPr>
          <p:spPr>
            <a:xfrm>
              <a:off x="5181600" y="2362200"/>
              <a:ext cx="1981200" cy="60960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condition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0955607-127B-28C0-16FE-0E626DC444E5}"/>
                </a:ext>
              </a:extLst>
            </p:cNvPr>
            <p:cNvSpPr/>
            <p:nvPr/>
          </p:nvSpPr>
          <p:spPr>
            <a:xfrm>
              <a:off x="7057440" y="2946805"/>
              <a:ext cx="1291463" cy="381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Statement1-n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9160F5A-7C64-1268-843B-A9DA7441CDD4}"/>
                </a:ext>
              </a:extLst>
            </p:cNvPr>
            <p:cNvSpPr/>
            <p:nvPr/>
          </p:nvSpPr>
          <p:spPr>
            <a:xfrm>
              <a:off x="5410200" y="1447800"/>
              <a:ext cx="1524000" cy="381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rgbClr val="FF0000"/>
                  </a:solidFill>
                </a:rPr>
                <a:t>init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45322ED-E3F2-3128-79A2-EA8CF445F6E3}"/>
                </a:ext>
              </a:extLst>
            </p:cNvPr>
            <p:cNvCxnSpPr/>
            <p:nvPr/>
          </p:nvCxnSpPr>
          <p:spPr>
            <a:xfrm>
              <a:off x="6172200" y="1066800"/>
              <a:ext cx="0" cy="381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6DDAFEA-F999-84A7-5017-52A21EEF5A67}"/>
                </a:ext>
              </a:extLst>
            </p:cNvPr>
            <p:cNvSpPr/>
            <p:nvPr/>
          </p:nvSpPr>
          <p:spPr>
            <a:xfrm>
              <a:off x="7086599" y="2067582"/>
              <a:ext cx="1262304" cy="381000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/>
                <a:t>update</a:t>
              </a:r>
            </a:p>
          </p:txBody>
        </p:sp>
      </p:grpSp>
      <p:sp>
        <p:nvSpPr>
          <p:cNvPr id="23" name="Text Box 3">
            <a:extLst>
              <a:ext uri="{FF2B5EF4-FFF2-40B4-BE49-F238E27FC236}">
                <a16:creationId xmlns:a16="http://schemas.microsoft.com/office/drawing/2014/main" id="{36DA31CC-F403-57CA-F132-38DCA1971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5088" y="109964"/>
            <a:ext cx="4495800" cy="17098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b="1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for (</a:t>
            </a:r>
            <a:r>
              <a:rPr lang="en-US" altLang="zh-TW" b="1" err="1">
                <a:highlight>
                  <a:srgbClr val="FFFF00"/>
                </a:highlight>
                <a:latin typeface="Consolas" pitchFamily="49" charset="0"/>
                <a:ea typeface="MS Gothic" pitchFamily="49" charset="-128"/>
              </a:rPr>
              <a:t>init</a:t>
            </a:r>
            <a:r>
              <a:rPr lang="en-US" altLang="zh-TW" b="1">
                <a:solidFill>
                  <a:srgbClr val="FF0000"/>
                </a:solidFill>
                <a:latin typeface="Consolas" pitchFamily="49" charset="0"/>
                <a:ea typeface="MS Gothic" pitchFamily="49" charset="-128"/>
              </a:rPr>
              <a:t>;</a:t>
            </a:r>
            <a:r>
              <a:rPr lang="en-US" altLang="zh-TW" b="1">
                <a:latin typeface="Consolas" pitchFamily="49" charset="0"/>
                <a:ea typeface="MS Gothic" pitchFamily="49" charset="-128"/>
              </a:rPr>
              <a:t> </a:t>
            </a:r>
            <a:r>
              <a:rPr lang="en-US" altLang="zh-TW" b="1">
                <a:highlight>
                  <a:srgbClr val="C0C0C0"/>
                </a:highlight>
                <a:latin typeface="Consolas" pitchFamily="49" charset="0"/>
                <a:ea typeface="MS Gothic" pitchFamily="49" charset="-128"/>
              </a:rPr>
              <a:t>condition</a:t>
            </a:r>
            <a:r>
              <a:rPr lang="en-US" altLang="zh-TW" b="1">
                <a:solidFill>
                  <a:srgbClr val="FF0000"/>
                </a:solidFill>
                <a:latin typeface="Consolas" pitchFamily="49" charset="0"/>
                <a:ea typeface="MS Gothic" pitchFamily="49" charset="-128"/>
              </a:rPr>
              <a:t>;</a:t>
            </a:r>
            <a:r>
              <a:rPr lang="en-US" altLang="zh-TW" b="1">
                <a:latin typeface="Consolas" pitchFamily="49" charset="0"/>
                <a:ea typeface="MS Gothic" pitchFamily="49" charset="-128"/>
              </a:rPr>
              <a:t> </a:t>
            </a:r>
            <a:r>
              <a:rPr lang="en-US" altLang="zh-TW" b="1">
                <a:highlight>
                  <a:srgbClr val="00FF00"/>
                </a:highlight>
                <a:latin typeface="Consolas" pitchFamily="49" charset="0"/>
                <a:ea typeface="MS Gothic" pitchFamily="49" charset="-128"/>
              </a:rPr>
              <a:t>update</a:t>
            </a:r>
            <a:r>
              <a:rPr lang="en-US" altLang="zh-TW" b="1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)</a:t>
            </a:r>
            <a:r>
              <a:rPr lang="en-US" altLang="zh-TW" b="1">
                <a:latin typeface="Consolas" pitchFamily="49" charset="0"/>
                <a:ea typeface="MS Gothic" pitchFamily="49" charset="-128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TW" b="1">
                <a:latin typeface="Consolas" pitchFamily="49" charset="0"/>
                <a:ea typeface="MS Gothic" pitchFamily="49" charset="-128"/>
              </a:rPr>
              <a:t>    </a:t>
            </a:r>
            <a:r>
              <a:rPr lang="en-US" altLang="zh-TW" b="1">
                <a:highlight>
                  <a:srgbClr val="008000"/>
                </a:highlight>
                <a:latin typeface="Consolas" pitchFamily="49" charset="0"/>
                <a:ea typeface="MS Gothic" pitchFamily="49" charset="-128"/>
              </a:rPr>
              <a:t>statement1-n</a:t>
            </a:r>
            <a:r>
              <a:rPr lang="en-US" altLang="zh-TW" b="1">
                <a:latin typeface="Consolas" pitchFamily="49" charset="0"/>
                <a:ea typeface="MS Gothic" pitchFamily="49" charset="-128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TW" b="1">
                <a:latin typeface="Consolas" pitchFamily="49" charset="0"/>
                <a:ea typeface="MS Gothic" pitchFamily="49" charset="-128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altLang="zh-TW" b="1">
                <a:highlight>
                  <a:srgbClr val="FF99FF"/>
                </a:highlight>
                <a:latin typeface="Consolas" pitchFamily="49" charset="0"/>
                <a:ea typeface="MS Gothic" pitchFamily="49" charset="-128"/>
              </a:rPr>
              <a:t>statement2</a:t>
            </a:r>
            <a:r>
              <a:rPr lang="en-US" altLang="zh-TW" b="1">
                <a:latin typeface="Consolas" pitchFamily="49" charset="0"/>
                <a:ea typeface="MS Gothic" pitchFamily="49" charset="-128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975804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/>
              </a:rPr>
              <a:t>1.1. </a:t>
            </a:r>
            <a:r>
              <a:rPr lang="en-US" altLang="zh-TW" b="1">
                <a:solidFill>
                  <a:srgbClr val="0070C0"/>
                </a:solidFill>
                <a:latin typeface="Consolas"/>
                <a:ea typeface="新細明體"/>
              </a:rPr>
              <a:t>for</a:t>
            </a:r>
            <a:r>
              <a:rPr lang="en-US" altLang="zh-TW">
                <a:ea typeface="新細明體"/>
              </a:rPr>
              <a:t>-loop vs. </a:t>
            </a:r>
            <a:r>
              <a:rPr lang="en-US" altLang="zh-TW" b="1">
                <a:solidFill>
                  <a:srgbClr val="0070C0"/>
                </a:solidFill>
                <a:latin typeface="Consolas"/>
                <a:ea typeface="新細明體"/>
              </a:rPr>
              <a:t>while</a:t>
            </a:r>
            <a:r>
              <a:rPr lang="en-US" altLang="zh-TW">
                <a:ea typeface="新細明體"/>
              </a:rPr>
              <a:t>-loop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E2CF4-7484-41D7-B20A-8F9043140677}" type="slidenum">
              <a:rPr lang="zh-TW" altLang="en-US" smtClean="0"/>
              <a:pPr/>
              <a:t>9</a:t>
            </a:fld>
            <a:endParaRPr lang="en-US" altLang="zh-TW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7AD3674-9589-F636-2A41-1993DA99E818}"/>
              </a:ext>
            </a:extLst>
          </p:cNvPr>
          <p:cNvGrpSpPr/>
          <p:nvPr/>
        </p:nvGrpSpPr>
        <p:grpSpPr>
          <a:xfrm>
            <a:off x="3907282" y="1461283"/>
            <a:ext cx="8223738" cy="4072323"/>
            <a:chOff x="2063262" y="1456404"/>
            <a:chExt cx="8223738" cy="4072323"/>
          </a:xfrm>
        </p:grpSpPr>
        <p:sp>
          <p:nvSpPr>
            <p:cNvPr id="19" name="Text Box 4"/>
            <p:cNvSpPr txBox="1">
              <a:spLocks noChangeArrowheads="1"/>
            </p:cNvSpPr>
            <p:nvPr/>
          </p:nvSpPr>
          <p:spPr bwMode="auto">
            <a:xfrm>
              <a:off x="3434862" y="3764727"/>
              <a:ext cx="533400" cy="176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>
              <a:noAutofit/>
            </a:bodyPr>
            <a:lstStyle/>
            <a:p>
              <a:pPr algn="r">
                <a:lnSpc>
                  <a:spcPct val="110000"/>
                </a:lnSpc>
              </a:pPr>
              <a:r>
                <a:rPr lang="en-US" altLang="zh-TW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itchFamily="49" charset="0"/>
                  <a:ea typeface="MS Gothic" pitchFamily="49" charset="-128"/>
                </a:rPr>
                <a:t>1</a:t>
              </a:r>
            </a:p>
            <a:p>
              <a:pPr algn="r">
                <a:lnSpc>
                  <a:spcPct val="110000"/>
                </a:lnSpc>
              </a:pPr>
              <a:r>
                <a:rPr lang="en-US" altLang="zh-TW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itchFamily="49" charset="0"/>
                  <a:ea typeface="MS Gothic" pitchFamily="49" charset="-128"/>
                </a:rPr>
                <a:t>2</a:t>
              </a:r>
            </a:p>
            <a:p>
              <a:pPr algn="r">
                <a:lnSpc>
                  <a:spcPct val="110000"/>
                </a:lnSpc>
              </a:pPr>
              <a:r>
                <a:rPr lang="en-US" altLang="zh-TW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itchFamily="49" charset="0"/>
                  <a:ea typeface="MS Gothic" pitchFamily="49" charset="-128"/>
                </a:rPr>
                <a:t>3</a:t>
              </a:r>
            </a:p>
            <a:p>
              <a:pPr algn="r">
                <a:lnSpc>
                  <a:spcPct val="110000"/>
                </a:lnSpc>
              </a:pPr>
              <a:r>
                <a:rPr lang="en-US" altLang="zh-TW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itchFamily="49" charset="0"/>
                  <a:ea typeface="MS Gothic" pitchFamily="49" charset="-128"/>
                </a:rPr>
                <a:t>4</a:t>
              </a:r>
            </a:p>
            <a:p>
              <a:pPr algn="r">
                <a:lnSpc>
                  <a:spcPct val="110000"/>
                </a:lnSpc>
              </a:pPr>
              <a:r>
                <a:rPr lang="en-US" altLang="zh-TW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itchFamily="49" charset="0"/>
                  <a:ea typeface="MS Gothic" pitchFamily="49" charset="-128"/>
                </a:rPr>
                <a:t>5</a:t>
              </a:r>
            </a:p>
          </p:txBody>
        </p:sp>
        <p:sp>
          <p:nvSpPr>
            <p:cNvPr id="16" name="Text Box 4"/>
            <p:cNvSpPr txBox="1">
              <a:spLocks noChangeArrowheads="1"/>
            </p:cNvSpPr>
            <p:nvPr/>
          </p:nvSpPr>
          <p:spPr bwMode="auto">
            <a:xfrm>
              <a:off x="3511062" y="1456404"/>
              <a:ext cx="457200" cy="23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>
              <a:noAutofit/>
            </a:bodyPr>
            <a:lstStyle/>
            <a:p>
              <a:pPr algn="r">
                <a:lnSpc>
                  <a:spcPct val="110000"/>
                </a:lnSpc>
              </a:pPr>
              <a:r>
                <a:rPr lang="en-US" altLang="zh-TW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itchFamily="49" charset="0"/>
                  <a:ea typeface="MS Gothic" pitchFamily="49" charset="-128"/>
                </a:rPr>
                <a:t>1</a:t>
              </a:r>
            </a:p>
            <a:p>
              <a:pPr algn="r">
                <a:lnSpc>
                  <a:spcPct val="110000"/>
                </a:lnSpc>
              </a:pPr>
              <a:r>
                <a:rPr lang="en-US" altLang="zh-TW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itchFamily="49" charset="0"/>
                  <a:ea typeface="MS Gothic" pitchFamily="49" charset="-128"/>
                </a:rPr>
                <a:t>2</a:t>
              </a:r>
            </a:p>
            <a:p>
              <a:pPr algn="r">
                <a:lnSpc>
                  <a:spcPct val="110000"/>
                </a:lnSpc>
              </a:pPr>
              <a:r>
                <a:rPr lang="en-US" altLang="zh-TW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itchFamily="49" charset="0"/>
                  <a:ea typeface="MS Gothic" pitchFamily="49" charset="-128"/>
                </a:rPr>
                <a:t>3</a:t>
              </a:r>
            </a:p>
            <a:p>
              <a:pPr algn="r">
                <a:lnSpc>
                  <a:spcPct val="110000"/>
                </a:lnSpc>
              </a:pPr>
              <a:r>
                <a:rPr lang="en-US" altLang="zh-TW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itchFamily="49" charset="0"/>
                  <a:ea typeface="MS Gothic" pitchFamily="49" charset="-128"/>
                </a:rPr>
                <a:t>4</a:t>
              </a:r>
            </a:p>
            <a:p>
              <a:pPr algn="r">
                <a:lnSpc>
                  <a:spcPct val="110000"/>
                </a:lnSpc>
              </a:pPr>
              <a:r>
                <a:rPr lang="en-US" altLang="zh-TW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itchFamily="49" charset="0"/>
                  <a:ea typeface="MS Gothic" pitchFamily="49" charset="-128"/>
                </a:rPr>
                <a:t>5</a:t>
              </a:r>
            </a:p>
            <a:p>
              <a:pPr algn="r">
                <a:lnSpc>
                  <a:spcPct val="110000"/>
                </a:lnSpc>
              </a:pPr>
              <a:r>
                <a:rPr lang="en-US" altLang="zh-TW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itchFamily="49" charset="0"/>
                  <a:ea typeface="MS Gothic" pitchFamily="49" charset="-128"/>
                </a:rPr>
                <a:t>6</a:t>
              </a:r>
            </a:p>
            <a:p>
              <a:pPr algn="r">
                <a:lnSpc>
                  <a:spcPct val="110000"/>
                </a:lnSpc>
              </a:pPr>
              <a:r>
                <a:rPr lang="en-US" altLang="zh-TW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itchFamily="49" charset="0"/>
                  <a:ea typeface="MS Gothic" pitchFamily="49" charset="-128"/>
                </a:rPr>
                <a:t>7</a:t>
              </a:r>
            </a:p>
            <a:p>
              <a:pPr algn="r">
                <a:lnSpc>
                  <a:spcPct val="110000"/>
                </a:lnSpc>
              </a:pPr>
              <a:endPara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2063262" y="1456404"/>
              <a:ext cx="1447800" cy="23083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182880" bIns="182880" rtlCol="0" anchor="t" anchorCtr="0"/>
            <a:lstStyle/>
            <a:p>
              <a:pPr algn="ctr"/>
              <a:endParaRPr lang="en-US" b="1"/>
            </a:p>
            <a:p>
              <a:pPr algn="ctr"/>
              <a:endParaRPr lang="en-US" b="1"/>
            </a:p>
            <a:p>
              <a:pPr algn="ctr"/>
              <a:endParaRPr lang="en-US" b="1"/>
            </a:p>
            <a:p>
              <a:pPr algn="ctr"/>
              <a:r>
                <a:rPr lang="en-US" sz="2000" b="1"/>
                <a:t>While-Loop Version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63262" y="3764728"/>
              <a:ext cx="1447800" cy="175432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182880" bIns="182880" rtlCol="0" anchor="t" anchorCtr="0"/>
            <a:lstStyle/>
            <a:p>
              <a:pPr algn="ctr"/>
              <a:endParaRPr lang="en-US" b="1"/>
            </a:p>
            <a:p>
              <a:pPr algn="ctr"/>
              <a:r>
                <a:rPr lang="en-US" sz="2400" b="1"/>
                <a:t>For-Loop Version</a:t>
              </a:r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4976446" y="2209068"/>
              <a:ext cx="4783016" cy="0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759462" y="2209069"/>
              <a:ext cx="0" cy="2432823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6172200" y="2575907"/>
              <a:ext cx="3587262" cy="37047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462954" y="3209004"/>
              <a:ext cx="4296509" cy="0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367954" y="4596157"/>
              <a:ext cx="2391508" cy="0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 Box 4"/>
            <p:cNvSpPr txBox="1">
              <a:spLocks noChangeArrowheads="1"/>
            </p:cNvSpPr>
            <p:nvPr/>
          </p:nvSpPr>
          <p:spPr bwMode="auto">
            <a:xfrm>
              <a:off x="3511062" y="3764728"/>
              <a:ext cx="5867400" cy="17543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548640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zh-TW" err="1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int</a:t>
              </a:r>
              <a:r>
                <a:rPr lang="en-US" altLang="zh-TW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</a:t>
              </a:r>
              <a:r>
                <a:rPr lang="en-US" altLang="zh-TW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;</a:t>
              </a:r>
              <a:endParaRPr lang="en-US" altLang="zh-TW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>
                <a:lnSpc>
                  <a:spcPct val="110000"/>
                </a:lnSpc>
              </a:pPr>
              <a:endParaRPr lang="en-US" altLang="zh-TW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TW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for</a:t>
              </a:r>
              <a:r>
                <a:rPr lang="en-US" altLang="zh-TW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(</a:t>
              </a:r>
              <a:r>
                <a:rPr lang="en-US" altLang="zh-TW" err="1">
                  <a:highlight>
                    <a:srgbClr val="FF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>
                  <a:highlight>
                    <a:srgbClr val="FF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= 1;</a:t>
              </a:r>
              <a:r>
                <a:rPr lang="en-US" altLang="zh-TW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</a:t>
              </a:r>
              <a:r>
                <a:rPr lang="en-US" altLang="zh-TW" err="1">
                  <a:highlight>
                    <a:srgbClr val="C0C0C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>
                  <a:highlight>
                    <a:srgbClr val="C0C0C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&lt;= </a:t>
              </a:r>
              <a:r>
                <a:rPr lang="en-US" altLang="zh-TW">
                  <a:solidFill>
                    <a:srgbClr val="3399FF"/>
                  </a:solidFill>
                  <a:highlight>
                    <a:srgbClr val="C0C0C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5</a:t>
              </a:r>
              <a:r>
                <a:rPr lang="en-US" altLang="zh-TW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; </a:t>
              </a:r>
              <a:r>
                <a:rPr lang="en-US" altLang="zh-TW" err="1"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++</a:t>
              </a:r>
              <a:r>
                <a:rPr lang="en-US" altLang="zh-TW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) {</a:t>
              </a:r>
            </a:p>
            <a:p>
              <a:pPr>
                <a:lnSpc>
                  <a:spcPct val="110000"/>
                </a:lnSpc>
              </a:pPr>
              <a:r>
                <a:rPr lang="en-US" altLang="zh-TW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printf</a:t>
              </a:r>
              <a:r>
                <a:rPr lang="en-US" altLang="zh-TW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(</a:t>
              </a:r>
              <a:r>
                <a:rPr lang="en-US" altLang="zh-TW">
                  <a:solidFill>
                    <a:srgbClr val="3399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"%d\n"</a:t>
              </a:r>
              <a:r>
                <a:rPr lang="en-US" altLang="zh-TW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, </a:t>
              </a:r>
              <a:r>
                <a:rPr lang="en-US" altLang="zh-TW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);</a:t>
              </a:r>
            </a:p>
            <a:p>
              <a:pPr>
                <a:lnSpc>
                  <a:spcPct val="110000"/>
                </a:lnSpc>
              </a:pPr>
              <a:r>
                <a:rPr lang="en-US" altLang="zh-TW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}</a:t>
              </a:r>
            </a:p>
          </p:txBody>
        </p:sp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3511062" y="1456404"/>
              <a:ext cx="5867400" cy="23083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548640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zh-TW" err="1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int</a:t>
              </a:r>
              <a:r>
                <a:rPr lang="en-US" altLang="zh-TW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</a:t>
              </a:r>
              <a:r>
                <a:rPr lang="en-US" altLang="zh-TW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;</a:t>
              </a:r>
              <a:endParaRPr lang="en-US" altLang="zh-TW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>
                <a:lnSpc>
                  <a:spcPct val="110000"/>
                </a:lnSpc>
              </a:pPr>
              <a:endParaRPr lang="en-US" altLang="zh-TW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TW" err="1">
                  <a:highlight>
                    <a:srgbClr val="FF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>
                  <a:highlight>
                    <a:srgbClr val="FF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= </a:t>
              </a:r>
              <a:r>
                <a:rPr lang="en-US" altLang="zh-TW">
                  <a:solidFill>
                    <a:srgbClr val="3399FF"/>
                  </a:solidFill>
                  <a:highlight>
                    <a:srgbClr val="FF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1</a:t>
              </a:r>
              <a:r>
                <a:rPr lang="en-US" altLang="zh-TW">
                  <a:highlight>
                    <a:srgbClr val="FF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;</a:t>
              </a:r>
            </a:p>
            <a:p>
              <a:pPr>
                <a:lnSpc>
                  <a:spcPct val="110000"/>
                </a:lnSpc>
              </a:pPr>
              <a:r>
                <a:rPr lang="en-US" altLang="zh-TW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while</a:t>
              </a:r>
              <a:r>
                <a:rPr lang="en-US" altLang="zh-TW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(</a:t>
              </a:r>
              <a:r>
                <a:rPr lang="en-US" altLang="zh-TW" err="1">
                  <a:highlight>
                    <a:srgbClr val="C0C0C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>
                  <a:highlight>
                    <a:srgbClr val="C0C0C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&lt;= </a:t>
              </a:r>
              <a:r>
                <a:rPr lang="en-US" altLang="zh-TW">
                  <a:solidFill>
                    <a:srgbClr val="3399FF"/>
                  </a:solidFill>
                  <a:highlight>
                    <a:srgbClr val="C0C0C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5</a:t>
              </a:r>
              <a:r>
                <a:rPr lang="en-US" altLang="zh-TW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) {</a:t>
              </a:r>
            </a:p>
            <a:p>
              <a:pPr>
                <a:lnSpc>
                  <a:spcPct val="110000"/>
                </a:lnSpc>
              </a:pPr>
              <a:r>
                <a:rPr lang="en-US" altLang="zh-TW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printf</a:t>
              </a:r>
              <a:r>
                <a:rPr lang="en-US" altLang="zh-TW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(</a:t>
              </a:r>
              <a:r>
                <a:rPr lang="en-US" altLang="zh-TW">
                  <a:solidFill>
                    <a:srgbClr val="3399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"%d\n"</a:t>
              </a:r>
              <a:r>
                <a:rPr lang="en-US" altLang="zh-TW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, </a:t>
              </a:r>
              <a:r>
                <a:rPr lang="en-US" altLang="zh-TW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);</a:t>
              </a:r>
            </a:p>
            <a:p>
              <a:pPr>
                <a:lnSpc>
                  <a:spcPct val="110000"/>
                </a:lnSpc>
              </a:pPr>
              <a:r>
                <a:rPr lang="en-US" altLang="zh-TW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err="1"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++</a:t>
              </a:r>
              <a:r>
                <a:rPr lang="en-US" altLang="zh-TW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;</a:t>
              </a:r>
            </a:p>
            <a:p>
              <a:pPr>
                <a:lnSpc>
                  <a:spcPct val="110000"/>
                </a:lnSpc>
              </a:pPr>
              <a:r>
                <a:rPr lang="en-US" altLang="zh-TW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}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915400" y="4175391"/>
              <a:ext cx="1371600" cy="609600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Comparison</a:t>
              </a:r>
            </a:p>
          </p:txBody>
        </p:sp>
      </p:grpSp>
      <p:sp>
        <p:nvSpPr>
          <p:cNvPr id="2" name="TextBox 9">
            <a:extLst>
              <a:ext uri="{FF2B5EF4-FFF2-40B4-BE49-F238E27FC236}">
                <a16:creationId xmlns:a16="http://schemas.microsoft.com/office/drawing/2014/main" id="{7D94B7C1-1A02-69EB-D425-C19189DFFC8D}"/>
              </a:ext>
            </a:extLst>
          </p:cNvPr>
          <p:cNvSpPr txBox="1"/>
          <p:nvPr/>
        </p:nvSpPr>
        <p:spPr>
          <a:xfrm>
            <a:off x="360484" y="1461283"/>
            <a:ext cx="3356298" cy="1384995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initialization</a:t>
            </a:r>
            <a:endParaRPr lang="en-US" sz="2800">
              <a:solidFill>
                <a:srgbClr val="FF0000"/>
              </a:solidFill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F0000"/>
                </a:solidFill>
                <a:highlight>
                  <a:srgbClr val="C0C0C0"/>
                </a:highlight>
                <a:cs typeface="Calibri"/>
              </a:rPr>
              <a:t>looping condition</a:t>
            </a:r>
            <a:endParaRPr lang="en-US" sz="2800">
              <a:solidFill>
                <a:srgbClr val="FF0000"/>
              </a:solidFill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F0000"/>
                </a:solidFill>
                <a:highlight>
                  <a:srgbClr val="00FF00"/>
                </a:highlight>
                <a:cs typeface="Calibri"/>
              </a:rPr>
              <a:t>update</a:t>
            </a:r>
            <a:endParaRPr lang="en-US" sz="2800">
              <a:solidFill>
                <a:srgbClr val="FF0000"/>
              </a:solidFill>
              <a:cs typeface="Calibri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B992DC-2385-6E18-2F6B-6037060EFB87}"/>
              </a:ext>
            </a:extLst>
          </p:cNvPr>
          <p:cNvSpPr txBox="1"/>
          <p:nvPr/>
        </p:nvSpPr>
        <p:spPr>
          <a:xfrm>
            <a:off x="558956" y="4343400"/>
            <a:ext cx="2980026" cy="70788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4000"/>
              <a:t>"</a:t>
            </a:r>
            <a:r>
              <a:rPr lang="en-US" sz="4000" b="1" i="1" u="sng">
                <a:solidFill>
                  <a:srgbClr val="C00000"/>
                </a:solidFill>
              </a:rPr>
              <a:t>equivalent</a:t>
            </a:r>
            <a:r>
              <a:rPr lang="en-US" sz="4000"/>
              <a:t>" </a:t>
            </a:r>
            <a:endParaRPr lang="LID4096" sz="4000"/>
          </a:p>
        </p:txBody>
      </p:sp>
    </p:spTree>
    <p:extLst>
      <p:ext uri="{BB962C8B-B14F-4D97-AF65-F5344CB8AC3E}">
        <p14:creationId xmlns:p14="http://schemas.microsoft.com/office/powerpoint/2010/main" val="4073212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76200"/>
            <a:ext cx="8991600" cy="739434"/>
          </a:xfrm>
        </p:spPr>
        <p:txBody>
          <a:bodyPr>
            <a:noAutofit/>
          </a:bodyPr>
          <a:lstStyle/>
          <a:p>
            <a:r>
              <a:rPr lang="en-US" altLang="zh-TW" sz="3200">
                <a:ea typeface="新細明體"/>
              </a:rPr>
              <a:t>1.2. Example #2 – Multiple ways of writing a for loop</a:t>
            </a: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838200" y="1102242"/>
            <a:ext cx="10744200" cy="45304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3200" b="0">
                <a:latin typeface="Calibri" panose="020F0502020204030204" pitchFamily="34" charset="0"/>
                <a:ea typeface="新細明體" pitchFamily="18" charset="-120"/>
              </a:rPr>
              <a:t>Task: Print numbers from </a:t>
            </a:r>
            <a:r>
              <a:rPr lang="en-US" altLang="zh-TW" sz="32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</a:t>
            </a:r>
            <a:r>
              <a:rPr lang="en-US" altLang="zh-TW" sz="3200" b="0">
                <a:latin typeface="Calibri" panose="020F0502020204030204" pitchFamily="34" charset="0"/>
                <a:ea typeface="新細明體" pitchFamily="18" charset="-120"/>
              </a:rPr>
              <a:t> to </a:t>
            </a:r>
            <a:r>
              <a:rPr lang="en-US" altLang="zh-TW" sz="32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1.</a:t>
            </a:r>
          </a:p>
          <a:p>
            <a:pPr>
              <a:lnSpc>
                <a:spcPct val="110000"/>
              </a:lnSpc>
            </a:pP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</a:rPr>
              <a:t>e.g. N=4                          Solution</a:t>
            </a:r>
          </a:p>
          <a:p>
            <a:pPr>
              <a:lnSpc>
                <a:spcPct val="110000"/>
              </a:lnSpc>
            </a:pPr>
            <a:endParaRPr lang="en-US" altLang="zh-TW" sz="2800" b="0">
              <a:latin typeface="Consolas" panose="020B0609020204030204" pitchFamily="49" charset="0"/>
              <a:ea typeface="新細明體" pitchFamily="18" charset="-120"/>
            </a:endParaRPr>
          </a:p>
          <a:p>
            <a:pPr>
              <a:lnSpc>
                <a:spcPct val="110000"/>
              </a:lnSpc>
            </a:pP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</a:rPr>
              <a:t>Output:</a:t>
            </a:r>
          </a:p>
          <a:p>
            <a:pPr>
              <a:lnSpc>
                <a:spcPct val="110000"/>
              </a:lnSpc>
            </a:pP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</a:rPr>
              <a:t>			4</a:t>
            </a:r>
          </a:p>
          <a:p>
            <a:pPr>
              <a:lnSpc>
                <a:spcPct val="110000"/>
              </a:lnSpc>
            </a:pP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</a:rPr>
              <a:t>			3</a:t>
            </a:r>
          </a:p>
          <a:p>
            <a:pPr>
              <a:lnSpc>
                <a:spcPct val="110000"/>
              </a:lnSpc>
            </a:pP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</a:rPr>
              <a:t>			2</a:t>
            </a:r>
          </a:p>
          <a:p>
            <a:pPr>
              <a:lnSpc>
                <a:spcPct val="110000"/>
              </a:lnSpc>
            </a:pP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</a:rPr>
              <a:t>			1</a:t>
            </a:r>
            <a:endParaRPr lang="en-US" altLang="zh-TW" sz="3200" b="0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DA8E8E3A-18FE-7A48-8CEF-712FE471A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800FAAB-0774-738D-B026-A38990816F0A}"/>
              </a:ext>
            </a:extLst>
          </p:cNvPr>
          <p:cNvGrpSpPr/>
          <p:nvPr/>
        </p:nvGrpSpPr>
        <p:grpSpPr>
          <a:xfrm>
            <a:off x="3276600" y="2594320"/>
            <a:ext cx="5867400" cy="2514600"/>
            <a:chOff x="1528762" y="974282"/>
            <a:chExt cx="4567238" cy="2525056"/>
          </a:xfrm>
        </p:grpSpPr>
        <p:sp>
          <p:nvSpPr>
            <p:cNvPr id="22532" name="Rectangle 4"/>
            <p:cNvSpPr>
              <a:spLocks noChangeArrowheads="1"/>
            </p:cNvSpPr>
            <p:nvPr/>
          </p:nvSpPr>
          <p:spPr bwMode="auto">
            <a:xfrm>
              <a:off x="1990724" y="984738"/>
              <a:ext cx="4105276" cy="2514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en-US" altLang="zh-TW" sz="2400" b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int </a:t>
              </a:r>
              <a:r>
                <a:rPr lang="en-US" altLang="zh-TW" sz="2400" b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, N;</a:t>
              </a:r>
              <a:endParaRPr lang="en-US" altLang="zh-TW" sz="2400" b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400" b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scanf</a:t>
              </a: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(</a:t>
              </a:r>
              <a:r>
                <a:rPr lang="en-US" altLang="zh-TW" sz="2400" b="0">
                  <a:solidFill>
                    <a:srgbClr val="3399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"%d"</a:t>
              </a: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, &amp;N);</a:t>
              </a:r>
            </a:p>
            <a:p>
              <a:pPr>
                <a:lnSpc>
                  <a:spcPct val="110000"/>
                </a:lnSpc>
              </a:pPr>
              <a:r>
                <a:rPr lang="en-US" altLang="zh-TW" sz="2400" b="0">
                  <a:solidFill>
                    <a:srgbClr val="00B05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// </a:t>
              </a:r>
              <a:r>
                <a:rPr lang="en-US" altLang="zh-TW" sz="2400" b="0" err="1">
                  <a:solidFill>
                    <a:srgbClr val="00B05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 sz="2400" b="0">
                  <a:solidFill>
                    <a:srgbClr val="00B05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decreases from N to 1</a:t>
              </a:r>
            </a:p>
            <a:p>
              <a:pPr>
                <a:lnSpc>
                  <a:spcPct val="110000"/>
                </a:lnSpc>
              </a:pPr>
              <a:r>
                <a:rPr lang="en-US" altLang="zh-TW" sz="2400" b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for</a:t>
              </a: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(</a:t>
              </a:r>
              <a:r>
                <a:rPr lang="en-US" altLang="zh-TW" sz="2400" b="0" err="1">
                  <a:highlight>
                    <a:srgbClr val="FF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 sz="2400" b="0">
                  <a:highlight>
                    <a:srgbClr val="FF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= N</a:t>
              </a: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; </a:t>
              </a:r>
              <a:r>
                <a:rPr lang="en-US" altLang="zh-TW" sz="2400" b="0" err="1">
                  <a:highlight>
                    <a:srgbClr val="C0C0C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 sz="2400" b="0">
                  <a:highlight>
                    <a:srgbClr val="C0C0C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&gt;= 1</a:t>
              </a: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; </a:t>
              </a:r>
              <a:r>
                <a:rPr lang="en-US" altLang="zh-TW" sz="2400" b="0" err="1"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 sz="2400" b="0"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--</a:t>
              </a: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) {</a:t>
              </a:r>
            </a:p>
            <a:p>
              <a:pPr>
                <a:lnSpc>
                  <a:spcPct val="110000"/>
                </a:lnSpc>
              </a:pP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sz="2400" b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printf</a:t>
              </a: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(</a:t>
              </a:r>
              <a:r>
                <a:rPr lang="en-US" altLang="zh-TW" sz="2400" b="0">
                  <a:solidFill>
                    <a:srgbClr val="3399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"%d\n"</a:t>
              </a: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, </a:t>
              </a:r>
              <a:r>
                <a:rPr lang="en-US" altLang="zh-TW" sz="2400" b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);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}</a:t>
              </a:r>
            </a:p>
          </p:txBody>
        </p:sp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31FD6A57-2015-F941-94D1-E9670A821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762" y="974282"/>
              <a:ext cx="461962" cy="25250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Ins="0"/>
            <a:lstStyle>
              <a:lvl1pPr defTabSz="463550" eaLnBrk="0" hangingPunct="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defTabSz="463550" eaLnBrk="0" hangingPunct="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defTabSz="463550" eaLnBrk="0" hangingPunct="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defTabSz="463550" eaLnBrk="0" hangingPunct="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defTabSz="463550" eaLnBrk="0" hangingPunct="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en-US" altLang="zh-TW" sz="2400" b="0">
                  <a:solidFill>
                    <a:srgbClr val="5F5F5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400" b="0">
                  <a:solidFill>
                    <a:srgbClr val="5F5F5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400" b="0">
                  <a:solidFill>
                    <a:srgbClr val="5F5F5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400" b="0">
                  <a:solidFill>
                    <a:srgbClr val="5F5F5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400" b="0">
                  <a:solidFill>
                    <a:srgbClr val="5F5F5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400" b="0">
                  <a:solidFill>
                    <a:srgbClr val="5F5F5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919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8C0FE-1510-2186-CCB9-B5F1E521F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AC57051F-41B7-85A9-42D3-A0D140105E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0200" y="76200"/>
            <a:ext cx="8991600" cy="739434"/>
          </a:xfrm>
        </p:spPr>
        <p:txBody>
          <a:bodyPr>
            <a:noAutofit/>
          </a:bodyPr>
          <a:lstStyle/>
          <a:p>
            <a:r>
              <a:rPr lang="en-US" altLang="zh-TW" sz="3200">
                <a:ea typeface="新細明體"/>
              </a:rPr>
              <a:t>1.2. Example #2 – Multiple ways of writing a for loop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50FE1382-25F1-87FD-0E53-80477DA32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066800"/>
            <a:ext cx="8839200" cy="481279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3200" b="0">
                <a:latin typeface="Calibri" panose="020F0502020204030204" pitchFamily="34" charset="0"/>
                <a:ea typeface="新細明體" pitchFamily="18" charset="-120"/>
              </a:rPr>
              <a:t>Task: Print numbers from </a:t>
            </a:r>
            <a:r>
              <a:rPr lang="en-US" altLang="zh-TW" sz="32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</a:t>
            </a:r>
            <a:r>
              <a:rPr lang="en-US" altLang="zh-TW" sz="3200" b="0">
                <a:latin typeface="Calibri" panose="020F0502020204030204" pitchFamily="34" charset="0"/>
                <a:ea typeface="新細明體" pitchFamily="18" charset="-120"/>
              </a:rPr>
              <a:t> to </a:t>
            </a:r>
            <a:r>
              <a:rPr lang="en-US" altLang="zh-TW" sz="32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1.</a:t>
            </a:r>
          </a:p>
          <a:p>
            <a:pPr>
              <a:lnSpc>
                <a:spcPct val="110000"/>
              </a:lnSpc>
            </a:pP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</a:rPr>
              <a:t>e.g. N=4                          Solution 2</a:t>
            </a:r>
          </a:p>
          <a:p>
            <a:pPr>
              <a:lnSpc>
                <a:spcPct val="110000"/>
              </a:lnSpc>
            </a:pPr>
            <a:endParaRPr lang="en-US" altLang="zh-TW" sz="2800" b="0"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800" b="0">
                <a:latin typeface="Consolas" panose="020B0609020204030204" pitchFamily="49" charset="0"/>
              </a:rPr>
              <a:t>Output:</a:t>
            </a:r>
            <a:endParaRPr lang="en-US" altLang="zh-TW" sz="2800" b="0">
              <a:latin typeface="Consolas" panose="020B0609020204030204" pitchFamily="49" charset="0"/>
              <a:ea typeface="新細明體" pitchFamily="18" charset="-120"/>
            </a:endParaRPr>
          </a:p>
          <a:p>
            <a:pPr>
              <a:lnSpc>
                <a:spcPct val="110000"/>
              </a:lnSpc>
            </a:pP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</a:rPr>
              <a:t>			4</a:t>
            </a:r>
          </a:p>
          <a:p>
            <a:pPr>
              <a:lnSpc>
                <a:spcPct val="110000"/>
              </a:lnSpc>
            </a:pP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</a:rPr>
              <a:t>			3</a:t>
            </a:r>
          </a:p>
          <a:p>
            <a:pPr>
              <a:lnSpc>
                <a:spcPct val="110000"/>
              </a:lnSpc>
            </a:pP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</a:rPr>
              <a:t>			2</a:t>
            </a:r>
          </a:p>
          <a:p>
            <a:pPr>
              <a:lnSpc>
                <a:spcPct val="110000"/>
              </a:lnSpc>
            </a:pP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</a:rPr>
              <a:t>			1</a:t>
            </a:r>
            <a:endParaRPr lang="en-US" altLang="zh-TW" sz="3200" b="0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8B4D2629-B44F-7C05-8AD3-BD6B0D8F5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113E5E6-D096-0A59-7DFB-B74AA0A93DE7}"/>
              </a:ext>
            </a:extLst>
          </p:cNvPr>
          <p:cNvGrpSpPr/>
          <p:nvPr/>
        </p:nvGrpSpPr>
        <p:grpSpPr>
          <a:xfrm>
            <a:off x="2590800" y="2603157"/>
            <a:ext cx="5867400" cy="2971800"/>
            <a:chOff x="1528762" y="984738"/>
            <a:chExt cx="4567238" cy="2514600"/>
          </a:xfrm>
        </p:grpSpPr>
        <p:sp>
          <p:nvSpPr>
            <p:cNvPr id="22532" name="Rectangle 4">
              <a:extLst>
                <a:ext uri="{FF2B5EF4-FFF2-40B4-BE49-F238E27FC236}">
                  <a16:creationId xmlns:a16="http://schemas.microsoft.com/office/drawing/2014/main" id="{E875BC05-2D10-1E0A-3AD5-B25BF32EA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0724" y="984738"/>
              <a:ext cx="4105276" cy="2514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en-US" altLang="zh-TW" sz="2400" b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int </a:t>
              </a:r>
              <a:r>
                <a:rPr lang="en-US" altLang="zh-TW" sz="2400" b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, num, N;</a:t>
              </a:r>
              <a:endParaRPr lang="en-US" altLang="zh-TW" sz="2400" b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400" b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scanf</a:t>
              </a: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(</a:t>
              </a:r>
              <a:r>
                <a:rPr lang="en-US" altLang="zh-TW" sz="2400" b="0">
                  <a:solidFill>
                    <a:srgbClr val="3399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"%d"</a:t>
              </a: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, &amp;N);</a:t>
              </a:r>
            </a:p>
            <a:p>
              <a:pPr>
                <a:lnSpc>
                  <a:spcPct val="110000"/>
                </a:lnSpc>
              </a:pPr>
              <a:r>
                <a:rPr lang="en-US" altLang="zh-TW" sz="2400" b="0">
                  <a:solidFill>
                    <a:srgbClr val="00B05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// </a:t>
              </a:r>
              <a:r>
                <a:rPr lang="en-US" altLang="zh-TW" sz="2400" b="0" err="1">
                  <a:solidFill>
                    <a:srgbClr val="00B05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 sz="2400" b="0">
                  <a:solidFill>
                    <a:srgbClr val="00B05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increases from 1 to N</a:t>
              </a:r>
            </a:p>
            <a:p>
              <a:pPr>
                <a:lnSpc>
                  <a:spcPct val="110000"/>
                </a:lnSpc>
              </a:pPr>
              <a:r>
                <a:rPr lang="en-US" altLang="zh-TW" sz="2400" b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for</a:t>
              </a: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(</a:t>
              </a:r>
              <a:r>
                <a:rPr lang="en-US" altLang="zh-TW" sz="2400" b="0" err="1">
                  <a:highlight>
                    <a:srgbClr val="FF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 sz="2400" b="0">
                  <a:highlight>
                    <a:srgbClr val="FF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= 1</a:t>
              </a: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; </a:t>
              </a:r>
              <a:r>
                <a:rPr lang="en-US" altLang="zh-TW" sz="2400" b="0" err="1">
                  <a:highlight>
                    <a:srgbClr val="C0C0C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 sz="2400" b="0">
                  <a:highlight>
                    <a:srgbClr val="C0C0C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&lt;= N</a:t>
              </a: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; </a:t>
              </a:r>
              <a:r>
                <a:rPr lang="en-US" altLang="zh-TW" sz="2400" b="0" err="1"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 sz="2400" b="0">
                  <a:highlight>
                    <a:srgbClr val="00FF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++</a:t>
              </a: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) {</a:t>
              </a:r>
            </a:p>
            <a:p>
              <a:pPr>
                <a:lnSpc>
                  <a:spcPct val="110000"/>
                </a:lnSpc>
              </a:pP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num = </a:t>
              </a:r>
              <a:r>
                <a:rPr lang="en-US" altLang="zh-TW" sz="2400" b="0">
                  <a:highlight>
                    <a:srgbClr val="FF00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???</a:t>
              </a: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;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sz="2400" b="0" err="1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printf</a:t>
              </a: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(</a:t>
              </a:r>
              <a:r>
                <a:rPr lang="en-US" altLang="zh-TW" sz="2400" b="0">
                  <a:solidFill>
                    <a:srgbClr val="3399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"%d\n"</a:t>
              </a: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, num);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400" b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}</a:t>
              </a:r>
            </a:p>
          </p:txBody>
        </p:sp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962D995D-1705-20EE-AF1F-13CE33BE3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762" y="984738"/>
              <a:ext cx="461962" cy="2514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Ins="0"/>
            <a:lstStyle>
              <a:lvl1pPr defTabSz="463550" eaLnBrk="0" hangingPunct="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defTabSz="463550" eaLnBrk="0" hangingPunct="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defTabSz="463550" eaLnBrk="0" hangingPunct="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defTabSz="463550" eaLnBrk="0" hangingPunct="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defTabSz="463550" eaLnBrk="0" hangingPunct="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en-US" altLang="zh-TW" sz="2400" b="0">
                  <a:solidFill>
                    <a:srgbClr val="5F5F5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400" b="0">
                  <a:solidFill>
                    <a:srgbClr val="5F5F5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400" b="0">
                  <a:solidFill>
                    <a:srgbClr val="5F5F5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400" b="0">
                  <a:solidFill>
                    <a:srgbClr val="5F5F5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400" b="0">
                  <a:solidFill>
                    <a:srgbClr val="5F5F5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400" b="0">
                  <a:solidFill>
                    <a:srgbClr val="5F5F5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zh-TW" sz="2400" b="0">
                  <a:solidFill>
                    <a:srgbClr val="5F5F5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</a:p>
          </p:txBody>
        </p:sp>
      </p:grpSp>
      <p:sp>
        <p:nvSpPr>
          <p:cNvPr id="3" name="Rectangle 4">
            <a:extLst>
              <a:ext uri="{FF2B5EF4-FFF2-40B4-BE49-F238E27FC236}">
                <a16:creationId xmlns:a16="http://schemas.microsoft.com/office/drawing/2014/main" id="{9B2E0068-30AF-C692-9118-6A3CA1BF9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5408" y="202618"/>
            <a:ext cx="4648200" cy="2356339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Different ways to output numbers from </a:t>
            </a:r>
            <a:r>
              <a:rPr lang="en-US" altLang="zh-TW" sz="24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</a:t>
            </a: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 to </a:t>
            </a:r>
            <a:r>
              <a:rPr lang="en-US" altLang="zh-TW" sz="24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 using a </a:t>
            </a:r>
            <a:r>
              <a:rPr lang="en-US" altLang="zh-TW" sz="24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 loop.</a:t>
            </a:r>
          </a:p>
          <a:p>
            <a:pPr>
              <a:lnSpc>
                <a:spcPct val="110000"/>
              </a:lnSpc>
            </a:pPr>
            <a:endParaRPr lang="en-US" altLang="zh-TW" sz="600" b="0">
              <a:latin typeface="Calibri" panose="020F0502020204030204" pitchFamily="34" charset="0"/>
              <a:ea typeface="新細明體" pitchFamily="18" charset="-120"/>
            </a:endParaRPr>
          </a:p>
          <a:p>
            <a:pPr>
              <a:lnSpc>
                <a:spcPct val="110000"/>
              </a:lnSpc>
            </a:pP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According to different </a:t>
            </a:r>
            <a:r>
              <a:rPr lang="en-US" altLang="zh-TW" sz="2400" b="0">
                <a:highlight>
                  <a:srgbClr val="FFFF00"/>
                </a:highlight>
                <a:latin typeface="Calibri" panose="020F0502020204030204" pitchFamily="34" charset="0"/>
                <a:ea typeface="新細明體" pitchFamily="18" charset="-120"/>
              </a:rPr>
              <a:t>initialization</a:t>
            </a: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, the </a:t>
            </a:r>
            <a:r>
              <a:rPr lang="en-US" altLang="zh-TW" sz="2400" b="0">
                <a:highlight>
                  <a:srgbClr val="808080"/>
                </a:highlight>
                <a:latin typeface="Calibri" panose="020F0502020204030204" pitchFamily="34" charset="0"/>
                <a:ea typeface="新細明體" pitchFamily="18" charset="-120"/>
              </a:rPr>
              <a:t>condition</a:t>
            </a: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, </a:t>
            </a:r>
            <a:r>
              <a:rPr lang="en-US" altLang="zh-TW" sz="2400" b="0">
                <a:highlight>
                  <a:srgbClr val="00FF00"/>
                </a:highlight>
                <a:latin typeface="Calibri" panose="020F0502020204030204" pitchFamily="34" charset="0"/>
                <a:ea typeface="新細明體" pitchFamily="18" charset="-120"/>
              </a:rPr>
              <a:t>update</a:t>
            </a: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 and </a:t>
            </a:r>
            <a:r>
              <a:rPr lang="en-US" altLang="zh-TW" sz="2400" b="0">
                <a:highlight>
                  <a:srgbClr val="00FFFF"/>
                </a:highlight>
                <a:latin typeface="Calibri" panose="020F0502020204030204" pitchFamily="34" charset="0"/>
                <a:ea typeface="新細明體" pitchFamily="18" charset="-120"/>
              </a:rPr>
              <a:t>loop body </a:t>
            </a:r>
            <a:r>
              <a:rPr lang="en-US" altLang="zh-TW" sz="2400" b="0">
                <a:latin typeface="Calibri" panose="020F0502020204030204" pitchFamily="34" charset="0"/>
                <a:ea typeface="新細明體" pitchFamily="18" charset="-120"/>
              </a:rPr>
              <a:t>can be different accordingly.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4EB5B3C-36C1-A4BE-F77E-9B7FE12EB8C7}"/>
              </a:ext>
            </a:extLst>
          </p:cNvPr>
          <p:cNvSpPr/>
          <p:nvPr/>
        </p:nvSpPr>
        <p:spPr>
          <a:xfrm>
            <a:off x="8915400" y="4470370"/>
            <a:ext cx="2362200" cy="132082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/>
                <a:cs typeface="Consolas" panose="020B0609020204030204" pitchFamily="49" charset="0"/>
              </a:rPr>
              <a:t>Ureply</a:t>
            </a:r>
            <a:endParaRPr kumimoji="1" lang="en-US" altLang="zh-TW" sz="4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Times New Roman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5FB3B9-E37E-E29A-5D96-FE4B76DC9451}"/>
              </a:ext>
            </a:extLst>
          </p:cNvPr>
          <p:cNvCxnSpPr>
            <a:cxnSpLocks/>
          </p:cNvCxnSpPr>
          <p:nvPr/>
        </p:nvCxnSpPr>
        <p:spPr>
          <a:xfrm>
            <a:off x="5486400" y="4470370"/>
            <a:ext cx="3429000" cy="330230"/>
          </a:xfrm>
          <a:prstGeom prst="straightConnector1">
            <a:avLst/>
          </a:prstGeom>
          <a:ln w="41275">
            <a:solidFill>
              <a:schemeClr val="accent3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BC3BC2B-F968-DA3A-A9F4-63B54185C32B}"/>
              </a:ext>
            </a:extLst>
          </p:cNvPr>
          <p:cNvSpPr txBox="1"/>
          <p:nvPr/>
        </p:nvSpPr>
        <p:spPr>
          <a:xfrm>
            <a:off x="2420874" y="6029849"/>
            <a:ext cx="6723126" cy="4762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TW" sz="2400" b="0">
                <a:latin typeface="Consolas" panose="020B0609020204030204" pitchFamily="49" charset="0"/>
                <a:ea typeface="新細明體" pitchFamily="18" charset="-120"/>
              </a:rPr>
              <a:t>Find the relation between </a:t>
            </a:r>
            <a:r>
              <a:rPr lang="en-US" altLang="zh-TW" sz="2400" b="0" err="1"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sz="2400" b="0">
                <a:latin typeface="Consolas" panose="020B0609020204030204" pitchFamily="49" charset="0"/>
                <a:ea typeface="新細明體" pitchFamily="18" charset="-120"/>
              </a:rPr>
              <a:t> and output</a:t>
            </a:r>
          </a:p>
        </p:txBody>
      </p:sp>
    </p:spTree>
    <p:extLst>
      <p:ext uri="{BB962C8B-B14F-4D97-AF65-F5344CB8AC3E}">
        <p14:creationId xmlns:p14="http://schemas.microsoft.com/office/powerpoint/2010/main" val="1238493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C84DB-3787-F273-6871-C12B6BDD0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1D875BE-329C-108E-F4D0-D36B442E1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3FCF-A420-4F53-8007-A3368F976619}" type="slidenum">
              <a:rPr lang="zh-TW" altLang="en-US"/>
              <a:pPr/>
              <a:t>12</a:t>
            </a:fld>
            <a:endParaRPr lang="en-US" altLang="zh-TW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B5AEB37B-F621-8143-E6B2-3819BF2CF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4" y="3276600"/>
            <a:ext cx="6848476" cy="2590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800" b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800" b="0">
                <a:latin typeface="Consolas"/>
                <a:ea typeface="新細明體"/>
                <a:cs typeface="Consolas" panose="020B0609020204030204" pitchFamily="49" charset="0"/>
              </a:rPr>
              <a:t> list[</a:t>
            </a:r>
            <a:r>
              <a:rPr lang="en-US" altLang="zh-TW" sz="28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r>
              <a:rPr lang="en-US" altLang="zh-TW" sz="2800" b="0">
                <a:latin typeface="Consolas"/>
                <a:ea typeface="新細明體"/>
                <a:cs typeface="Consolas" panose="020B0609020204030204" pitchFamily="49" charset="0"/>
              </a:rPr>
              <a:t>], </a:t>
            </a:r>
            <a:r>
              <a:rPr lang="en-US" altLang="zh-TW" sz="2800" b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800" b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8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printf(</a:t>
            </a:r>
            <a:r>
              <a:rPr lang="en-US" altLang="zh-TW" sz="2800" b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"Enter 4 #'s: "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8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800" b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8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800" b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8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8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800" b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"%d"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&amp;list[</a:t>
            </a:r>
            <a:r>
              <a:rPr lang="en-US" altLang="zh-TW" sz="2800" b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8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8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8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8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8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2CF1ADD7-4EA4-637E-1DD2-9E3C07412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3562" y="3276600"/>
            <a:ext cx="452438" cy="2590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altLang="zh-TW" sz="28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US" altLang="zh-TW" sz="28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lang="en-US" altLang="zh-TW" sz="28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8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endParaRPr lang="en-US" altLang="zh-TW" sz="2800" b="0">
              <a:solidFill>
                <a:srgbClr val="5F5F5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3C39640-1AB0-B8CD-92B0-7EF1628ABB52}"/>
              </a:ext>
            </a:extLst>
          </p:cNvPr>
          <p:cNvSpPr txBox="1">
            <a:spLocks/>
          </p:cNvSpPr>
          <p:nvPr/>
        </p:nvSpPr>
        <p:spPr>
          <a:xfrm>
            <a:off x="1594338" y="76200"/>
            <a:ext cx="8997461" cy="838200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2.1. Example #3: Arrays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/>
              <a:t> loop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444951-BA07-54B1-E044-6C599501EA8A}"/>
              </a:ext>
            </a:extLst>
          </p:cNvPr>
          <p:cNvSpPr txBox="1">
            <a:spLocks noChangeArrowheads="1"/>
          </p:cNvSpPr>
          <p:nvPr/>
        </p:nvSpPr>
        <p:spPr>
          <a:xfrm>
            <a:off x="1365739" y="1143000"/>
            <a:ext cx="8839200" cy="1905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en-US" altLang="zh-TW" dirty="0">
                <a:ea typeface="新細明體"/>
                <a:cs typeface="Consolas" panose="020B0609020204030204" pitchFamily="49" charset="0"/>
              </a:rPr>
              <a:t>We usually use </a:t>
            </a:r>
            <a:r>
              <a:rPr kumimoji="1" lang="en-US" altLang="zh-TW" b="1" u="sng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for</a:t>
            </a:r>
            <a:r>
              <a:rPr kumimoji="1" lang="en-US" altLang="zh-TW" dirty="0">
                <a:ea typeface="新細明體"/>
                <a:cs typeface="Consolas" panose="020B0609020204030204" pitchFamily="49" charset="0"/>
              </a:rPr>
              <a:t> loops to process </a:t>
            </a:r>
            <a:r>
              <a:rPr kumimoji="1" lang="en-US" altLang="zh-TW" b="1" u="sng" dirty="0">
                <a:ea typeface="新細明體"/>
                <a:cs typeface="Consolas" panose="020B0609020204030204" pitchFamily="49" charset="0"/>
              </a:rPr>
              <a:t>array</a:t>
            </a:r>
            <a:r>
              <a:rPr kumimoji="1" lang="en-US" altLang="zh-TW" dirty="0">
                <a:ea typeface="新細明體"/>
                <a:cs typeface="Consolas" panose="020B0609020204030204" pitchFamily="49" charset="0"/>
              </a:rPr>
              <a:t> elements.</a:t>
            </a:r>
          </a:p>
          <a:p>
            <a:pPr marL="0" indent="0">
              <a:spcBef>
                <a:spcPct val="0"/>
              </a:spcBef>
              <a:buNone/>
            </a:pPr>
            <a:endParaRPr kumimoji="1" lang="en-US" altLang="zh-TW" sz="1000" dirty="0">
              <a:ea typeface="新細明體"/>
              <a:cs typeface="Consolas" panose="020B0609020204030204" pitchFamily="49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kumimoji="1" lang="en-US" altLang="zh-TW" dirty="0">
                <a:ea typeface="新細明體"/>
                <a:cs typeface="Consolas" panose="020B0609020204030204" pitchFamily="49" charset="0"/>
              </a:rPr>
              <a:t>		Array size    -&gt;    number of iterations</a:t>
            </a:r>
          </a:p>
          <a:p>
            <a:pPr marL="0" indent="0" algn="ctr">
              <a:spcBef>
                <a:spcPct val="0"/>
              </a:spcBef>
              <a:buNone/>
            </a:pPr>
            <a:endParaRPr kumimoji="1" lang="en-US" altLang="zh-TW" sz="700" dirty="0">
              <a:ea typeface="新細明體"/>
              <a:cs typeface="Consolas" panose="020B0609020204030204" pitchFamily="49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kumimoji="1" lang="en-US" altLang="zh-TW" dirty="0">
                <a:ea typeface="新細明體"/>
                <a:cs typeface="Consolas" panose="020B0609020204030204" pitchFamily="49" charset="0"/>
              </a:rPr>
              <a:t>   	   Loop variable    -&gt;    array index</a:t>
            </a:r>
            <a:endParaRPr lang="en-US" altLang="zh-TW" dirty="0">
              <a:ea typeface="新細明體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221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F230B-9CB8-7B94-35E1-F6DC0535E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EA6DDD5-6624-2196-55A2-1DCD3D95E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3FCF-A420-4F53-8007-A3368F976619}" type="slidenum">
              <a:rPr lang="zh-TW" altLang="en-US"/>
              <a:pPr/>
              <a:t>13</a:t>
            </a:fld>
            <a:endParaRPr lang="en-US" altLang="zh-TW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831302E6-BFAF-6C3F-07E8-95AD26BC8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724" y="990600"/>
            <a:ext cx="8677276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 list[</a:t>
            </a:r>
            <a:r>
              <a:rPr lang="en-US" altLang="zh-TW" sz="20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], </a:t>
            </a:r>
            <a:r>
              <a:rPr lang="en-US" altLang="zh-TW" sz="2000" b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"Enter 4 #'s: 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"%d"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&amp;list[</a:t>
            </a:r>
            <a:r>
              <a:rPr lang="en-US" altLang="zh-TW" sz="2000" b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Print the input values in reverse order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"You have entered:"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 </a:t>
            </a:r>
            <a:r>
              <a:rPr lang="en-US" altLang="zh-TW" sz="2000" b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altLang="zh-TW" sz="2000" b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&gt;= 0; </a:t>
            </a:r>
            <a:r>
              <a:rPr lang="en-US" altLang="zh-TW" sz="2000" b="0" err="1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--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, list[ </a:t>
            </a:r>
            <a:r>
              <a:rPr lang="en-US" altLang="zh-TW" sz="2000" b="0" err="1">
                <a:solidFill>
                  <a:srgbClr val="3399FF"/>
                </a:solidFill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]);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"\n"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235580F1-FF14-F2DF-B9C7-55DECCFF8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2" y="990600"/>
            <a:ext cx="461962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401CFC3C-249F-4F60-CB27-C7EBFA9F9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362" y="5029200"/>
            <a:ext cx="8427244" cy="7620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>
                <a:latin typeface="Consolas" panose="020B0609020204030204" pitchFamily="49" charset="0"/>
                <a:cs typeface="Consolas" panose="020B0609020204030204" pitchFamily="49" charset="0"/>
              </a:rPr>
              <a:t>Enter 4 #'s: </a:t>
            </a:r>
            <a:r>
              <a:rPr lang="en-US" altLang="zh-TW" sz="2000" b="0" i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7 11 45 23</a:t>
            </a:r>
          </a:p>
          <a:p>
            <a:r>
              <a:rPr lang="en-US" altLang="zh-TW" sz="2000" b="0">
                <a:latin typeface="Consolas" panose="020B0609020204030204" pitchFamily="49" charset="0"/>
                <a:cs typeface="Consolas" panose="020B0609020204030204" pitchFamily="49" charset="0"/>
              </a:rPr>
              <a:t>You have entered: 23 45 11 7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1C59FB-12D1-8221-E087-EDD9C84DA1A7}"/>
              </a:ext>
            </a:extLst>
          </p:cNvPr>
          <p:cNvSpPr txBox="1">
            <a:spLocks/>
          </p:cNvSpPr>
          <p:nvPr/>
        </p:nvSpPr>
        <p:spPr>
          <a:xfrm>
            <a:off x="1594338" y="76200"/>
            <a:ext cx="8997461" cy="838200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2.1. Example #3: Arrays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/>
              <a:t> loop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39B703-46D8-4812-6FED-D1A11918BC49}"/>
              </a:ext>
            </a:extLst>
          </p:cNvPr>
          <p:cNvSpPr txBox="1"/>
          <p:nvPr/>
        </p:nvSpPr>
        <p:spPr>
          <a:xfrm>
            <a:off x="1594337" y="5942568"/>
            <a:ext cx="6383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Note: Input values can be separated by any white space character.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AA7A954F-5FEA-5DEE-038F-8446AEA9D73C}"/>
              </a:ext>
            </a:extLst>
          </p:cNvPr>
          <p:cNvSpPr txBox="1">
            <a:spLocks noChangeArrowheads="1"/>
          </p:cNvSpPr>
          <p:nvPr/>
        </p:nvSpPr>
        <p:spPr>
          <a:xfrm>
            <a:off x="6553200" y="1219200"/>
            <a:ext cx="5562600" cy="12573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800" b="1" dirty="0">
                <a:latin typeface="Calibri" panose="020F0502020204030204" pitchFamily="34" charset="0"/>
                <a:ea typeface="新細明體" pitchFamily="18" charset="-120"/>
              </a:rPr>
              <a:t>Task: read in a list of number and print them out in </a:t>
            </a:r>
            <a:r>
              <a:rPr lang="en-US" altLang="zh-TW" sz="2800" b="1" u="sng" dirty="0">
                <a:latin typeface="Calibri" panose="020F0502020204030204" pitchFamily="34" charset="0"/>
                <a:ea typeface="新細明體" pitchFamily="18" charset="-120"/>
              </a:rPr>
              <a:t>reverse</a:t>
            </a:r>
            <a:r>
              <a:rPr lang="en-US" altLang="zh-TW" sz="2800" b="1" dirty="0">
                <a:latin typeface="Calibri" panose="020F0502020204030204" pitchFamily="34" charset="0"/>
                <a:ea typeface="新細明體" pitchFamily="18" charset="-120"/>
              </a:rPr>
              <a:t> order</a:t>
            </a:r>
          </a:p>
        </p:txBody>
      </p:sp>
    </p:spTree>
    <p:extLst>
      <p:ext uri="{BB962C8B-B14F-4D97-AF65-F5344CB8AC3E}">
        <p14:creationId xmlns:p14="http://schemas.microsoft.com/office/powerpoint/2010/main" val="3414477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3FCF-A420-4F53-8007-A3368F976619}" type="slidenum">
              <a:rPr lang="zh-TW" altLang="en-US"/>
              <a:pPr/>
              <a:t>14</a:t>
            </a:fld>
            <a:endParaRPr lang="en-US" altLang="zh-TW"/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1990724" y="990600"/>
            <a:ext cx="8677276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 list[</a:t>
            </a:r>
            <a:r>
              <a:rPr lang="en-US" altLang="zh-TW" sz="20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], </a:t>
            </a:r>
            <a:r>
              <a:rPr lang="en-US" altLang="zh-TW" sz="2000" b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"Enter 4 #'s: 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"%d"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&amp;list[</a:t>
            </a:r>
            <a:r>
              <a:rPr lang="en-US" altLang="zh-TW" sz="2000" b="0" err="1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Print the input values in reverse order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"You have entered:"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 </a:t>
            </a:r>
            <a:r>
              <a:rPr lang="en-US" altLang="zh-TW" sz="2000" b="0" err="1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TW" sz="2000" b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err="1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altLang="zh-TW" sz="2000" b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err="1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 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, list[ 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4 </a:t>
            </a:r>
            <a:r>
              <a:rPr lang="en-US" altLang="zh-TW" sz="2000" b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– </a:t>
            </a:r>
            <a:r>
              <a:rPr lang="en-US" altLang="zh-TW" sz="2000" b="0" err="1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– 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  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]);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"\n"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1528762" y="990600"/>
            <a:ext cx="461962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1503362" y="5029200"/>
            <a:ext cx="8427244" cy="7620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>
                <a:latin typeface="Consolas" panose="020B0609020204030204" pitchFamily="49" charset="0"/>
                <a:cs typeface="Consolas" panose="020B0609020204030204" pitchFamily="49" charset="0"/>
              </a:rPr>
              <a:t>Enter 4 #'s: </a:t>
            </a:r>
            <a:r>
              <a:rPr lang="en-US" altLang="zh-TW" sz="2000" b="0" i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7 11 45 23</a:t>
            </a:r>
          </a:p>
          <a:p>
            <a:r>
              <a:rPr lang="en-US" altLang="zh-TW" sz="2000" b="0">
                <a:latin typeface="Consolas" panose="020B0609020204030204" pitchFamily="49" charset="0"/>
                <a:cs typeface="Consolas" panose="020B0609020204030204" pitchFamily="49" charset="0"/>
              </a:rPr>
              <a:t>You have entered: 23 45 11 7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594338" y="76200"/>
            <a:ext cx="8997461" cy="838200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2.1. Example #3: Arrays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/>
              <a:t>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4337" y="5942568"/>
            <a:ext cx="6383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Note: Input values can be separated by any white space character.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D48DB5-7EF7-3E8E-B98F-DEDAE2B5B946}"/>
              </a:ext>
            </a:extLst>
          </p:cNvPr>
          <p:cNvSpPr txBox="1">
            <a:spLocks noChangeArrowheads="1"/>
          </p:cNvSpPr>
          <p:nvPr/>
        </p:nvSpPr>
        <p:spPr>
          <a:xfrm>
            <a:off x="6553200" y="1219200"/>
            <a:ext cx="5562600" cy="12573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800" b="1">
                <a:latin typeface="Calibri" panose="020F0502020204030204" pitchFamily="34" charset="0"/>
                <a:ea typeface="新細明體" pitchFamily="18" charset="-120"/>
              </a:rPr>
              <a:t>Task: read in a list of number and print them out in </a:t>
            </a:r>
            <a:r>
              <a:rPr lang="en-US" altLang="zh-TW" sz="2800" b="1" u="sng">
                <a:latin typeface="Calibri" panose="020F0502020204030204" pitchFamily="34" charset="0"/>
                <a:ea typeface="新細明體" pitchFamily="18" charset="-120"/>
              </a:rPr>
              <a:t>reverse</a:t>
            </a:r>
            <a:r>
              <a:rPr lang="en-US" altLang="zh-TW" sz="2800" b="1">
                <a:latin typeface="Calibri" panose="020F0502020204030204" pitchFamily="34" charset="0"/>
                <a:ea typeface="新細明體" pitchFamily="18" charset="-120"/>
              </a:rPr>
              <a:t> order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B8BED8E-E5D4-1706-0344-022922EA790F}"/>
              </a:ext>
            </a:extLst>
          </p:cNvPr>
          <p:cNvSpPr/>
          <p:nvPr/>
        </p:nvSpPr>
        <p:spPr>
          <a:xfrm>
            <a:off x="5257800" y="4054822"/>
            <a:ext cx="1447800" cy="381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/>
                <a:cs typeface="Consolas" panose="020B0609020204030204" pitchFamily="49" charset="0"/>
              </a:rPr>
              <a:t>???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/>
                <a:cs typeface="Consolas" panose="020B0609020204030204" pitchFamily="49" charset="0"/>
              </a:rPr>
              <a:t>4-1-i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A683BA-5BA6-A156-D337-71B587752C43}"/>
              </a:ext>
            </a:extLst>
          </p:cNvPr>
          <p:cNvSpPr txBox="1"/>
          <p:nvPr/>
        </p:nvSpPr>
        <p:spPr>
          <a:xfrm>
            <a:off x="2611374" y="6300804"/>
            <a:ext cx="6723126" cy="4762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TW" sz="2400" b="0">
                <a:latin typeface="Consolas" panose="020B0609020204030204" pitchFamily="49" charset="0"/>
                <a:ea typeface="新細明體" pitchFamily="18" charset="-120"/>
              </a:rPr>
              <a:t>Find the relation between </a:t>
            </a:r>
            <a:r>
              <a:rPr lang="en-US" altLang="zh-TW" sz="2400" b="0" err="1"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sz="2400" b="0">
                <a:latin typeface="Consolas" panose="020B0609020204030204" pitchFamily="49" charset="0"/>
                <a:ea typeface="新細明體" pitchFamily="18" charset="-120"/>
              </a:rPr>
              <a:t> and </a:t>
            </a:r>
            <a:r>
              <a:rPr lang="en-US" altLang="zh-TW" sz="2400" b="1">
                <a:latin typeface="Consolas" panose="020B0609020204030204" pitchFamily="49" charset="0"/>
                <a:ea typeface="新細明體" pitchFamily="18" charset="-12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325095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/>
          <a:lstStyle/>
          <a:p>
            <a:r>
              <a:rPr lang="en-US" altLang="zh-TW">
                <a:ea typeface="新細明體"/>
              </a:rPr>
              <a:t>2.2. A Common Mistake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70733"/>
            <a:ext cx="10439400" cy="1143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/>
              <a:t>Typical cause of array out-of-bound exception when using arrays in a for-loop:</a:t>
            </a:r>
          </a:p>
          <a:p>
            <a:endParaRPr lang="en-US" altLang="zh-TW" sz="2800">
              <a:ea typeface="新細明體" pitchFamily="18" charset="-120"/>
            </a:endParaRPr>
          </a:p>
          <a:p>
            <a:pPr marL="0" indent="0">
              <a:buNone/>
            </a:pPr>
            <a:endParaRPr lang="en-US" altLang="zh-TW" sz="2800">
              <a:ea typeface="新細明體" pitchFamily="18" charset="-120"/>
            </a:endParaRPr>
          </a:p>
          <a:p>
            <a:pPr eaLnBrk="1" hangingPunct="1"/>
            <a:endParaRPr lang="en-US" altLang="zh-TW" sz="2400">
              <a:ea typeface="新細明體" pitchFamily="18" charset="-120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905000" y="2242176"/>
            <a:ext cx="8610600" cy="203053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800" b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A[</a:t>
            </a:r>
            <a:r>
              <a:rPr lang="en-US" altLang="zh-TW" sz="2800" b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], </a:t>
            </a:r>
            <a:r>
              <a:rPr lang="en-US" altLang="zh-TW" sz="28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/>
            <a:endParaRPr lang="en-US" altLang="zh-TW" sz="28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8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 </a:t>
            </a:r>
            <a:r>
              <a:rPr lang="en-US" altLang="zh-TW" sz="28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800" b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800" b="0" err="1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800" b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800" b="0">
                <a:solidFill>
                  <a:srgbClr val="0099FF"/>
                </a:solidFill>
                <a:highlight>
                  <a:srgbClr val="C0C0C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8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 )                    </a:t>
            </a:r>
          </a:p>
          <a:p>
            <a:pPr eaLnBrk="1" hangingPunct="1"/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A[</a:t>
            </a:r>
            <a:r>
              <a:rPr lang="en-US" altLang="zh-TW" sz="28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</a:t>
            </a:r>
            <a:r>
              <a:rPr lang="en-US" altLang="zh-TW" sz="28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/>
            <a:endParaRPr lang="en-US" altLang="zh-TW" sz="28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endParaRPr lang="en-US" altLang="zh-TW" sz="28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905000" y="4267200"/>
            <a:ext cx="8610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sz="3200" b="0">
                <a:latin typeface="+mn-lt"/>
              </a:rPr>
              <a:t>Remember, the </a:t>
            </a:r>
            <a:r>
              <a:rPr lang="en-US" sz="3200" b="0">
                <a:highlight>
                  <a:srgbClr val="00FFFF"/>
                </a:highlight>
                <a:latin typeface="+mn-lt"/>
              </a:rPr>
              <a:t>index</a:t>
            </a:r>
            <a:r>
              <a:rPr lang="en-US" sz="3200" b="0">
                <a:latin typeface="+mn-lt"/>
              </a:rPr>
              <a:t> of an array element ranges from </a:t>
            </a:r>
            <a:r>
              <a:rPr lang="en-US" sz="3200" u="sng">
                <a:latin typeface="+mn-lt"/>
              </a:rPr>
              <a:t>0</a:t>
            </a:r>
            <a:r>
              <a:rPr lang="en-US" sz="3200" b="0">
                <a:latin typeface="+mn-lt"/>
              </a:rPr>
              <a:t> to “</a:t>
            </a:r>
            <a:r>
              <a:rPr lang="en-US" sz="3200" u="sng">
                <a:latin typeface="+mn-lt"/>
              </a:rPr>
              <a:t>array size - 1</a:t>
            </a:r>
            <a:r>
              <a:rPr lang="en-US" sz="3200" b="0">
                <a:latin typeface="+mn-lt"/>
              </a:rPr>
              <a:t>”!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1B7BAE5-CDFC-1340-84F0-100C18B51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E6FFBEF-880D-6EF0-7A30-96B870F54F27}"/>
              </a:ext>
            </a:extLst>
          </p:cNvPr>
          <p:cNvSpPr/>
          <p:nvPr/>
        </p:nvSpPr>
        <p:spPr>
          <a:xfrm>
            <a:off x="4419600" y="5526766"/>
            <a:ext cx="1447800" cy="381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err="1">
                <a:solidFill>
                  <a:prstClr val="white"/>
                </a:solidFill>
                <a:latin typeface="Calibri"/>
                <a:ea typeface="新細明體"/>
                <a:cs typeface="Consolas" panose="020B0609020204030204" pitchFamily="49" charset="0"/>
              </a:rPr>
              <a:t>i</a:t>
            </a:r>
            <a:r>
              <a:rPr kumimoji="0" lang="en-US" altLang="zh-TW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/>
                <a:cs typeface="Consolas" panose="020B0609020204030204" pitchFamily="49" charset="0"/>
              </a:rPr>
              <a:t> &lt; 10</a:t>
            </a:r>
            <a:endParaRPr kumimoji="1" lang="en-US" altLang="zh-TW" sz="3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Times New Roman" pitchFamily="18" charset="0"/>
            </a:endParaRPr>
          </a:p>
        </p:txBody>
      </p:sp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A2C13C6E-ABE2-AF21-241B-A0A7E0273A3D}"/>
              </a:ext>
            </a:extLst>
          </p:cNvPr>
          <p:cNvSpPr/>
          <p:nvPr/>
        </p:nvSpPr>
        <p:spPr>
          <a:xfrm>
            <a:off x="5511992" y="3304605"/>
            <a:ext cx="939415" cy="926588"/>
          </a:xfrm>
          <a:prstGeom prst="mathMultiply">
            <a:avLst>
              <a:gd name="adj1" fmla="val 12370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17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32985" cy="838200"/>
          </a:xfrm>
        </p:spPr>
        <p:txBody>
          <a:bodyPr>
            <a:normAutofit fontScale="90000"/>
          </a:bodyPr>
          <a:lstStyle/>
          <a:p>
            <a:r>
              <a:rPr lang="en-US" altLang="zh-TW"/>
              <a:t>2.3 Further Examples on Array Processing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800"/>
              <a:t>The following few slides are some examples illustrating how we can process data in arrays using </a:t>
            </a:r>
            <a:r>
              <a:rPr lang="en-US" altLang="zh-TW" sz="280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TW" sz="2800"/>
              <a:t> loops. The examples include:</a:t>
            </a:r>
          </a:p>
          <a:p>
            <a:endParaRPr lang="en-US" altLang="zh-TW" sz="1600"/>
          </a:p>
          <a:p>
            <a:r>
              <a:rPr lang="en-US" altLang="zh-TW" b="1"/>
              <a:t>Tasks:</a:t>
            </a:r>
          </a:p>
          <a:p>
            <a:pPr lvl="1"/>
            <a:r>
              <a:rPr lang="en-US" altLang="zh-TW" sz="3200" b="1"/>
              <a:t>Reading</a:t>
            </a:r>
            <a:r>
              <a:rPr lang="en-US" altLang="zh-TW" sz="3200"/>
              <a:t> </a:t>
            </a:r>
            <a:r>
              <a:rPr lang="en-US" altLang="zh-TW" sz="3200" i="1"/>
              <a:t>N</a:t>
            </a:r>
            <a:r>
              <a:rPr lang="en-US" altLang="zh-TW" sz="3200"/>
              <a:t> numbers from the user and store the numbers in an array</a:t>
            </a:r>
          </a:p>
          <a:p>
            <a:pPr lvl="7"/>
            <a:endParaRPr lang="en-US" altLang="zh-TW" sz="900"/>
          </a:p>
          <a:p>
            <a:pPr lvl="1"/>
            <a:r>
              <a:rPr lang="en-US" altLang="zh-TW" sz="3200"/>
              <a:t>Computing </a:t>
            </a:r>
            <a:r>
              <a:rPr lang="en-US" altLang="zh-TW" sz="3200" b="1" i="1"/>
              <a:t>average</a:t>
            </a:r>
            <a:r>
              <a:rPr lang="en-US" altLang="zh-TW" sz="3200"/>
              <a:t> of all the numbers in an array</a:t>
            </a:r>
          </a:p>
          <a:p>
            <a:pPr lvl="7"/>
            <a:endParaRPr lang="en-US" altLang="zh-TW" sz="900"/>
          </a:p>
          <a:p>
            <a:pPr lvl="1"/>
            <a:r>
              <a:rPr lang="en-US" altLang="zh-TW" sz="3200"/>
              <a:t>Finding the </a:t>
            </a:r>
            <a:r>
              <a:rPr lang="en-US" altLang="zh-TW" sz="3200" b="1"/>
              <a:t>largest</a:t>
            </a:r>
            <a:r>
              <a:rPr lang="en-US" altLang="zh-TW" sz="3200"/>
              <a:t> value in an array</a:t>
            </a:r>
          </a:p>
          <a:p>
            <a:pPr lvl="1"/>
            <a:endParaRPr lang="en-US" altLang="zh-TW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B40E762-FB87-D447-BBBD-6A139B976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9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Line 2"/>
          <p:cNvSpPr>
            <a:spLocks noChangeShapeType="1"/>
          </p:cNvSpPr>
          <p:nvPr/>
        </p:nvSpPr>
        <p:spPr bwMode="auto">
          <a:xfrm flipH="1">
            <a:off x="4038600" y="3505200"/>
            <a:ext cx="2209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32" name="Line 3"/>
          <p:cNvSpPr>
            <a:spLocks noChangeShapeType="1"/>
          </p:cNvSpPr>
          <p:nvPr/>
        </p:nvSpPr>
        <p:spPr bwMode="auto">
          <a:xfrm>
            <a:off x="4114800" y="41910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33" name="Line 4"/>
          <p:cNvSpPr>
            <a:spLocks noChangeShapeType="1"/>
          </p:cNvSpPr>
          <p:nvPr/>
        </p:nvSpPr>
        <p:spPr bwMode="auto">
          <a:xfrm flipH="1">
            <a:off x="4038600" y="35052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34" name="Line 5"/>
          <p:cNvSpPr>
            <a:spLocks noChangeShapeType="1"/>
          </p:cNvSpPr>
          <p:nvPr/>
        </p:nvSpPr>
        <p:spPr bwMode="auto">
          <a:xfrm flipH="1">
            <a:off x="4038600" y="3505200"/>
            <a:ext cx="2057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35" name="Rectangle 6"/>
          <p:cNvSpPr>
            <a:spLocks noChangeArrowheads="1"/>
          </p:cNvSpPr>
          <p:nvPr/>
        </p:nvSpPr>
        <p:spPr bwMode="auto">
          <a:xfrm>
            <a:off x="2057400" y="1066800"/>
            <a:ext cx="8610600" cy="3810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 N,           </a:t>
            </a:r>
            <a:r>
              <a:rPr lang="en-US" altLang="zh-TW" sz="2400" b="0">
                <a:solidFill>
                  <a:srgbClr val="008000"/>
                </a:solidFill>
                <a:latin typeface="Consolas" panose="020B0609020204030204" pitchFamily="49" charset="0"/>
              </a:rPr>
              <a:t>// # of data</a:t>
            </a:r>
          </a:p>
          <a:p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</a:rPr>
              <a:t>num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zh-TW" sz="2400" b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100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],    </a:t>
            </a:r>
            <a:r>
              <a:rPr lang="en-US" altLang="zh-TW" sz="2400" b="0">
                <a:solidFill>
                  <a:srgbClr val="008000"/>
                </a:solidFill>
                <a:latin typeface="Consolas" panose="020B0609020204030204" pitchFamily="49" charset="0"/>
              </a:rPr>
              <a:t>// To store up to 100 numbers</a:t>
            </a:r>
          </a:p>
          <a:p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  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;</a:t>
            </a:r>
          </a:p>
          <a:p>
            <a:pPr eaLnBrk="1" hangingPunct="1"/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printf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sz="2400" b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"# of data:"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);</a:t>
            </a:r>
          </a:p>
          <a:p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scanf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sz="2400" b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"%d"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, &amp;N);   </a:t>
            </a:r>
            <a:r>
              <a:rPr lang="en-US" altLang="zh-TW" sz="2400" b="0">
                <a:solidFill>
                  <a:srgbClr val="008000"/>
                </a:solidFill>
                <a:latin typeface="Consolas" panose="020B0609020204030204" pitchFamily="49" charset="0"/>
              </a:rPr>
              <a:t>// Assuming 1 &lt;= N &lt;= 100</a:t>
            </a:r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r>
              <a:rPr lang="en-US" altLang="zh-TW" sz="2400" b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 (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400" b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 &lt; N;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++ )                    </a:t>
            </a:r>
          </a:p>
          <a:p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b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"%d"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&amp;num[ </a:t>
            </a:r>
            <a:r>
              <a:rPr lang="en-US" altLang="zh-TW" sz="2400" b="0" err="1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 ] 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eaLnBrk="1" hangingPunct="1"/>
            <a:endParaRPr lang="en-US" altLang="zh-TW" sz="2400" b="0">
              <a:solidFill>
                <a:srgbClr val="008000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22536" name="Rectangle 7"/>
          <p:cNvSpPr>
            <a:spLocks noChangeArrowheads="1"/>
          </p:cNvSpPr>
          <p:nvPr/>
        </p:nvSpPr>
        <p:spPr bwMode="auto">
          <a:xfrm>
            <a:off x="1524000" y="1066800"/>
            <a:ext cx="533400" cy="3810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</p:txBody>
      </p:sp>
      <p:sp>
        <p:nvSpPr>
          <p:cNvPr id="22537" name="Text Box 8"/>
          <p:cNvSpPr txBox="1">
            <a:spLocks noChangeArrowheads="1"/>
          </p:cNvSpPr>
          <p:nvPr/>
        </p:nvSpPr>
        <p:spPr bwMode="auto">
          <a:xfrm>
            <a:off x="1726803" y="5029200"/>
            <a:ext cx="8738394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no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kumimoji="1" lang="en-US" altLang="zh-TW" sz="2400">
                <a:latin typeface="Calibri"/>
                <a:ea typeface="新細明體"/>
                <a:cs typeface="Times New Roman"/>
              </a:rPr>
              <a:t>Example 4:  </a:t>
            </a:r>
            <a:r>
              <a:rPr kumimoji="1" lang="en-US" altLang="zh-TW" sz="2400" b="0">
                <a:latin typeface="Calibri"/>
                <a:ea typeface="新細明體"/>
                <a:cs typeface="Times New Roman"/>
              </a:rPr>
              <a:t>Read </a:t>
            </a:r>
            <a:r>
              <a:rPr kumimoji="1" lang="en-US" altLang="zh-TW" sz="2400" b="0">
                <a:latin typeface="Consolas"/>
                <a:ea typeface="新細明體"/>
                <a:cs typeface="Consolas" panose="020B0609020204030204" pitchFamily="49" charset="0"/>
              </a:rPr>
              <a:t>N</a:t>
            </a:r>
            <a:r>
              <a:rPr kumimoji="1" lang="en-US" altLang="zh-TW" sz="2400" b="0">
                <a:latin typeface="Calibri"/>
                <a:ea typeface="新細明體"/>
                <a:cs typeface="Times New Roman"/>
              </a:rPr>
              <a:t> integers (N &lt;= 100) from the user and store the integers in the array </a:t>
            </a:r>
            <a:r>
              <a:rPr kumimoji="1" lang="en-US" altLang="zh-TW" sz="2400" b="0" err="1"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kumimoji="1" lang="en-US" altLang="zh-TW" sz="2400" b="0">
                <a:latin typeface="Consolas"/>
                <a:ea typeface="新細明體"/>
                <a:cs typeface="Consolas" panose="020B0609020204030204" pitchFamily="49" charset="0"/>
              </a:rPr>
              <a:t>[]</a:t>
            </a:r>
            <a:r>
              <a:rPr kumimoji="1" lang="en-US" altLang="zh-TW" sz="2400" b="0">
                <a:latin typeface="Calibri"/>
                <a:ea typeface="新細明體"/>
                <a:cs typeface="Times New Roman"/>
              </a:rPr>
              <a:t>.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E2C63F2-6B7C-694D-AC6F-290BB2CC7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DAD24D-7AA9-E822-2D79-96988612048E}"/>
              </a:ext>
            </a:extLst>
          </p:cNvPr>
          <p:cNvSpPr txBox="1"/>
          <p:nvPr/>
        </p:nvSpPr>
        <p:spPr>
          <a:xfrm>
            <a:off x="152400" y="136522"/>
            <a:ext cx="11663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TW" sz="3600" b="1"/>
              <a:t>Reading </a:t>
            </a:r>
            <a:r>
              <a:rPr lang="en-US" altLang="zh-TW" sz="3600" b="1" i="1"/>
              <a:t>N</a:t>
            </a:r>
            <a:r>
              <a:rPr lang="en-US" altLang="zh-TW" sz="3600" b="1"/>
              <a:t> numbers and store the numbers in an array</a:t>
            </a:r>
          </a:p>
        </p:txBody>
      </p:sp>
    </p:spTree>
    <p:extLst>
      <p:ext uri="{BB962C8B-B14F-4D97-AF65-F5344CB8AC3E}">
        <p14:creationId xmlns:p14="http://schemas.microsoft.com/office/powerpoint/2010/main" val="740399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Line 2"/>
          <p:cNvSpPr>
            <a:spLocks noChangeShapeType="1"/>
          </p:cNvSpPr>
          <p:nvPr/>
        </p:nvSpPr>
        <p:spPr bwMode="auto">
          <a:xfrm flipH="1">
            <a:off x="4038600" y="3505200"/>
            <a:ext cx="2209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32" name="Line 3"/>
          <p:cNvSpPr>
            <a:spLocks noChangeShapeType="1"/>
          </p:cNvSpPr>
          <p:nvPr/>
        </p:nvSpPr>
        <p:spPr bwMode="auto">
          <a:xfrm>
            <a:off x="4114800" y="41910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33" name="Line 4"/>
          <p:cNvSpPr>
            <a:spLocks noChangeShapeType="1"/>
          </p:cNvSpPr>
          <p:nvPr/>
        </p:nvSpPr>
        <p:spPr bwMode="auto">
          <a:xfrm flipH="1">
            <a:off x="4038600" y="35052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34" name="Line 5"/>
          <p:cNvSpPr>
            <a:spLocks noChangeShapeType="1"/>
          </p:cNvSpPr>
          <p:nvPr/>
        </p:nvSpPr>
        <p:spPr bwMode="auto">
          <a:xfrm flipH="1">
            <a:off x="4038600" y="3505200"/>
            <a:ext cx="2057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35" name="Rectangle 6"/>
          <p:cNvSpPr>
            <a:spLocks noChangeArrowheads="1"/>
          </p:cNvSpPr>
          <p:nvPr/>
        </p:nvSpPr>
        <p:spPr bwMode="auto">
          <a:xfrm>
            <a:off x="1981200" y="1344268"/>
            <a:ext cx="8610600" cy="416946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>
                <a:solidFill>
                  <a:srgbClr val="008000"/>
                </a:solidFill>
                <a:latin typeface="Consolas" panose="020B0609020204030204" pitchFamily="49" charset="0"/>
              </a:rPr>
              <a:t>// Suppose </a:t>
            </a:r>
            <a:r>
              <a:rPr lang="en-US" altLang="zh-TW" sz="2400" b="0" err="1">
                <a:solidFill>
                  <a:srgbClr val="008000"/>
                </a:solidFill>
                <a:latin typeface="Consolas" panose="020B0609020204030204" pitchFamily="49" charset="0"/>
              </a:rPr>
              <a:t>num</a:t>
            </a:r>
            <a:r>
              <a:rPr lang="en-US" altLang="zh-TW" sz="2400" b="0">
                <a:solidFill>
                  <a:srgbClr val="008000"/>
                </a:solidFill>
                <a:latin typeface="Consolas" panose="020B0609020204030204" pitchFamily="49" charset="0"/>
              </a:rPr>
              <a:t>[] contains N numbers.</a:t>
            </a:r>
          </a:p>
          <a:p>
            <a:r>
              <a:rPr lang="en-US" altLang="zh-TW" sz="2400" b="0">
                <a:solidFill>
                  <a:srgbClr val="008000"/>
                </a:solidFill>
                <a:latin typeface="Consolas" panose="020B0609020204030204" pitchFamily="49" charset="0"/>
              </a:rPr>
              <a:t>// (Please refer to Example 4 for the code)</a:t>
            </a:r>
          </a:p>
          <a:p>
            <a:endParaRPr lang="en-US" altLang="zh-TW" sz="2400" b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r>
              <a:rPr lang="en-US" altLang="zh-TW" sz="2400" b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sum;</a:t>
            </a:r>
          </a:p>
          <a:p>
            <a:pPr eaLnBrk="1" hangingPunct="1"/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>
                <a:solidFill>
                  <a:srgbClr val="000000"/>
                </a:solidFill>
                <a:highlight>
                  <a:srgbClr val="FFFFCC"/>
                </a:highlight>
                <a:latin typeface="Consolas" panose="020B0609020204030204" pitchFamily="49" charset="0"/>
                <a:ea typeface="新細明體" pitchFamily="18" charset="-120"/>
              </a:rPr>
              <a:t>sum = </a:t>
            </a:r>
            <a:r>
              <a:rPr lang="en-US" altLang="zh-TW" sz="2400" b="0">
                <a:solidFill>
                  <a:srgbClr val="0099FF"/>
                </a:solidFill>
                <a:highlight>
                  <a:srgbClr val="FFFFCC"/>
                </a:highlight>
                <a:latin typeface="Consolas" panose="020B0609020204030204" pitchFamily="49" charset="0"/>
                <a:ea typeface="新細明體" pitchFamily="18" charset="-120"/>
              </a:rPr>
              <a:t>0.0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FFFFCC"/>
                </a:highlight>
                <a:latin typeface="Consolas" panose="020B0609020204030204" pitchFamily="49" charset="0"/>
                <a:ea typeface="新細明體" pitchFamily="18" charset="-120"/>
              </a:rPr>
              <a:t>;</a:t>
            </a:r>
          </a:p>
          <a:p>
            <a:pPr eaLnBrk="1" hangingPunct="1"/>
            <a:r>
              <a:rPr lang="en-US" altLang="zh-TW" sz="24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for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(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= </a:t>
            </a:r>
            <a:r>
              <a:rPr lang="en-US" altLang="zh-TW" sz="2400" b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;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&lt; N;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++ )                    </a:t>
            </a:r>
          </a:p>
          <a:p>
            <a:pPr eaLnBrk="1" hangingPunct="1"/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  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</a:rPr>
              <a:t>sum += </a:t>
            </a:r>
            <a:r>
              <a:rPr lang="en-US" altLang="zh-TW" sz="2400" b="0" err="1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</a:rPr>
              <a:t>num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</a:rPr>
              <a:t>[ </a:t>
            </a:r>
            <a:r>
              <a:rPr lang="en-US" altLang="zh-TW" sz="2400" b="0" err="1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</a:rPr>
              <a:t> ];</a:t>
            </a:r>
          </a:p>
          <a:p>
            <a:pPr eaLnBrk="1" hangingPunct="1"/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printf(</a:t>
            </a:r>
            <a:r>
              <a:rPr lang="en-US" altLang="zh-TW" sz="2400" b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"Average = %.2f\n"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, sum / N);  </a:t>
            </a:r>
          </a:p>
          <a:p>
            <a:pPr eaLnBrk="1" hangingPunct="1"/>
            <a:endParaRPr lang="en-US" altLang="zh-TW" sz="2400" b="0">
              <a:solidFill>
                <a:srgbClr val="008000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22536" name="Rectangle 7"/>
          <p:cNvSpPr>
            <a:spLocks noChangeArrowheads="1"/>
          </p:cNvSpPr>
          <p:nvPr/>
        </p:nvSpPr>
        <p:spPr bwMode="auto">
          <a:xfrm>
            <a:off x="1447800" y="1344268"/>
            <a:ext cx="533400" cy="416946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</p:txBody>
      </p:sp>
      <p:sp>
        <p:nvSpPr>
          <p:cNvPr id="22537" name="Text Box 8"/>
          <p:cNvSpPr txBox="1">
            <a:spLocks noChangeArrowheads="1"/>
          </p:cNvSpPr>
          <p:nvPr/>
        </p:nvSpPr>
        <p:spPr bwMode="auto">
          <a:xfrm>
            <a:off x="1524000" y="5613481"/>
            <a:ext cx="88145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1" lang="en-US" altLang="zh-TW" sz="2400">
                <a:latin typeface="Calibri"/>
                <a:ea typeface="新細明體"/>
                <a:cs typeface="Times New Roman"/>
              </a:rPr>
              <a:t>Example 5.</a:t>
            </a:r>
            <a:r>
              <a:rPr kumimoji="1" lang="en-US" altLang="zh-TW" sz="2400" b="0">
                <a:latin typeface="Calibri"/>
                <a:ea typeface="新細明體"/>
                <a:cs typeface="Times New Roman"/>
              </a:rPr>
              <a:t> Computing the average of the numbers in an array.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9B3F14BD-5C0D-0540-8512-2BEB94E42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822977A-85D0-0332-8B2F-EB07B17A9623}"/>
              </a:ext>
            </a:extLst>
          </p:cNvPr>
          <p:cNvSpPr txBox="1"/>
          <p:nvPr/>
        </p:nvSpPr>
        <p:spPr>
          <a:xfrm>
            <a:off x="152400" y="136522"/>
            <a:ext cx="11663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TW" sz="3600" b="1"/>
              <a:t>Computing average of all the numbers in an array</a:t>
            </a:r>
          </a:p>
        </p:txBody>
      </p:sp>
    </p:spTree>
    <p:extLst>
      <p:ext uri="{BB962C8B-B14F-4D97-AF65-F5344CB8AC3E}">
        <p14:creationId xmlns:p14="http://schemas.microsoft.com/office/powerpoint/2010/main" val="1313796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Line 2"/>
          <p:cNvSpPr>
            <a:spLocks noChangeShapeType="1"/>
          </p:cNvSpPr>
          <p:nvPr/>
        </p:nvSpPr>
        <p:spPr bwMode="auto">
          <a:xfrm flipH="1">
            <a:off x="4038600" y="3505200"/>
            <a:ext cx="2209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3556" name="Line 3"/>
          <p:cNvSpPr>
            <a:spLocks noChangeShapeType="1"/>
          </p:cNvSpPr>
          <p:nvPr/>
        </p:nvSpPr>
        <p:spPr bwMode="auto">
          <a:xfrm>
            <a:off x="4114800" y="41910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3557" name="Line 4"/>
          <p:cNvSpPr>
            <a:spLocks noChangeShapeType="1"/>
          </p:cNvSpPr>
          <p:nvPr/>
        </p:nvSpPr>
        <p:spPr bwMode="auto">
          <a:xfrm flipH="1">
            <a:off x="4038600" y="35052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3558" name="Line 5"/>
          <p:cNvSpPr>
            <a:spLocks noChangeShapeType="1"/>
          </p:cNvSpPr>
          <p:nvPr/>
        </p:nvSpPr>
        <p:spPr bwMode="auto">
          <a:xfrm flipH="1">
            <a:off x="4038600" y="3505200"/>
            <a:ext cx="2057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3559" name="Rectangle 6"/>
          <p:cNvSpPr>
            <a:spLocks noChangeArrowheads="1"/>
          </p:cNvSpPr>
          <p:nvPr/>
        </p:nvSpPr>
        <p:spPr bwMode="auto">
          <a:xfrm>
            <a:off x="1981200" y="1239517"/>
            <a:ext cx="8610600" cy="4876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>
                <a:solidFill>
                  <a:srgbClr val="008000"/>
                </a:solidFill>
                <a:latin typeface="Consolas" panose="020B0609020204030204" pitchFamily="49" charset="0"/>
              </a:rPr>
              <a:t>// Suppose </a:t>
            </a:r>
            <a:r>
              <a:rPr lang="en-US" altLang="zh-TW" sz="2400" b="0" err="1">
                <a:solidFill>
                  <a:srgbClr val="008000"/>
                </a:solidFill>
                <a:latin typeface="Consolas" panose="020B0609020204030204" pitchFamily="49" charset="0"/>
              </a:rPr>
              <a:t>num</a:t>
            </a:r>
            <a:r>
              <a:rPr lang="en-US" altLang="zh-TW" sz="2400" b="0">
                <a:solidFill>
                  <a:srgbClr val="008000"/>
                </a:solidFill>
                <a:latin typeface="Consolas" panose="020B0609020204030204" pitchFamily="49" charset="0"/>
              </a:rPr>
              <a:t>[] contains N numbers.</a:t>
            </a:r>
          </a:p>
          <a:p>
            <a:r>
              <a:rPr lang="en-US" altLang="zh-TW" sz="2400" b="0">
                <a:solidFill>
                  <a:srgbClr val="008000"/>
                </a:solidFill>
                <a:latin typeface="Consolas" panose="020B0609020204030204" pitchFamily="49" charset="0"/>
              </a:rPr>
              <a:t>// (Please refer to Example 4 for the code)</a:t>
            </a:r>
          </a:p>
          <a:p>
            <a:pPr eaLnBrk="1" hangingPunct="1"/>
            <a:endParaRPr lang="en-US" altLang="zh-TW" sz="2400" b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4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max; </a:t>
            </a:r>
          </a:p>
          <a:p>
            <a:pPr eaLnBrk="1" hangingPunct="1"/>
            <a:r>
              <a:rPr lang="en-US" altLang="zh-TW" sz="2400" b="0">
                <a:solidFill>
                  <a:srgbClr val="000000"/>
                </a:solidFill>
                <a:highlight>
                  <a:srgbClr val="FF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max = </a:t>
            </a:r>
            <a:r>
              <a:rPr lang="en-US" altLang="zh-TW" sz="2400" b="0" err="1">
                <a:solidFill>
                  <a:srgbClr val="000000"/>
                </a:solidFill>
                <a:highlight>
                  <a:srgbClr val="FF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FF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</a:t>
            </a:r>
            <a:r>
              <a:rPr lang="en-US" altLang="zh-TW" sz="2400" b="0">
                <a:solidFill>
                  <a:srgbClr val="0099FF"/>
                </a:solidFill>
                <a:highlight>
                  <a:srgbClr val="FF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FF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]; </a:t>
            </a:r>
            <a:r>
              <a:rPr lang="en-US" altLang="zh-TW" sz="2400" b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Assume the 1st element is largest</a:t>
            </a:r>
          </a:p>
          <a:p>
            <a:pPr eaLnBrk="1" hangingPunct="1"/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4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400" b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N;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 ) {</a:t>
            </a:r>
          </a:p>
          <a:p>
            <a:pPr eaLnBrk="1" hangingPunct="1"/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400" b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Update max if we encounter a larger value</a:t>
            </a:r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400" b="0">
                <a:solidFill>
                  <a:srgbClr val="0000FF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400" b="0" err="1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</a:t>
            </a:r>
            <a:r>
              <a:rPr lang="en-US" altLang="zh-TW" sz="2400" b="0" err="1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&gt; max)</a:t>
            </a:r>
          </a:p>
          <a:p>
            <a:pPr eaLnBrk="1" hangingPunct="1"/>
            <a:r>
              <a:rPr lang="en-US" altLang="zh-TW" sz="24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max = </a:t>
            </a:r>
            <a:r>
              <a:rPr lang="en-US" altLang="zh-TW" sz="2400" b="0" err="1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</a:t>
            </a:r>
            <a:r>
              <a:rPr lang="en-US" altLang="zh-TW" sz="2400" b="0" err="1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];</a:t>
            </a:r>
          </a:p>
          <a:p>
            <a:pPr eaLnBrk="1" hangingPunct="1"/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/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400" b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"The largest # is %d\n"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max);</a:t>
            </a:r>
          </a:p>
          <a:p>
            <a:pPr eaLnBrk="1" hangingPunct="1"/>
            <a:endParaRPr lang="en-US" altLang="zh-TW" sz="2400" b="0">
              <a:solidFill>
                <a:srgbClr val="008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3560" name="Rectangle 7"/>
          <p:cNvSpPr>
            <a:spLocks noChangeArrowheads="1"/>
          </p:cNvSpPr>
          <p:nvPr/>
        </p:nvSpPr>
        <p:spPr bwMode="auto">
          <a:xfrm>
            <a:off x="1447800" y="1239517"/>
            <a:ext cx="533400" cy="4876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/>
            <a:r>
              <a:rPr lang="en-US" altLang="zh-TW" sz="24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</p:txBody>
      </p:sp>
      <p:sp>
        <p:nvSpPr>
          <p:cNvPr id="23561" name="Text Box 8"/>
          <p:cNvSpPr txBox="1">
            <a:spLocks noChangeArrowheads="1"/>
          </p:cNvSpPr>
          <p:nvPr/>
        </p:nvSpPr>
        <p:spPr bwMode="auto">
          <a:xfrm>
            <a:off x="2514600" y="6248400"/>
            <a:ext cx="8915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no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1" lang="en-US" altLang="zh-TW" sz="2400">
                <a:latin typeface="Calibri"/>
                <a:ea typeface="新細明體"/>
                <a:cs typeface="Times New Roman"/>
              </a:rPr>
              <a:t>Example 6: </a:t>
            </a:r>
            <a:r>
              <a:rPr kumimoji="1" lang="en-US" altLang="zh-TW" sz="2400" b="0">
                <a:latin typeface="Calibri"/>
                <a:ea typeface="新細明體"/>
                <a:cs typeface="Times New Roman"/>
              </a:rPr>
              <a:t>Finding the largest number in an array.</a:t>
            </a:r>
          </a:p>
          <a:p>
            <a:pPr eaLnBrk="1" hangingPunct="1"/>
            <a:endParaRPr kumimoji="1" lang="en-US" altLang="zh-TW" sz="2400" b="0">
              <a:latin typeface="Calibri" panose="020F0502020204030204" pitchFamily="34" charset="0"/>
              <a:ea typeface="新細明體" pitchFamily="18" charset="-120"/>
            </a:endParaRPr>
          </a:p>
          <a:p>
            <a:pPr eaLnBrk="1" hangingPunct="1"/>
            <a:endParaRPr kumimoji="1" lang="en-US" altLang="zh-TW" sz="2400" b="0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A9FCFA85-CB57-2F4C-AF1C-2D8917E0F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FC452D7-967C-FC76-4BEC-9A5B3E512097}"/>
              </a:ext>
            </a:extLst>
          </p:cNvPr>
          <p:cNvSpPr txBox="1"/>
          <p:nvPr/>
        </p:nvSpPr>
        <p:spPr>
          <a:xfrm>
            <a:off x="152400" y="136522"/>
            <a:ext cx="11663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TW" sz="3600" b="1"/>
              <a:t>Finding the largest value in an array</a:t>
            </a:r>
          </a:p>
        </p:txBody>
      </p:sp>
    </p:spTree>
    <p:extLst>
      <p:ext uri="{BB962C8B-B14F-4D97-AF65-F5344CB8AC3E}">
        <p14:creationId xmlns:p14="http://schemas.microsoft.com/office/powerpoint/2010/main" val="2924894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F7097-08A7-1740-B0E0-B0AA27FE8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18431-9031-78F7-21EB-5228BFDEA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37148-25B7-92BB-2849-0538B500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AC615A5-7227-9DD6-BB3D-7A829253C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83" y="236621"/>
            <a:ext cx="12004432" cy="641667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400" b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 N, num[</a:t>
            </a:r>
            <a:r>
              <a:rPr lang="en-US" altLang="zh-TW" sz="2400" b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100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],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;</a:t>
            </a:r>
          </a:p>
          <a:p>
            <a:pPr eaLnBrk="1" hangingPunct="1"/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printf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sz="2400" b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"# of data:"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);</a:t>
            </a:r>
          </a:p>
          <a:p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scanf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sz="2400" b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"%d"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, &amp;N);   </a:t>
            </a:r>
            <a:r>
              <a:rPr lang="en-US" altLang="zh-TW" sz="2400" b="0">
                <a:solidFill>
                  <a:srgbClr val="008000"/>
                </a:solidFill>
                <a:latin typeface="Consolas" panose="020B0609020204030204" pitchFamily="49" charset="0"/>
              </a:rPr>
              <a:t>// Assuming 1 &lt;= N &lt;= 100</a:t>
            </a:r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r>
              <a:rPr lang="en-US" altLang="zh-TW" sz="2400" b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for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400" b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 &lt; N;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++ )                    </a:t>
            </a:r>
          </a:p>
          <a:p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b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"%d"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&amp;num[ </a:t>
            </a:r>
            <a:r>
              <a:rPr lang="en-US" altLang="zh-TW" sz="2400" b="0" err="1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 ] 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altLang="zh-TW" sz="2400" b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altLang="zh-TW" sz="2400" b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FFFFCC"/>
                </a:highlight>
                <a:latin typeface="Consolas" panose="020B0609020204030204" pitchFamily="49" charset="0"/>
              </a:rPr>
              <a:t>sum= </a:t>
            </a:r>
            <a:r>
              <a:rPr lang="en-US" altLang="zh-TW" sz="2400" b="0">
                <a:solidFill>
                  <a:srgbClr val="0099FF"/>
                </a:solidFill>
                <a:highlight>
                  <a:srgbClr val="FFFFCC"/>
                </a:highlight>
                <a:latin typeface="Consolas" panose="020B0609020204030204" pitchFamily="49" charset="0"/>
              </a:rPr>
              <a:t>0.0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FFFFCC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TW" sz="2400" b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for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400" b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 &lt; N;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++ )                    </a:t>
            </a:r>
          </a:p>
          <a:p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sum += num[ </a:t>
            </a:r>
            <a:r>
              <a:rPr lang="en-US" altLang="zh-TW" sz="2400" b="0" err="1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</a:rPr>
              <a:t> ];</a:t>
            </a:r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400" b="0">
                <a:solidFill>
                  <a:srgbClr val="0099FF"/>
                </a:solidFill>
                <a:latin typeface="Consolas" panose="020B0609020204030204" pitchFamily="49" charset="0"/>
              </a:rPr>
              <a:t>"Average = %.2f\n"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</a:rPr>
              <a:t>, sum / N);</a:t>
            </a:r>
          </a:p>
          <a:p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TW" sz="2400" b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FF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max= num[</a:t>
            </a:r>
            <a:r>
              <a:rPr lang="en-US" altLang="zh-TW" sz="2400" b="0">
                <a:solidFill>
                  <a:srgbClr val="0099FF"/>
                </a:solidFill>
                <a:highlight>
                  <a:srgbClr val="FF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FF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]; </a:t>
            </a:r>
            <a:r>
              <a:rPr lang="en-US" altLang="zh-TW" sz="2400" b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Assume the 1st element is largest</a:t>
            </a:r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TW" sz="2400" b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TW" sz="2400" b="0">
                <a:solidFill>
                  <a:srgbClr val="00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N; 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 ) {</a:t>
            </a:r>
          </a:p>
          <a:p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sz="2400" b="0">
                <a:solidFill>
                  <a:srgbClr val="0000FF"/>
                </a:solidFill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(num[</a:t>
            </a:r>
            <a:r>
              <a:rPr lang="en-US" altLang="zh-TW" sz="2400" b="0" err="1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] &gt; max) </a:t>
            </a:r>
            <a:r>
              <a:rPr kumimoji="0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// Update max if we encounter a larger value</a:t>
            </a:r>
            <a:endParaRPr lang="en-US" altLang="zh-TW" sz="2400" b="0">
              <a:solidFill>
                <a:srgbClr val="000000"/>
              </a:solidFill>
              <a:highlight>
                <a:srgbClr val="CCFFCC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max = num[</a:t>
            </a:r>
            <a:r>
              <a:rPr lang="en-US" altLang="zh-TW" sz="2400" b="0" err="1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TW" sz="2400" b="0">
                <a:solidFill>
                  <a:srgbClr val="00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"The largest # is %d\n"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max);</a:t>
            </a:r>
          </a:p>
          <a:p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/>
            <a:endParaRPr lang="en-US" altLang="zh-TW" sz="2400" b="0">
              <a:solidFill>
                <a:srgbClr val="008000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6" name="文本框 3">
            <a:extLst>
              <a:ext uri="{FF2B5EF4-FFF2-40B4-BE49-F238E27FC236}">
                <a16:creationId xmlns:a16="http://schemas.microsoft.com/office/drawing/2014/main" id="{E9C7E989-EBCD-66DA-6B7A-929C9AA77B57}"/>
              </a:ext>
            </a:extLst>
          </p:cNvPr>
          <p:cNvSpPr txBox="1"/>
          <p:nvPr/>
        </p:nvSpPr>
        <p:spPr>
          <a:xfrm>
            <a:off x="7567863" y="1557397"/>
            <a:ext cx="4038600" cy="206210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3200" b="1"/>
              <a:t>Read in</a:t>
            </a:r>
          </a:p>
          <a:p>
            <a:r>
              <a:rPr lang="en-US" altLang="zh-TW" sz="3200" b="1"/>
              <a:t>Average</a:t>
            </a:r>
          </a:p>
          <a:p>
            <a:r>
              <a:rPr lang="en-US" altLang="zh-TW" sz="3200" b="1"/>
              <a:t>Max</a:t>
            </a:r>
          </a:p>
          <a:p>
            <a:r>
              <a:rPr lang="en-US" altLang="zh-TW" sz="3200" b="1"/>
              <a:t>		Three loops</a:t>
            </a:r>
            <a:endParaRPr lang="LID4096" sz="3200"/>
          </a:p>
        </p:txBody>
      </p:sp>
    </p:spTree>
    <p:extLst>
      <p:ext uri="{BB962C8B-B14F-4D97-AF65-F5344CB8AC3E}">
        <p14:creationId xmlns:p14="http://schemas.microsoft.com/office/powerpoint/2010/main" val="54246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D5323-45CD-E2EC-8FEC-D0F5303DE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Line 2">
            <a:extLst>
              <a:ext uri="{FF2B5EF4-FFF2-40B4-BE49-F238E27FC236}">
                <a16:creationId xmlns:a16="http://schemas.microsoft.com/office/drawing/2014/main" id="{534EB6D7-D7E2-F931-48E1-5127EEBA52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3505200"/>
            <a:ext cx="2209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3556" name="Line 3">
            <a:extLst>
              <a:ext uri="{FF2B5EF4-FFF2-40B4-BE49-F238E27FC236}">
                <a16:creationId xmlns:a16="http://schemas.microsoft.com/office/drawing/2014/main" id="{B7CC09C7-7DB0-1B50-7A23-FA30EAEF6A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1910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3557" name="Line 4">
            <a:extLst>
              <a:ext uri="{FF2B5EF4-FFF2-40B4-BE49-F238E27FC236}">
                <a16:creationId xmlns:a16="http://schemas.microsoft.com/office/drawing/2014/main" id="{6007471D-0D06-DA03-33E1-1ED8A39AFE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35052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3558" name="Line 5">
            <a:extLst>
              <a:ext uri="{FF2B5EF4-FFF2-40B4-BE49-F238E27FC236}">
                <a16:creationId xmlns:a16="http://schemas.microsoft.com/office/drawing/2014/main" id="{5B43A173-5B55-0874-1D02-B33F4284BB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3505200"/>
            <a:ext cx="2057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3559" name="Rectangle 6">
            <a:extLst>
              <a:ext uri="{FF2B5EF4-FFF2-40B4-BE49-F238E27FC236}">
                <a16:creationId xmlns:a16="http://schemas.microsoft.com/office/drawing/2014/main" id="{4249887E-D3EC-50E1-7CEA-26CA8AF48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014730"/>
            <a:ext cx="10210800" cy="522923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N, num[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100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],</a:t>
            </a:r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;</a:t>
            </a:r>
          </a:p>
          <a:p>
            <a:pPr eaLnBrk="1" hangingPunct="1"/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printf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"# of data:"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);</a:t>
            </a:r>
          </a:p>
          <a:p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scanf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"%d"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, &amp;N);       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Assuming 1 &lt;= N &lt;= 100</a:t>
            </a:r>
          </a:p>
          <a:p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"%d"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, &amp;num[ 0 ]);</a:t>
            </a:r>
          </a:p>
          <a:p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FF99FF"/>
                </a:highlight>
                <a:latin typeface="Consolas" panose="020B0609020204030204" pitchFamily="49" charset="0"/>
                <a:ea typeface="新細明體" pitchFamily="18" charset="-120"/>
              </a:rPr>
              <a:t>sum=0;</a:t>
            </a:r>
          </a:p>
          <a:p>
            <a:pPr eaLnBrk="1" hangingPunct="1"/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max= num[</a:t>
            </a:r>
            <a:r>
              <a:rPr lang="en-US" altLang="zh-TW" sz="2000" b="0">
                <a:solidFill>
                  <a:srgbClr val="0099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];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// Assume the 1st element is largest</a:t>
            </a:r>
          </a:p>
          <a:p>
            <a:pPr eaLnBrk="1" hangingPunct="1"/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 </a:t>
            </a:r>
            <a:r>
              <a:rPr lang="en-US" altLang="zh-TW" sz="2000" b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N; </a:t>
            </a:r>
            <a:r>
              <a:rPr lang="en-US" altLang="zh-TW" sz="2000" b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 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eaLnBrk="1" hangingPunct="1"/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</a:t>
            </a:r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"%d"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, &amp;num[ </a:t>
            </a:r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]);</a:t>
            </a:r>
          </a:p>
          <a:p>
            <a:pPr eaLnBrk="1" hangingPunct="1"/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		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FF99FF"/>
                </a:highlight>
                <a:latin typeface="Consolas" panose="020B0609020204030204" pitchFamily="49" charset="0"/>
                <a:ea typeface="新細明體" pitchFamily="18" charset="-120"/>
              </a:rPr>
              <a:t>sum += num[ </a:t>
            </a:r>
            <a:r>
              <a:rPr lang="en-US" altLang="zh-TW" sz="2000" b="0" err="1">
                <a:solidFill>
                  <a:srgbClr val="000000"/>
                </a:solidFill>
                <a:highlight>
                  <a:srgbClr val="FF99FF"/>
                </a:highlight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FF99FF"/>
                </a:highlight>
                <a:latin typeface="Consolas" panose="020B0609020204030204" pitchFamily="49" charset="0"/>
                <a:ea typeface="新細明體" pitchFamily="18" charset="-120"/>
              </a:rPr>
              <a:t> ];</a:t>
            </a:r>
            <a:endParaRPr lang="en-US" altLang="zh-TW" sz="2000" b="0">
              <a:solidFill>
                <a:srgbClr val="000000"/>
              </a:solidFill>
              <a:highlight>
                <a:srgbClr val="FF99FF"/>
              </a:highlight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</a:p>
          <a:p>
            <a:pPr eaLnBrk="1" hangingPunct="1"/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(num[</a:t>
            </a:r>
            <a:r>
              <a:rPr lang="en-US" altLang="zh-TW" sz="2000" b="0" err="1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&gt; max)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Update max if we encounter a larger value</a:t>
            </a:r>
            <a:endParaRPr lang="en-US" altLang="zh-TW" sz="2000" b="0">
              <a:solidFill>
                <a:srgbClr val="000000"/>
              </a:solidFill>
              <a:highlight>
                <a:srgbClr val="00FFFF"/>
              </a:highlight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max = </a:t>
            </a:r>
            <a:r>
              <a:rPr lang="en-US" altLang="zh-TW" sz="2000" b="0" err="1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</a:t>
            </a:r>
            <a:r>
              <a:rPr lang="en-US" altLang="zh-TW" sz="2000" b="0" err="1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];</a:t>
            </a:r>
          </a:p>
          <a:p>
            <a:pPr eaLnBrk="1" hangingPunct="1"/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printf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</a:rPr>
              <a:t>"Average = %.2f\n"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, 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FF99FF"/>
                </a:highlight>
                <a:latin typeface="Consolas" panose="020B0609020204030204" pitchFamily="49" charset="0"/>
                <a:ea typeface="新細明體" pitchFamily="18" charset="-120"/>
              </a:rPr>
              <a:t>sum / N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);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FF99FF"/>
                </a:highlight>
                <a:latin typeface="Consolas" panose="020B0609020204030204" pitchFamily="49" charset="0"/>
                <a:ea typeface="新細明體" pitchFamily="18" charset="-120"/>
              </a:rPr>
              <a:t>  </a:t>
            </a:r>
            <a:endParaRPr lang="en-US" altLang="zh-TW" sz="2000" b="0">
              <a:solidFill>
                <a:srgbClr val="000000"/>
              </a:solidFill>
              <a:highlight>
                <a:srgbClr val="FF99FF"/>
              </a:highlight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"The largest # is %d\n"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max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/>
            <a:endParaRPr lang="en-US" altLang="zh-TW" sz="2000" b="0">
              <a:solidFill>
                <a:srgbClr val="008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3560" name="Rectangle 7">
            <a:extLst>
              <a:ext uri="{FF2B5EF4-FFF2-40B4-BE49-F238E27FC236}">
                <a16:creationId xmlns:a16="http://schemas.microsoft.com/office/drawing/2014/main" id="{EC87B37F-896A-EF7D-C09F-5D8F0A084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986160"/>
            <a:ext cx="533400" cy="525779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23561" name="Text Box 8">
            <a:extLst>
              <a:ext uri="{FF2B5EF4-FFF2-40B4-BE49-F238E27FC236}">
                <a16:creationId xmlns:a16="http://schemas.microsoft.com/office/drawing/2014/main" id="{F1DB25E9-1725-9354-8900-864D5AE1A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282058"/>
            <a:ext cx="9525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no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1" lang="en-US" altLang="zh-TW" sz="2400">
                <a:latin typeface="Calibri"/>
                <a:ea typeface="新細明體"/>
                <a:cs typeface="Times New Roman"/>
              </a:rPr>
              <a:t>Example 4,5, 6: </a:t>
            </a:r>
            <a:r>
              <a:rPr kumimoji="1" lang="en-US" altLang="zh-TW" sz="2400" b="0">
                <a:latin typeface="Calibri"/>
                <a:ea typeface="新細明體"/>
                <a:cs typeface="Times New Roman"/>
              </a:rPr>
              <a:t>Read N numbers, Compute average, Find the largest value</a:t>
            </a:r>
          </a:p>
          <a:p>
            <a:pPr eaLnBrk="1" hangingPunct="1"/>
            <a:endParaRPr kumimoji="1" lang="en-US" altLang="zh-TW" sz="2400" b="0">
              <a:latin typeface="Calibri" panose="020F0502020204030204" pitchFamily="34" charset="0"/>
              <a:ea typeface="新細明體" pitchFamily="18" charset="-120"/>
            </a:endParaRPr>
          </a:p>
          <a:p>
            <a:pPr eaLnBrk="1" hangingPunct="1"/>
            <a:endParaRPr kumimoji="1" lang="en-US" altLang="zh-TW" sz="2400" b="0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CFB451D0-E20A-112B-8004-33C484D0B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6F4C2AE-B1D6-1C5F-D108-4DEEDAD8342B}"/>
              </a:ext>
            </a:extLst>
          </p:cNvPr>
          <p:cNvSpPr txBox="1"/>
          <p:nvPr/>
        </p:nvSpPr>
        <p:spPr>
          <a:xfrm>
            <a:off x="152400" y="136522"/>
            <a:ext cx="11663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TW" sz="3600" b="1"/>
              <a:t>Read N numbers, </a:t>
            </a:r>
            <a:r>
              <a:rPr lang="en-US" altLang="zh-TW" sz="3600" b="1">
                <a:highlight>
                  <a:srgbClr val="FF99FF"/>
                </a:highlight>
              </a:rPr>
              <a:t>Compute average</a:t>
            </a:r>
            <a:r>
              <a:rPr lang="en-US" altLang="zh-TW" sz="3600" b="1"/>
              <a:t>, </a:t>
            </a:r>
            <a:r>
              <a:rPr lang="en-US" altLang="zh-TW" sz="3600" b="1">
                <a:highlight>
                  <a:srgbClr val="00FFFF"/>
                </a:highlight>
              </a:rPr>
              <a:t>Find the largest value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054122-ABA0-521E-1E4D-CA12C906D5D9}"/>
              </a:ext>
            </a:extLst>
          </p:cNvPr>
          <p:cNvSpPr txBox="1"/>
          <p:nvPr/>
        </p:nvSpPr>
        <p:spPr>
          <a:xfrm>
            <a:off x="7543800" y="3423249"/>
            <a:ext cx="4343400" cy="107721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3200"/>
              <a:t>Combine the three loops into one loop</a:t>
            </a:r>
            <a:endParaRPr lang="LID4096" sz="3200"/>
          </a:p>
        </p:txBody>
      </p:sp>
    </p:spTree>
    <p:extLst>
      <p:ext uri="{BB962C8B-B14F-4D97-AF65-F5344CB8AC3E}">
        <p14:creationId xmlns:p14="http://schemas.microsoft.com/office/powerpoint/2010/main" val="145252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A712F-7E5B-4CED-BE09-F25F44F6B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3. More For-Loop Examples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A0BE7-6C9A-472E-ACEE-BA889BA20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dirty="0">
                <a:cs typeface="Calibri"/>
              </a:rPr>
              <a:t>For-loops can be used in solving many general problems that may not involve arrays.</a:t>
            </a:r>
          </a:p>
          <a:p>
            <a:pPr lvl="6"/>
            <a:endParaRPr lang="en-US" sz="800" dirty="0">
              <a:cs typeface="Calibri"/>
            </a:endParaRPr>
          </a:p>
          <a:p>
            <a:r>
              <a:rPr lang="en-US" dirty="0">
                <a:cs typeface="Calibri"/>
              </a:rPr>
              <a:t>A reminder though: it is usually </a:t>
            </a:r>
            <a:r>
              <a:rPr lang="en-US" b="1" u="sng" dirty="0">
                <a:cs typeface="Calibri"/>
              </a:rPr>
              <a:t>NOT</a:t>
            </a:r>
            <a:r>
              <a:rPr lang="en-US" u="sng" dirty="0">
                <a:cs typeface="Calibri"/>
              </a:rPr>
              <a:t> recommended</a:t>
            </a:r>
            <a:r>
              <a:rPr lang="en-US" dirty="0">
                <a:cs typeface="Calibri"/>
              </a:rPr>
              <a:t> to use them in </a:t>
            </a:r>
            <a:r>
              <a:rPr lang="en-US" u="sng" dirty="0">
                <a:cs typeface="Calibri"/>
              </a:rPr>
              <a:t>indefinite repetitions</a:t>
            </a:r>
            <a:r>
              <a:rPr lang="en-US" dirty="0">
                <a:cs typeface="Calibri"/>
              </a:rPr>
              <a:t>.</a:t>
            </a:r>
          </a:p>
          <a:p>
            <a:endParaRPr lang="en-US" sz="1200" dirty="0">
              <a:cs typeface="Calibri"/>
            </a:endParaRPr>
          </a:p>
          <a:p>
            <a:pPr lvl="7"/>
            <a:endParaRPr lang="en-US" sz="900" dirty="0">
              <a:cs typeface="Calibri"/>
            </a:endParaRPr>
          </a:p>
          <a:p>
            <a:pPr marL="457200" lvl="1" indent="0">
              <a:buNone/>
            </a:pPr>
            <a:r>
              <a:rPr lang="en-US" sz="3800" dirty="0">
                <a:cs typeface="Calibri"/>
              </a:rPr>
              <a:t>Indefinite repetitions, meet conditions   -&gt;  while loop</a:t>
            </a:r>
          </a:p>
          <a:p>
            <a:pPr marL="457200" lvl="1" indent="0">
              <a:buNone/>
            </a:pPr>
            <a:r>
              <a:rPr lang="en-US" sz="3800" dirty="0">
                <a:cs typeface="Calibri"/>
              </a:rPr>
              <a:t>    Finite repetitions, fix number                -&gt;  for loop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4D33D-8B9A-4E0B-B90C-46C79BA7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817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8847B-3258-9250-ECE4-F638A5CCB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>
            <a:extLst>
              <a:ext uri="{FF2B5EF4-FFF2-40B4-BE49-F238E27FC236}">
                <a16:creationId xmlns:a16="http://schemas.microsoft.com/office/drawing/2014/main" id="{C316817F-D55E-DF3C-723B-86CEA8B9B1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165100"/>
            <a:ext cx="8839200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>
                <a:ea typeface="新細明體"/>
              </a:rPr>
              <a:t>Example #5</a:t>
            </a:r>
            <a:endParaRPr lang="en-US" altLang="zh-TW" sz="4000">
              <a:ea typeface="新細明體" pitchFamily="18" charset="-120"/>
            </a:endParaRP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5B0B2406-E0D5-6B29-AC3D-8F638911D3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066800"/>
            <a:ext cx="10972800" cy="510540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b="1">
                <a:ea typeface="新細明體" pitchFamily="18" charset="-120"/>
              </a:rPr>
              <a:t>Objective:</a:t>
            </a:r>
            <a:r>
              <a:rPr lang="en-US" altLang="zh-TW" sz="2800">
                <a:ea typeface="新細明體" pitchFamily="18" charset="-120"/>
              </a:rPr>
              <a:t> To output the first </a:t>
            </a:r>
            <a:r>
              <a:rPr lang="en-US" altLang="zh-TW" sz="2800" i="1">
                <a:ea typeface="新細明體" pitchFamily="18" charset="-120"/>
              </a:rPr>
              <a:t>N</a:t>
            </a:r>
            <a:r>
              <a:rPr lang="en-US" altLang="zh-TW" sz="2800">
                <a:ea typeface="新細明體" pitchFamily="18" charset="-120"/>
              </a:rPr>
              <a:t> numbers in the following number series:</a:t>
            </a:r>
          </a:p>
          <a:p>
            <a:pPr marL="0" indent="0">
              <a:buNone/>
            </a:pPr>
            <a:r>
              <a:rPr lang="en-US" altLang="zh-TW" sz="2800">
                <a:ea typeface="新細明體" pitchFamily="18" charset="-120"/>
              </a:rPr>
              <a:t>       </a:t>
            </a:r>
            <a:r>
              <a:rPr lang="en-US" altLang="zh-TW">
                <a:ea typeface="新細明體" pitchFamily="18" charset="-120"/>
              </a:rPr>
              <a:t>1  -2  3  -4  5  -6  7  -8  9  -10  11  -12 …</a:t>
            </a:r>
          </a:p>
          <a:p>
            <a:pPr marL="0" indent="0">
              <a:buNone/>
            </a:pPr>
            <a:endParaRPr lang="en-US" altLang="zh-TW" sz="2800">
              <a:ea typeface="新細明體" pitchFamily="18" charset="-120"/>
            </a:endParaRPr>
          </a:p>
          <a:p>
            <a:pPr marL="0" indent="0">
              <a:buNone/>
            </a:pPr>
            <a:r>
              <a:rPr lang="en-US" altLang="zh-TW" sz="2800">
                <a:ea typeface="新細明體" pitchFamily="18" charset="-120"/>
              </a:rPr>
              <a:t>Notice that these numbers follow the following pattern:</a:t>
            </a:r>
          </a:p>
          <a:p>
            <a:pPr marL="0" indent="0">
              <a:buNone/>
            </a:pPr>
            <a:r>
              <a:rPr lang="en-US" altLang="zh-TW" sz="2800">
                <a:ea typeface="新細明體" pitchFamily="18" charset="-120"/>
              </a:rPr>
              <a:t>	</a:t>
            </a:r>
            <a:r>
              <a:rPr lang="en-US" altLang="zh-TW" sz="3600">
                <a:solidFill>
                  <a:srgbClr val="3333FF"/>
                </a:solidFill>
                <a:ea typeface="新細明體" pitchFamily="18" charset="-120"/>
              </a:rPr>
              <a:t>+</a:t>
            </a:r>
            <a:r>
              <a:rPr lang="en-US" altLang="zh-TW" sz="360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3600">
                <a:solidFill>
                  <a:srgbClr val="3333FF"/>
                </a:solidFill>
                <a:ea typeface="新細明體" pitchFamily="18" charset="-120"/>
              </a:rPr>
              <a:t> </a:t>
            </a:r>
            <a:r>
              <a:rPr lang="en-US" altLang="zh-TW" sz="3600">
                <a:solidFill>
                  <a:srgbClr val="FF0000"/>
                </a:solidFill>
                <a:ea typeface="新細明體" pitchFamily="18" charset="-120"/>
              </a:rPr>
              <a:t>-</a:t>
            </a:r>
            <a:r>
              <a:rPr lang="en-US" altLang="zh-TW" sz="360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3600">
                <a:solidFill>
                  <a:srgbClr val="FF0000"/>
                </a:solidFill>
                <a:ea typeface="新細明體" pitchFamily="18" charset="-120"/>
              </a:rPr>
              <a:t> </a:t>
            </a:r>
            <a:r>
              <a:rPr lang="en-US" altLang="zh-TW" sz="3600">
                <a:solidFill>
                  <a:srgbClr val="3333FF"/>
                </a:solidFill>
                <a:ea typeface="新細明體" pitchFamily="18" charset="-120"/>
              </a:rPr>
              <a:t>+</a:t>
            </a:r>
            <a:r>
              <a:rPr lang="en-US" altLang="zh-TW" sz="360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3600">
                <a:solidFill>
                  <a:srgbClr val="3333FF"/>
                </a:solidFill>
                <a:ea typeface="新細明體" pitchFamily="18" charset="-120"/>
              </a:rPr>
              <a:t> </a:t>
            </a:r>
            <a:r>
              <a:rPr lang="en-US" altLang="zh-TW" sz="3600">
                <a:solidFill>
                  <a:srgbClr val="FF0000"/>
                </a:solidFill>
                <a:ea typeface="新細明體" pitchFamily="18" charset="-120"/>
              </a:rPr>
              <a:t>-</a:t>
            </a:r>
            <a:r>
              <a:rPr lang="en-US" altLang="zh-TW" sz="360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3600">
                <a:ea typeface="新細明體" pitchFamily="18" charset="-120"/>
              </a:rPr>
              <a:t> </a:t>
            </a:r>
            <a:r>
              <a:rPr lang="en-US" altLang="zh-TW" sz="3600">
                <a:solidFill>
                  <a:srgbClr val="3333FF"/>
                </a:solidFill>
                <a:ea typeface="新細明體" pitchFamily="18" charset="-120"/>
              </a:rPr>
              <a:t>+</a:t>
            </a:r>
            <a:r>
              <a:rPr lang="en-US" altLang="zh-TW" sz="360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3600">
                <a:solidFill>
                  <a:srgbClr val="3333FF"/>
                </a:solidFill>
                <a:ea typeface="新細明體" pitchFamily="18" charset="-120"/>
              </a:rPr>
              <a:t> </a:t>
            </a:r>
            <a:r>
              <a:rPr lang="en-US" altLang="zh-TW" sz="3600">
                <a:solidFill>
                  <a:srgbClr val="FF0000"/>
                </a:solidFill>
                <a:ea typeface="新細明體" pitchFamily="18" charset="-120"/>
              </a:rPr>
              <a:t>-</a:t>
            </a:r>
            <a:r>
              <a:rPr lang="en-US" altLang="zh-TW" sz="360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3600">
                <a:solidFill>
                  <a:srgbClr val="FF0000"/>
                </a:solidFill>
                <a:ea typeface="新細明體" pitchFamily="18" charset="-120"/>
              </a:rPr>
              <a:t> </a:t>
            </a:r>
            <a:r>
              <a:rPr lang="en-US" altLang="zh-TW" sz="3600">
                <a:solidFill>
                  <a:srgbClr val="3333FF"/>
                </a:solidFill>
                <a:ea typeface="新細明體" pitchFamily="18" charset="-120"/>
              </a:rPr>
              <a:t>+</a:t>
            </a:r>
            <a:r>
              <a:rPr lang="en-US" altLang="zh-TW" sz="360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3600">
                <a:solidFill>
                  <a:srgbClr val="3333FF"/>
                </a:solidFill>
                <a:ea typeface="新細明體" pitchFamily="18" charset="-120"/>
              </a:rPr>
              <a:t> </a:t>
            </a:r>
            <a:r>
              <a:rPr lang="en-US" altLang="zh-TW" sz="3600">
                <a:solidFill>
                  <a:srgbClr val="FF0000"/>
                </a:solidFill>
                <a:ea typeface="新細明體" pitchFamily="18" charset="-120"/>
              </a:rPr>
              <a:t>-</a:t>
            </a:r>
            <a:r>
              <a:rPr lang="en-US" altLang="zh-TW" sz="360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3600">
                <a:ea typeface="新細明體" pitchFamily="18" charset="-120"/>
              </a:rPr>
              <a:t> …</a:t>
            </a:r>
          </a:p>
          <a:p>
            <a:pPr marL="0" indent="0">
              <a:buNone/>
            </a:pPr>
            <a:endParaRPr lang="en-US" altLang="zh-TW" sz="3600">
              <a:ea typeface="新細明體" pitchFamily="18" charset="-120"/>
            </a:endParaRPr>
          </a:p>
          <a:p>
            <a:pPr marL="0" indent="0">
              <a:buNone/>
            </a:pPr>
            <a:r>
              <a:rPr lang="en-US" altLang="zh-TW">
                <a:ea typeface="新細明體" pitchFamily="18" charset="-120"/>
              </a:rPr>
              <a:t>Odd    +</a:t>
            </a:r>
          </a:p>
          <a:p>
            <a:pPr marL="0" indent="0">
              <a:buNone/>
            </a:pPr>
            <a:r>
              <a:rPr lang="en-US" altLang="zh-TW">
                <a:ea typeface="新細明體" pitchFamily="18" charset="-120"/>
              </a:rPr>
              <a:t>Even   -                          </a:t>
            </a:r>
            <a:endParaRPr lang="en-US" altLang="zh-TW" sz="2400">
              <a:ea typeface="新細明體" pitchFamily="18" charset="-12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70EB8B3-EAAF-8938-3328-59424399E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80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0F975-E953-1A48-FBB8-CB2ED8993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157E5C53-977C-988B-B8F0-A59BA3F63B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0201" y="165101"/>
            <a:ext cx="8915399" cy="498475"/>
          </a:xfrm>
        </p:spPr>
        <p:txBody>
          <a:bodyPr>
            <a:noAutofit/>
          </a:bodyPr>
          <a:lstStyle/>
          <a:p>
            <a:r>
              <a:rPr lang="en-US" altLang="zh-TW" sz="4000">
                <a:ea typeface="新細明體"/>
              </a:rPr>
              <a:t>Example #5: Solution</a:t>
            </a: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E981C4F2-B6B8-3D9C-AD87-98B23A103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5965" y="990600"/>
            <a:ext cx="4872036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N;            </a:t>
            </a:r>
          </a:p>
          <a:p>
            <a:pPr>
              <a:lnSpc>
                <a:spcPct val="110000"/>
              </a:lnSpc>
            </a:pPr>
            <a:endParaRPr lang="en-US" altLang="zh-TW" sz="2000" b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"N = ? "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&amp;N);</a:t>
            </a:r>
          </a:p>
          <a:p>
            <a:pPr>
              <a:lnSpc>
                <a:spcPct val="110000"/>
              </a:lnSpc>
            </a:pPr>
            <a:endParaRPr lang="en-US" altLang="zh-TW" sz="2000" b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N; </a:t>
            </a:r>
            <a:r>
              <a:rPr lang="en-US" altLang="zh-TW" sz="2000" b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err="1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% 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== 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"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"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-</a:t>
            </a:r>
            <a:r>
              <a:rPr lang="en-US" altLang="zh-TW" sz="2000" b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53E6BB04-4BDD-EF5A-967D-B1A057F8F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990600"/>
            <a:ext cx="461963" cy="38100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69EF9E4-93C9-92D3-CE63-D8743F2B1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B8D9F3-A94C-FD49-E29E-D59494AD7EEF}"/>
              </a:ext>
            </a:extLst>
          </p:cNvPr>
          <p:cNvSpPr txBox="1"/>
          <p:nvPr/>
        </p:nvSpPr>
        <p:spPr>
          <a:xfrm>
            <a:off x="7010400" y="2386580"/>
            <a:ext cx="51054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TW" sz="2800">
                <a:solidFill>
                  <a:srgbClr val="3333FF"/>
                </a:solidFill>
                <a:ea typeface="新細明體" pitchFamily="18" charset="-120"/>
              </a:rPr>
              <a:t>+</a:t>
            </a:r>
            <a:r>
              <a:rPr lang="en-US" altLang="zh-TW" sz="280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2800">
                <a:solidFill>
                  <a:srgbClr val="3333FF"/>
                </a:solidFill>
                <a:ea typeface="新細明體" pitchFamily="18" charset="-120"/>
              </a:rPr>
              <a:t> </a:t>
            </a:r>
            <a:r>
              <a:rPr lang="en-US" altLang="zh-TW" sz="2800">
                <a:solidFill>
                  <a:srgbClr val="FF0000"/>
                </a:solidFill>
                <a:ea typeface="新細明體" pitchFamily="18" charset="-120"/>
              </a:rPr>
              <a:t>-</a:t>
            </a:r>
            <a:r>
              <a:rPr lang="en-US" altLang="zh-TW" sz="280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2800">
                <a:solidFill>
                  <a:srgbClr val="FF0000"/>
                </a:solidFill>
                <a:ea typeface="新細明體" pitchFamily="18" charset="-120"/>
              </a:rPr>
              <a:t> </a:t>
            </a:r>
            <a:r>
              <a:rPr lang="en-US" altLang="zh-TW" sz="2800">
                <a:solidFill>
                  <a:srgbClr val="3333FF"/>
                </a:solidFill>
                <a:ea typeface="新細明體" pitchFamily="18" charset="-120"/>
              </a:rPr>
              <a:t>+</a:t>
            </a:r>
            <a:r>
              <a:rPr lang="en-US" altLang="zh-TW" sz="280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2800">
                <a:solidFill>
                  <a:srgbClr val="3333FF"/>
                </a:solidFill>
                <a:ea typeface="新細明體" pitchFamily="18" charset="-120"/>
              </a:rPr>
              <a:t> </a:t>
            </a:r>
            <a:r>
              <a:rPr lang="en-US" altLang="zh-TW" sz="2800">
                <a:solidFill>
                  <a:srgbClr val="FF0000"/>
                </a:solidFill>
                <a:ea typeface="新細明體" pitchFamily="18" charset="-120"/>
              </a:rPr>
              <a:t>-</a:t>
            </a:r>
            <a:r>
              <a:rPr lang="en-US" altLang="zh-TW" sz="280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2800">
                <a:ea typeface="新細明體" pitchFamily="18" charset="-120"/>
              </a:rPr>
              <a:t> </a:t>
            </a:r>
            <a:r>
              <a:rPr lang="en-US" altLang="zh-TW" sz="2800">
                <a:solidFill>
                  <a:srgbClr val="3333FF"/>
                </a:solidFill>
                <a:ea typeface="新細明體" pitchFamily="18" charset="-120"/>
              </a:rPr>
              <a:t>+</a:t>
            </a:r>
            <a:r>
              <a:rPr lang="en-US" altLang="zh-TW" sz="280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2800">
                <a:solidFill>
                  <a:srgbClr val="3333FF"/>
                </a:solidFill>
                <a:ea typeface="新細明體" pitchFamily="18" charset="-120"/>
              </a:rPr>
              <a:t> </a:t>
            </a:r>
            <a:r>
              <a:rPr lang="en-US" altLang="zh-TW" sz="2800">
                <a:solidFill>
                  <a:srgbClr val="FF0000"/>
                </a:solidFill>
                <a:ea typeface="新細明體" pitchFamily="18" charset="-120"/>
              </a:rPr>
              <a:t>-</a:t>
            </a:r>
            <a:r>
              <a:rPr lang="en-US" altLang="zh-TW" sz="280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2800">
                <a:solidFill>
                  <a:srgbClr val="FF0000"/>
                </a:solidFill>
                <a:ea typeface="新細明體" pitchFamily="18" charset="-120"/>
              </a:rPr>
              <a:t> </a:t>
            </a:r>
            <a:r>
              <a:rPr lang="en-US" altLang="zh-TW" sz="2800">
                <a:solidFill>
                  <a:srgbClr val="3333FF"/>
                </a:solidFill>
                <a:ea typeface="新細明體" pitchFamily="18" charset="-120"/>
              </a:rPr>
              <a:t>+</a:t>
            </a:r>
            <a:r>
              <a:rPr lang="en-US" altLang="zh-TW" sz="280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2800">
                <a:solidFill>
                  <a:srgbClr val="3333FF"/>
                </a:solidFill>
                <a:ea typeface="新細明體" pitchFamily="18" charset="-120"/>
              </a:rPr>
              <a:t> </a:t>
            </a:r>
            <a:r>
              <a:rPr lang="en-US" altLang="zh-TW" sz="2800">
                <a:solidFill>
                  <a:srgbClr val="FF0000"/>
                </a:solidFill>
                <a:ea typeface="新細明體" pitchFamily="18" charset="-120"/>
              </a:rPr>
              <a:t>-</a:t>
            </a:r>
            <a:r>
              <a:rPr lang="en-US" altLang="zh-TW" sz="280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2800">
                <a:ea typeface="新細明體" pitchFamily="18" charset="-120"/>
              </a:rPr>
              <a:t> …</a:t>
            </a:r>
          </a:p>
          <a:p>
            <a:pPr marL="0" indent="0">
              <a:buNone/>
            </a:pPr>
            <a:endParaRPr lang="en-US" altLang="zh-TW" sz="2800">
              <a:ea typeface="新細明體" pitchFamily="18" charset="-120"/>
            </a:endParaRPr>
          </a:p>
          <a:p>
            <a:pPr marL="0" indent="0">
              <a:buNone/>
            </a:pPr>
            <a:r>
              <a:rPr lang="en-US" altLang="zh-TW" sz="2800">
                <a:ea typeface="新細明體" pitchFamily="18" charset="-120"/>
              </a:rPr>
              <a:t>Odd    +</a:t>
            </a:r>
          </a:p>
          <a:p>
            <a:pPr marL="0" indent="0">
              <a:buNone/>
            </a:pPr>
            <a:endParaRPr lang="en-US" altLang="zh-TW" sz="2800">
              <a:ea typeface="新細明體" pitchFamily="18" charset="-120"/>
            </a:endParaRPr>
          </a:p>
          <a:p>
            <a:pPr marL="0" indent="0">
              <a:buNone/>
            </a:pPr>
            <a:r>
              <a:rPr lang="en-US" altLang="zh-TW" sz="2800">
                <a:ea typeface="新細明體" pitchFamily="18" charset="-120"/>
              </a:rPr>
              <a:t>Even   - </a:t>
            </a:r>
            <a:endParaRPr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205183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165100"/>
            <a:ext cx="8839200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>
                <a:ea typeface="新細明體"/>
              </a:rPr>
              <a:t>Example #6</a:t>
            </a:r>
            <a:endParaRPr lang="en-US" altLang="zh-TW" sz="4000">
              <a:ea typeface="新細明體" pitchFamily="18" charset="-120"/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066800"/>
            <a:ext cx="10896600" cy="510540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b="1">
                <a:ea typeface="新細明體" pitchFamily="18" charset="-120"/>
              </a:rPr>
              <a:t>Objective:</a:t>
            </a:r>
            <a:r>
              <a:rPr lang="en-US" altLang="zh-TW" sz="2800">
                <a:ea typeface="新細明體" pitchFamily="18" charset="-120"/>
              </a:rPr>
              <a:t> To output the first </a:t>
            </a:r>
            <a:r>
              <a:rPr lang="en-US" altLang="zh-TW" sz="2800" i="1">
                <a:ea typeface="新細明體" pitchFamily="18" charset="-120"/>
              </a:rPr>
              <a:t>N</a:t>
            </a:r>
            <a:r>
              <a:rPr lang="en-US" altLang="zh-TW" sz="2800">
                <a:ea typeface="新細明體" pitchFamily="18" charset="-120"/>
              </a:rPr>
              <a:t> numbers in the following number series:</a:t>
            </a:r>
          </a:p>
          <a:p>
            <a:pPr marL="0" indent="0">
              <a:buNone/>
            </a:pPr>
            <a:r>
              <a:rPr lang="en-US" altLang="zh-TW" sz="2800">
                <a:ea typeface="新細明體" pitchFamily="18" charset="-120"/>
              </a:rPr>
              <a:t>	</a:t>
            </a:r>
            <a:r>
              <a:rPr lang="en-US" altLang="zh-TW" sz="3600">
                <a:ea typeface="新細明體" pitchFamily="18" charset="-120"/>
              </a:rPr>
              <a:t>1 2 -3 -4 5 6 -7 -8 9 10 -11 -12 …</a:t>
            </a:r>
          </a:p>
          <a:p>
            <a:pPr marL="0" indent="0">
              <a:buNone/>
            </a:pPr>
            <a:endParaRPr lang="en-US" altLang="zh-TW" sz="2800">
              <a:ea typeface="新細明體" pitchFamily="18" charset="-120"/>
            </a:endParaRPr>
          </a:p>
          <a:p>
            <a:pPr marL="0" indent="0">
              <a:buNone/>
            </a:pPr>
            <a:r>
              <a:rPr lang="en-US" altLang="zh-TW" sz="2800">
                <a:ea typeface="新細明體" pitchFamily="18" charset="-120"/>
              </a:rPr>
              <a:t>Notice that these numbers follow the following pattern:</a:t>
            </a:r>
          </a:p>
          <a:p>
            <a:pPr marL="0" indent="0">
              <a:buNone/>
            </a:pPr>
            <a:r>
              <a:rPr lang="en-US" altLang="zh-TW" sz="2800">
                <a:ea typeface="新細明體" pitchFamily="18" charset="-120"/>
              </a:rPr>
              <a:t>	</a:t>
            </a:r>
            <a:r>
              <a:rPr lang="en-US" altLang="zh-TW" sz="3600">
                <a:solidFill>
                  <a:srgbClr val="3333FF"/>
                </a:solidFill>
                <a:ea typeface="新細明體" pitchFamily="18" charset="-120"/>
              </a:rPr>
              <a:t>+</a:t>
            </a:r>
            <a:r>
              <a:rPr lang="en-US" altLang="zh-TW" sz="360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3600">
                <a:solidFill>
                  <a:srgbClr val="3333FF"/>
                </a:solidFill>
                <a:ea typeface="新細明體" pitchFamily="18" charset="-120"/>
              </a:rPr>
              <a:t>   +</a:t>
            </a:r>
            <a:r>
              <a:rPr lang="en-US" altLang="zh-TW" sz="360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3600">
                <a:solidFill>
                  <a:srgbClr val="3333FF"/>
                </a:solidFill>
                <a:ea typeface="新細明體" pitchFamily="18" charset="-120"/>
              </a:rPr>
              <a:t>   </a:t>
            </a:r>
            <a:r>
              <a:rPr lang="en-US" altLang="zh-TW" sz="3600">
                <a:solidFill>
                  <a:srgbClr val="FF0000"/>
                </a:solidFill>
                <a:ea typeface="新細明體" pitchFamily="18" charset="-120"/>
              </a:rPr>
              <a:t>-</a:t>
            </a:r>
            <a:r>
              <a:rPr lang="en-US" altLang="zh-TW" sz="360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3600">
                <a:solidFill>
                  <a:srgbClr val="FF0000"/>
                </a:solidFill>
                <a:ea typeface="新細明體" pitchFamily="18" charset="-120"/>
              </a:rPr>
              <a:t>   -</a:t>
            </a:r>
            <a:r>
              <a:rPr lang="en-US" altLang="zh-TW" sz="360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3600">
                <a:ea typeface="新細明體" pitchFamily="18" charset="-120"/>
              </a:rPr>
              <a:t>   </a:t>
            </a:r>
            <a:r>
              <a:rPr lang="en-US" altLang="zh-TW" sz="3600">
                <a:solidFill>
                  <a:srgbClr val="3333FF"/>
                </a:solidFill>
                <a:ea typeface="新細明體" pitchFamily="18" charset="-120"/>
              </a:rPr>
              <a:t>+</a:t>
            </a:r>
            <a:r>
              <a:rPr lang="en-US" altLang="zh-TW" sz="360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3600">
                <a:solidFill>
                  <a:srgbClr val="3333FF"/>
                </a:solidFill>
                <a:ea typeface="新細明體" pitchFamily="18" charset="-120"/>
              </a:rPr>
              <a:t>   +</a:t>
            </a:r>
            <a:r>
              <a:rPr lang="en-US" altLang="zh-TW" sz="360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3600">
                <a:solidFill>
                  <a:srgbClr val="3333FF"/>
                </a:solidFill>
                <a:ea typeface="新細明體" pitchFamily="18" charset="-120"/>
              </a:rPr>
              <a:t>   </a:t>
            </a:r>
            <a:r>
              <a:rPr lang="en-US" altLang="zh-TW" sz="3600">
                <a:solidFill>
                  <a:srgbClr val="FF0000"/>
                </a:solidFill>
                <a:ea typeface="新細明體" pitchFamily="18" charset="-120"/>
              </a:rPr>
              <a:t>-</a:t>
            </a:r>
            <a:r>
              <a:rPr lang="en-US" altLang="zh-TW" sz="360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3600">
                <a:solidFill>
                  <a:srgbClr val="FF0000"/>
                </a:solidFill>
                <a:ea typeface="新細明體" pitchFamily="18" charset="-120"/>
              </a:rPr>
              <a:t>   -</a:t>
            </a:r>
            <a:r>
              <a:rPr lang="en-US" altLang="zh-TW" sz="360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3600">
                <a:ea typeface="新細明體" pitchFamily="18" charset="-120"/>
              </a:rPr>
              <a:t> …</a:t>
            </a:r>
          </a:p>
          <a:p>
            <a:pPr marL="0" indent="0">
              <a:buNone/>
            </a:pPr>
            <a:endParaRPr lang="en-US" altLang="zh-TW" sz="2800">
              <a:ea typeface="新細明體" pitchFamily="18" charset="-120"/>
            </a:endParaRPr>
          </a:p>
          <a:p>
            <a:pPr marL="0" indent="0">
              <a:buNone/>
            </a:pPr>
            <a:r>
              <a:rPr lang="en-US" altLang="zh-TW" sz="2800">
                <a:ea typeface="新細明體" pitchFamily="18" charset="-120"/>
              </a:rPr>
              <a:t>and the pattern "</a:t>
            </a:r>
            <a:r>
              <a:rPr lang="en-US" altLang="zh-TW" sz="2800">
                <a:solidFill>
                  <a:srgbClr val="3333FF"/>
                </a:solidFill>
                <a:ea typeface="新細明體" pitchFamily="18" charset="-120"/>
              </a:rPr>
              <a:t>+</a:t>
            </a:r>
            <a:r>
              <a:rPr lang="en-US" altLang="zh-TW" sz="280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2800">
                <a:solidFill>
                  <a:srgbClr val="3333FF"/>
                </a:solidFill>
                <a:ea typeface="新細明體" pitchFamily="18" charset="-120"/>
              </a:rPr>
              <a:t> +</a:t>
            </a:r>
            <a:r>
              <a:rPr lang="en-US" altLang="zh-TW" sz="280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2800">
                <a:solidFill>
                  <a:srgbClr val="3333FF"/>
                </a:solidFill>
                <a:ea typeface="新細明體" pitchFamily="18" charset="-120"/>
              </a:rPr>
              <a:t> </a:t>
            </a:r>
            <a:r>
              <a:rPr lang="en-US" altLang="zh-TW" sz="2800">
                <a:solidFill>
                  <a:srgbClr val="FF0000"/>
                </a:solidFill>
                <a:ea typeface="新細明體" pitchFamily="18" charset="-120"/>
              </a:rPr>
              <a:t>-</a:t>
            </a:r>
            <a:r>
              <a:rPr lang="en-US" altLang="zh-TW" sz="280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2800">
                <a:solidFill>
                  <a:srgbClr val="FF0000"/>
                </a:solidFill>
                <a:ea typeface="新細明體" pitchFamily="18" charset="-120"/>
              </a:rPr>
              <a:t> -</a:t>
            </a:r>
            <a:r>
              <a:rPr lang="en-US" altLang="zh-TW" sz="280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2800">
                <a:ea typeface="新細明體" pitchFamily="18" charset="-120"/>
              </a:rPr>
              <a:t>" repeats after every </a:t>
            </a:r>
            <a:r>
              <a:rPr lang="en-US" altLang="zh-TW" sz="2800" u="sng">
                <a:ea typeface="新細明體" pitchFamily="18" charset="-120"/>
              </a:rPr>
              <a:t>four</a:t>
            </a:r>
            <a:r>
              <a:rPr lang="en-US" altLang="zh-TW" sz="2800">
                <a:ea typeface="新細明體" pitchFamily="18" charset="-120"/>
              </a:rPr>
              <a:t> numbers.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4AD31B0-7D29-534E-A1C3-13A6D708E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7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165101"/>
            <a:ext cx="8915399" cy="498475"/>
          </a:xfrm>
        </p:spPr>
        <p:txBody>
          <a:bodyPr>
            <a:noAutofit/>
          </a:bodyPr>
          <a:lstStyle/>
          <a:p>
            <a:r>
              <a:rPr lang="en-US" altLang="zh-TW" sz="4000">
                <a:ea typeface="新細明體"/>
              </a:rPr>
              <a:t>Example #6: Solution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985964" y="990600"/>
            <a:ext cx="8682037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N;            </a:t>
            </a:r>
          </a:p>
          <a:p>
            <a:pPr>
              <a:lnSpc>
                <a:spcPct val="110000"/>
              </a:lnSpc>
            </a:pPr>
            <a:endParaRPr lang="en-US" altLang="zh-TW" sz="2000" b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"N = ? "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&amp;N);</a:t>
            </a:r>
          </a:p>
          <a:p>
            <a:pPr>
              <a:lnSpc>
                <a:spcPct val="110000"/>
              </a:lnSpc>
            </a:pPr>
            <a:endParaRPr lang="en-US" altLang="zh-TW" sz="2000" b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N; </a:t>
            </a:r>
            <a:r>
              <a:rPr lang="en-US" altLang="zh-TW" sz="2000" b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				)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"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"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-</a:t>
            </a:r>
            <a:r>
              <a:rPr lang="en-US" altLang="zh-TW" sz="2000" b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524001" y="990600"/>
            <a:ext cx="461963" cy="38100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C1E3BC0-A5E9-A242-9297-10B1647F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760FAFE-76D4-3606-4145-648E1A661CE4}"/>
              </a:ext>
            </a:extLst>
          </p:cNvPr>
          <p:cNvSpPr/>
          <p:nvPr/>
        </p:nvSpPr>
        <p:spPr>
          <a:xfrm>
            <a:off x="9258294" y="2980658"/>
            <a:ext cx="2362200" cy="132082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/>
                <a:cs typeface="Consolas" panose="020B0609020204030204" pitchFamily="49" charset="0"/>
              </a:rPr>
              <a:t>Ureply</a:t>
            </a:r>
            <a:endParaRPr kumimoji="1" lang="en-US" altLang="zh-TW" sz="4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Times New Roman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2D10BBB-EED6-B1E1-BD19-AB7A7243206B}"/>
              </a:ext>
            </a:extLst>
          </p:cNvPr>
          <p:cNvCxnSpPr>
            <a:cxnSpLocks/>
          </p:cNvCxnSpPr>
          <p:nvPr/>
        </p:nvCxnSpPr>
        <p:spPr>
          <a:xfrm>
            <a:off x="5050635" y="3238500"/>
            <a:ext cx="4207659" cy="72388"/>
          </a:xfrm>
          <a:prstGeom prst="straightConnector1">
            <a:avLst/>
          </a:prstGeom>
          <a:ln w="41275">
            <a:solidFill>
              <a:schemeClr val="accent3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743D6B-BB44-C80A-268B-E7EF68113A73}"/>
              </a:ext>
            </a:extLst>
          </p:cNvPr>
          <p:cNvSpPr/>
          <p:nvPr/>
        </p:nvSpPr>
        <p:spPr>
          <a:xfrm>
            <a:off x="3161034" y="3048000"/>
            <a:ext cx="1640730" cy="38100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/>
                <a:cs typeface="Consolas" panose="020B0609020204030204" pitchFamily="49" charset="0"/>
              </a:rPr>
              <a:t>???</a:t>
            </a:r>
            <a:endParaRPr kumimoji="1" lang="en-US" altLang="zh-TW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F1F1FE-654E-BCF5-9007-42C1F05EFF70}"/>
              </a:ext>
            </a:extLst>
          </p:cNvPr>
          <p:cNvSpPr txBox="1"/>
          <p:nvPr/>
        </p:nvSpPr>
        <p:spPr>
          <a:xfrm>
            <a:off x="500111" y="5035851"/>
            <a:ext cx="1077748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TW" sz="3200">
                <a:solidFill>
                  <a:srgbClr val="3333FF"/>
                </a:solidFill>
                <a:ea typeface="新細明體" pitchFamily="18" charset="-120"/>
              </a:rPr>
              <a:t>+</a:t>
            </a:r>
            <a:r>
              <a:rPr lang="en-US" altLang="zh-TW" sz="320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3200">
                <a:solidFill>
                  <a:srgbClr val="3333FF"/>
                </a:solidFill>
                <a:ea typeface="新細明體" pitchFamily="18" charset="-120"/>
              </a:rPr>
              <a:t>   +</a:t>
            </a:r>
            <a:r>
              <a:rPr lang="en-US" altLang="zh-TW" sz="320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3200">
                <a:solidFill>
                  <a:srgbClr val="3333FF"/>
                </a:solidFill>
                <a:ea typeface="新細明體" pitchFamily="18" charset="-120"/>
              </a:rPr>
              <a:t>   </a:t>
            </a:r>
            <a:r>
              <a:rPr lang="en-US" altLang="zh-TW" sz="3200">
                <a:solidFill>
                  <a:srgbClr val="FF0000"/>
                </a:solidFill>
                <a:ea typeface="新細明體" pitchFamily="18" charset="-120"/>
              </a:rPr>
              <a:t>-</a:t>
            </a:r>
            <a:r>
              <a:rPr lang="en-US" altLang="zh-TW" sz="320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3200">
                <a:solidFill>
                  <a:srgbClr val="FF0000"/>
                </a:solidFill>
                <a:ea typeface="新細明體" pitchFamily="18" charset="-120"/>
              </a:rPr>
              <a:t>   -</a:t>
            </a:r>
            <a:r>
              <a:rPr lang="en-US" altLang="zh-TW" sz="320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3200">
                <a:ea typeface="新細明體" pitchFamily="18" charset="-120"/>
              </a:rPr>
              <a:t>   </a:t>
            </a:r>
            <a:r>
              <a:rPr lang="en-US" altLang="zh-TW" sz="3200">
                <a:solidFill>
                  <a:srgbClr val="3333FF"/>
                </a:solidFill>
                <a:ea typeface="新細明體" pitchFamily="18" charset="-120"/>
              </a:rPr>
              <a:t>+</a:t>
            </a:r>
            <a:r>
              <a:rPr lang="en-US" altLang="zh-TW" sz="320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3200">
                <a:solidFill>
                  <a:srgbClr val="3333FF"/>
                </a:solidFill>
                <a:ea typeface="新細明體" pitchFamily="18" charset="-120"/>
              </a:rPr>
              <a:t>   +</a:t>
            </a:r>
            <a:r>
              <a:rPr lang="en-US" altLang="zh-TW" sz="320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3200">
                <a:solidFill>
                  <a:srgbClr val="3333FF"/>
                </a:solidFill>
                <a:ea typeface="新細明體" pitchFamily="18" charset="-120"/>
              </a:rPr>
              <a:t>   </a:t>
            </a:r>
            <a:r>
              <a:rPr lang="en-US" altLang="zh-TW" sz="3200">
                <a:solidFill>
                  <a:srgbClr val="FF0000"/>
                </a:solidFill>
                <a:ea typeface="新細明體" pitchFamily="18" charset="-120"/>
              </a:rPr>
              <a:t>-</a:t>
            </a:r>
            <a:r>
              <a:rPr lang="en-US" altLang="zh-TW" sz="320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3200">
                <a:solidFill>
                  <a:srgbClr val="FF0000"/>
                </a:solidFill>
                <a:ea typeface="新細明體" pitchFamily="18" charset="-120"/>
              </a:rPr>
              <a:t>   -</a:t>
            </a:r>
            <a:r>
              <a:rPr lang="en-US" altLang="zh-TW" sz="320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3200">
                <a:ea typeface="新細明體" pitchFamily="18" charset="-120"/>
              </a:rPr>
              <a:t> …</a:t>
            </a:r>
          </a:p>
          <a:p>
            <a:pPr marL="0" indent="0">
              <a:buNone/>
            </a:pPr>
            <a:r>
              <a:rPr lang="en-US" altLang="zh-TW" sz="3200">
                <a:ea typeface="新細明體" pitchFamily="18" charset="-120"/>
              </a:rPr>
              <a:t>The pattern "</a:t>
            </a:r>
            <a:r>
              <a:rPr lang="en-US" altLang="zh-TW" sz="3200">
                <a:solidFill>
                  <a:srgbClr val="3333FF"/>
                </a:solidFill>
                <a:ea typeface="新細明體" pitchFamily="18" charset="-120"/>
              </a:rPr>
              <a:t>+</a:t>
            </a:r>
            <a:r>
              <a:rPr lang="en-US" altLang="zh-TW" sz="320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3200">
                <a:solidFill>
                  <a:srgbClr val="3333FF"/>
                </a:solidFill>
                <a:ea typeface="新細明體" pitchFamily="18" charset="-120"/>
              </a:rPr>
              <a:t> +</a:t>
            </a:r>
            <a:r>
              <a:rPr lang="en-US" altLang="zh-TW" sz="3200" err="1">
                <a:solidFill>
                  <a:srgbClr val="3333FF"/>
                </a:solidFill>
                <a:ea typeface="新細明體" pitchFamily="18" charset="-120"/>
              </a:rPr>
              <a:t>ve</a:t>
            </a:r>
            <a:r>
              <a:rPr lang="en-US" altLang="zh-TW" sz="3200">
                <a:solidFill>
                  <a:srgbClr val="3333FF"/>
                </a:solidFill>
                <a:ea typeface="新細明體" pitchFamily="18" charset="-120"/>
              </a:rPr>
              <a:t> </a:t>
            </a:r>
            <a:r>
              <a:rPr lang="en-US" altLang="zh-TW" sz="3200">
                <a:solidFill>
                  <a:srgbClr val="FF0000"/>
                </a:solidFill>
                <a:ea typeface="新細明體" pitchFamily="18" charset="-120"/>
              </a:rPr>
              <a:t>-</a:t>
            </a:r>
            <a:r>
              <a:rPr lang="en-US" altLang="zh-TW" sz="320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3200">
                <a:solidFill>
                  <a:srgbClr val="FF0000"/>
                </a:solidFill>
                <a:ea typeface="新細明體" pitchFamily="18" charset="-120"/>
              </a:rPr>
              <a:t> -</a:t>
            </a:r>
            <a:r>
              <a:rPr lang="en-US" altLang="zh-TW" sz="3200" err="1">
                <a:solidFill>
                  <a:srgbClr val="FF0000"/>
                </a:solidFill>
                <a:ea typeface="新細明體" pitchFamily="18" charset="-120"/>
              </a:rPr>
              <a:t>ve</a:t>
            </a:r>
            <a:r>
              <a:rPr lang="en-US" altLang="zh-TW" sz="3200">
                <a:ea typeface="新細明體" pitchFamily="18" charset="-120"/>
              </a:rPr>
              <a:t>" repeats after every </a:t>
            </a:r>
            <a:r>
              <a:rPr lang="en-US" altLang="zh-TW" sz="3200" u="sng">
                <a:ea typeface="新細明體" pitchFamily="18" charset="-120"/>
              </a:rPr>
              <a:t>four</a:t>
            </a:r>
            <a:r>
              <a:rPr lang="en-US" altLang="zh-TW" sz="3200">
                <a:ea typeface="新細明體" pitchFamily="18" charset="-120"/>
              </a:rPr>
              <a:t> numbers.</a:t>
            </a:r>
          </a:p>
        </p:txBody>
      </p:sp>
    </p:spTree>
    <p:extLst>
      <p:ext uri="{BB962C8B-B14F-4D97-AF65-F5344CB8AC3E}">
        <p14:creationId xmlns:p14="http://schemas.microsoft.com/office/powerpoint/2010/main" val="1823182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7209F-BE7E-CFC7-4B08-18D214650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6202E-FAF0-3672-1757-EFE132A36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F96D06-4C3E-4CF1-16A2-09716DC6E84C}"/>
              </a:ext>
            </a:extLst>
          </p:cNvPr>
          <p:cNvSpPr txBox="1">
            <a:spLocks/>
          </p:cNvSpPr>
          <p:nvPr/>
        </p:nvSpPr>
        <p:spPr>
          <a:xfrm>
            <a:off x="1594338" y="76200"/>
            <a:ext cx="8997461" cy="838200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Example #7: Arrays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/>
              <a:t> loop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0AB66A5C-6F9E-CF33-99F0-6FD08DF42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104" y="1217352"/>
            <a:ext cx="11490758" cy="1576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marL="292100" indent="-2921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Here are </a:t>
            </a:r>
            <a:r>
              <a:rPr kumimoji="0" lang="en-US" altLang="zh-TW" sz="3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five candidates </a:t>
            </a:r>
            <a:r>
              <a:rPr lang="en-US" altLang="zh-TW" sz="3200" b="0">
                <a:solidFill>
                  <a:prstClr val="black"/>
                </a:solidFill>
                <a:latin typeface="Calibri"/>
                <a:ea typeface="新細明體"/>
                <a:cs typeface="Times New Roman"/>
              </a:rPr>
              <a:t>for student </a:t>
            </a:r>
            <a:r>
              <a:rPr kumimoji="0" lang="en-US" altLang="zh-TW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president of one collage.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400" b="0">
              <a:solidFill>
                <a:prstClr val="black"/>
              </a:solidFill>
              <a:latin typeface="Calibri"/>
              <a:ea typeface="新細明體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Now, 100 students are </a:t>
            </a:r>
            <a:r>
              <a:rPr kumimoji="0" lang="en-US" altLang="zh-TW" sz="3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voting</a:t>
            </a:r>
            <a:r>
              <a:rPr kumimoji="0" lang="en-US" altLang="zh-TW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Times New Roman"/>
              </a:rPr>
              <a:t> for them.</a:t>
            </a:r>
            <a:endParaRPr kumimoji="0" lang="en-US" altLang="zh-TW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itchFamily="18" charset="-120"/>
            </a:endParaRPr>
          </a:p>
        </p:txBody>
      </p:sp>
      <p:grpSp>
        <p:nvGrpSpPr>
          <p:cNvPr id="6" name="组合 27">
            <a:extLst>
              <a:ext uri="{FF2B5EF4-FFF2-40B4-BE49-F238E27FC236}">
                <a16:creationId xmlns:a16="http://schemas.microsoft.com/office/drawing/2014/main" id="{1814B7F5-7908-177F-B569-68439C0F7129}"/>
              </a:ext>
            </a:extLst>
          </p:cNvPr>
          <p:cNvGrpSpPr/>
          <p:nvPr/>
        </p:nvGrpSpPr>
        <p:grpSpPr>
          <a:xfrm>
            <a:off x="4243982" y="3623478"/>
            <a:ext cx="1440000" cy="2535126"/>
            <a:chOff x="4793480" y="2353711"/>
            <a:chExt cx="1440000" cy="2535126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64C1638C-4650-D353-4355-A7A86C00E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2353711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DC194FD4-7E1E-BCF6-ECB8-E9994AA0D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2865992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4B388FDD-CD00-5333-42AB-C47A45BE96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3378273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740B1E84-02AF-1238-369C-6FEB3E950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4402837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D0F4377E-1F40-174E-76BB-DED7DDA9C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3890554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12" name="Rectangle 24">
            <a:extLst>
              <a:ext uri="{FF2B5EF4-FFF2-40B4-BE49-F238E27FC236}">
                <a16:creationId xmlns:a16="http://schemas.microsoft.com/office/drawing/2014/main" id="{E8BC7A7A-3349-8B67-0F75-83045C419FAA}"/>
              </a:ext>
            </a:extLst>
          </p:cNvPr>
          <p:cNvSpPr/>
          <p:nvPr/>
        </p:nvSpPr>
        <p:spPr>
          <a:xfrm>
            <a:off x="4396301" y="3107290"/>
            <a:ext cx="1135361" cy="461665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normalizeH="0" baseline="0" noProof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Consolas" panose="020B0609020204030204" pitchFamily="49" charset="0"/>
                <a:ea typeface="新細明體" pitchFamily="18" charset="-120"/>
                <a:cs typeface="+mn-cs"/>
              </a:rPr>
              <a:t>Array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grpSp>
        <p:nvGrpSpPr>
          <p:cNvPr id="13" name="组合 23">
            <a:extLst>
              <a:ext uri="{FF2B5EF4-FFF2-40B4-BE49-F238E27FC236}">
                <a16:creationId xmlns:a16="http://schemas.microsoft.com/office/drawing/2014/main" id="{381D3855-4378-0005-DA7B-7F08456C5525}"/>
              </a:ext>
            </a:extLst>
          </p:cNvPr>
          <p:cNvGrpSpPr/>
          <p:nvPr/>
        </p:nvGrpSpPr>
        <p:grpSpPr>
          <a:xfrm>
            <a:off x="186717" y="3536718"/>
            <a:ext cx="3874649" cy="2589802"/>
            <a:chOff x="10093839" y="723543"/>
            <a:chExt cx="1791825" cy="1436352"/>
          </a:xfrm>
        </p:grpSpPr>
        <p:sp>
          <p:nvSpPr>
            <p:cNvPr id="14" name="Text Box 8">
              <a:extLst>
                <a:ext uri="{FF2B5EF4-FFF2-40B4-BE49-F238E27FC236}">
                  <a16:creationId xmlns:a16="http://schemas.microsoft.com/office/drawing/2014/main" id="{84A899BE-D0BA-00F4-5D73-1993B927B9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3839" y="723543"/>
              <a:ext cx="1676182" cy="256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zh-TW" sz="2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Candidate1: </a:t>
              </a:r>
              <a:r>
                <a:rPr lang="en-US" sz="2400" b="0" i="0">
                  <a:effectLst/>
                  <a:latin typeface="-apple-system"/>
                </a:rPr>
                <a:t>David Johnson</a:t>
              </a:r>
              <a:r>
                <a:rPr kumimoji="1" lang="en-US" altLang="zh-TW" sz="2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 </a:t>
              </a:r>
            </a:p>
          </p:txBody>
        </p:sp>
        <p:sp>
          <p:nvSpPr>
            <p:cNvPr id="15" name="Text Box 9">
              <a:extLst>
                <a:ext uri="{FF2B5EF4-FFF2-40B4-BE49-F238E27FC236}">
                  <a16:creationId xmlns:a16="http://schemas.microsoft.com/office/drawing/2014/main" id="{D4B44FC6-47B8-97E5-A87C-D302D5935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3839" y="1018619"/>
              <a:ext cx="1678821" cy="256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zh-TW" sz="2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Candidate2: </a:t>
              </a:r>
              <a:r>
                <a:rPr lang="en-US" sz="2400" b="0" i="0">
                  <a:effectLst/>
                  <a:latin typeface="-apple-system"/>
                </a:rPr>
                <a:t>Jennifer Brown</a:t>
              </a:r>
            </a:p>
          </p:txBody>
        </p:sp>
        <p:sp>
          <p:nvSpPr>
            <p:cNvPr id="16" name="Text Box 10">
              <a:extLst>
                <a:ext uri="{FF2B5EF4-FFF2-40B4-BE49-F238E27FC236}">
                  <a16:creationId xmlns:a16="http://schemas.microsoft.com/office/drawing/2014/main" id="{66C85FB2-DC03-5923-763B-34889084AB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3839" y="1313695"/>
              <a:ext cx="1537706" cy="256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zh-TW" sz="2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Candidate3: </a:t>
              </a:r>
              <a:r>
                <a:rPr lang="en-US" sz="2400" b="0" i="0">
                  <a:effectLst/>
                  <a:latin typeface="-apple-system"/>
                </a:rPr>
                <a:t>James Miller</a:t>
              </a:r>
            </a:p>
          </p:txBody>
        </p:sp>
        <p:sp>
          <p:nvSpPr>
            <p:cNvPr id="17" name="Text Box 10">
              <a:extLst>
                <a:ext uri="{FF2B5EF4-FFF2-40B4-BE49-F238E27FC236}">
                  <a16:creationId xmlns:a16="http://schemas.microsoft.com/office/drawing/2014/main" id="{F1BAF3A3-575E-0050-ED1E-227FBEE15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3839" y="1903847"/>
              <a:ext cx="1791825" cy="256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zh-TW" sz="2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Candidate5: </a:t>
              </a:r>
              <a:r>
                <a:rPr lang="en-US" sz="2400" b="0" i="0">
                  <a:effectLst/>
                  <a:latin typeface="-apple-system"/>
                </a:rPr>
                <a:t>Robert Anderson</a:t>
              </a:r>
            </a:p>
          </p:txBody>
        </p:sp>
        <p:sp>
          <p:nvSpPr>
            <p:cNvPr id="18" name="Text Box 10">
              <a:extLst>
                <a:ext uri="{FF2B5EF4-FFF2-40B4-BE49-F238E27FC236}">
                  <a16:creationId xmlns:a16="http://schemas.microsoft.com/office/drawing/2014/main" id="{55DBA65F-C777-E4A0-7E24-91B49DD7FB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3839" y="1608771"/>
              <a:ext cx="1751588" cy="256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zh-TW" sz="2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Candidate4: </a:t>
              </a:r>
              <a:r>
                <a:rPr lang="en-US" sz="2400" b="0" i="0">
                  <a:effectLst/>
                  <a:latin typeface="-apple-system"/>
                </a:rPr>
                <a:t>Jessica Martinez</a:t>
              </a:r>
            </a:p>
          </p:txBody>
        </p:sp>
      </p:grpSp>
      <p:sp>
        <p:nvSpPr>
          <p:cNvPr id="19" name="Rectangle 24">
            <a:extLst>
              <a:ext uri="{FF2B5EF4-FFF2-40B4-BE49-F238E27FC236}">
                <a16:creationId xmlns:a16="http://schemas.microsoft.com/office/drawing/2014/main" id="{E4CAE714-694B-C926-3411-5D09BD15E5D2}"/>
              </a:ext>
            </a:extLst>
          </p:cNvPr>
          <p:cNvSpPr/>
          <p:nvPr/>
        </p:nvSpPr>
        <p:spPr>
          <a:xfrm>
            <a:off x="6941783" y="3623478"/>
            <a:ext cx="4925846" cy="224676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0" u="none" strike="noStrike" kern="1200" normalizeH="0" baseline="0" noProof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Consolas" panose="020B0609020204030204" pitchFamily="49" charset="0"/>
                <a:ea typeface="新細明體" pitchFamily="18" charset="-120"/>
                <a:cs typeface="+mn-cs"/>
              </a:rPr>
              <a:t>Array to store the count for each candidates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2800" b="1" cap="none" spc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  <a:ea typeface="新細明體" pitchFamily="18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800" b="1" i="0" u="none" strike="noStrike" kern="1200" normalizeH="0" baseline="0" noProof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Consolas" panose="020B0609020204030204" pitchFamily="49" charset="0"/>
                <a:ea typeface="新細明體" pitchFamily="18" charset="-120"/>
                <a:cs typeface="+mn-cs"/>
              </a:rPr>
              <a:t>At first, they are all ZERO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20" name="文本框 30">
            <a:extLst>
              <a:ext uri="{FF2B5EF4-FFF2-40B4-BE49-F238E27FC236}">
                <a16:creationId xmlns:a16="http://schemas.microsoft.com/office/drawing/2014/main" id="{5CA717AC-DEA1-4FD1-179F-2161F35D7D86}"/>
              </a:ext>
            </a:extLst>
          </p:cNvPr>
          <p:cNvSpPr txBox="1"/>
          <p:nvPr/>
        </p:nvSpPr>
        <p:spPr>
          <a:xfrm>
            <a:off x="6160884" y="2531950"/>
            <a:ext cx="6114196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0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kumimoji="0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400" b="1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kumimoji="0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[5] = {</a:t>
            </a:r>
            <a:r>
              <a:rPr lang="en-US" altLang="zh-TW" sz="2400" b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kumimoji="0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0 }; </a:t>
            </a:r>
            <a:endParaRPr lang="LID4096" sz="2400" b="1"/>
          </a:p>
        </p:txBody>
      </p:sp>
      <p:grpSp>
        <p:nvGrpSpPr>
          <p:cNvPr id="21" name="组合 31">
            <a:extLst>
              <a:ext uri="{FF2B5EF4-FFF2-40B4-BE49-F238E27FC236}">
                <a16:creationId xmlns:a16="http://schemas.microsoft.com/office/drawing/2014/main" id="{3005E2A9-E303-0DAD-0A22-7EFF1C354817}"/>
              </a:ext>
            </a:extLst>
          </p:cNvPr>
          <p:cNvGrpSpPr/>
          <p:nvPr/>
        </p:nvGrpSpPr>
        <p:grpSpPr>
          <a:xfrm>
            <a:off x="4765246" y="3550545"/>
            <a:ext cx="397469" cy="2680941"/>
            <a:chOff x="5938936" y="2542193"/>
            <a:chExt cx="397469" cy="1469717"/>
          </a:xfrm>
        </p:grpSpPr>
        <p:sp>
          <p:nvSpPr>
            <p:cNvPr id="22" name="Text Box 10">
              <a:extLst>
                <a:ext uri="{FF2B5EF4-FFF2-40B4-BE49-F238E27FC236}">
                  <a16:creationId xmlns:a16="http://schemas.microsoft.com/office/drawing/2014/main" id="{1447E54E-C954-27E0-1413-F5F1115032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349" y="3116762"/>
              <a:ext cx="393056" cy="3205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32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23" name="Text Box 10">
              <a:extLst>
                <a:ext uri="{FF2B5EF4-FFF2-40B4-BE49-F238E27FC236}">
                  <a16:creationId xmlns:a16="http://schemas.microsoft.com/office/drawing/2014/main" id="{DD14C0E6-6650-7679-E746-CEFCCEC9DB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767" y="3404047"/>
              <a:ext cx="393056" cy="3205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32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24" name="Text Box 8">
              <a:extLst>
                <a:ext uri="{FF2B5EF4-FFF2-40B4-BE49-F238E27FC236}">
                  <a16:creationId xmlns:a16="http://schemas.microsoft.com/office/drawing/2014/main" id="{0F4DE9C6-1E6E-6285-DD2E-DDFC989E0E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349" y="2542193"/>
              <a:ext cx="393056" cy="3587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32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25" name="Text Box 9">
              <a:extLst>
                <a:ext uri="{FF2B5EF4-FFF2-40B4-BE49-F238E27FC236}">
                  <a16:creationId xmlns:a16="http://schemas.microsoft.com/office/drawing/2014/main" id="{34CB9E51-CDEC-AB47-132F-6254CC3A70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349" y="2829477"/>
              <a:ext cx="393056" cy="3205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32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26" name="Text Box 10">
              <a:extLst>
                <a:ext uri="{FF2B5EF4-FFF2-40B4-BE49-F238E27FC236}">
                  <a16:creationId xmlns:a16="http://schemas.microsoft.com/office/drawing/2014/main" id="{CD1AA835-265C-1255-62A9-93304D4F63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8936" y="3691331"/>
              <a:ext cx="393056" cy="3205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32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27" name="组合 38">
            <a:extLst>
              <a:ext uri="{FF2B5EF4-FFF2-40B4-BE49-F238E27FC236}">
                <a16:creationId xmlns:a16="http://schemas.microsoft.com/office/drawing/2014/main" id="{5448244D-9A69-4BD9-8022-0B1E4A2B981E}"/>
              </a:ext>
            </a:extLst>
          </p:cNvPr>
          <p:cNvGrpSpPr/>
          <p:nvPr/>
        </p:nvGrpSpPr>
        <p:grpSpPr>
          <a:xfrm>
            <a:off x="5862182" y="3076325"/>
            <a:ext cx="1006174" cy="3143429"/>
            <a:chOff x="6052653" y="2739577"/>
            <a:chExt cx="1006174" cy="3143429"/>
          </a:xfrm>
        </p:grpSpPr>
        <p:grpSp>
          <p:nvGrpSpPr>
            <p:cNvPr id="28" name="组合 26">
              <a:extLst>
                <a:ext uri="{FF2B5EF4-FFF2-40B4-BE49-F238E27FC236}">
                  <a16:creationId xmlns:a16="http://schemas.microsoft.com/office/drawing/2014/main" id="{F78E7760-35FC-6D71-783F-37C6F83C2417}"/>
                </a:ext>
              </a:extLst>
            </p:cNvPr>
            <p:cNvGrpSpPr/>
            <p:nvPr/>
          </p:nvGrpSpPr>
          <p:grpSpPr>
            <a:xfrm>
              <a:off x="6208545" y="3263620"/>
              <a:ext cx="605860" cy="2619386"/>
              <a:chOff x="5766613" y="2542193"/>
              <a:chExt cx="605860" cy="1435972"/>
            </a:xfrm>
          </p:grpSpPr>
          <p:sp>
            <p:nvSpPr>
              <p:cNvPr id="30" name="Text Box 10">
                <a:extLst>
                  <a:ext uri="{FF2B5EF4-FFF2-40B4-BE49-F238E27FC236}">
                    <a16:creationId xmlns:a16="http://schemas.microsoft.com/office/drawing/2014/main" id="{0C5A9A83-7464-4B14-56E7-FB4B2E74F6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71026" y="3116762"/>
                <a:ext cx="601447" cy="286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[2]</a:t>
                </a:r>
              </a:p>
            </p:txBody>
          </p:sp>
          <p:sp>
            <p:nvSpPr>
              <p:cNvPr id="31" name="Text Box 10">
                <a:extLst>
                  <a:ext uri="{FF2B5EF4-FFF2-40B4-BE49-F238E27FC236}">
                    <a16:creationId xmlns:a16="http://schemas.microsoft.com/office/drawing/2014/main" id="{B0BCD162-5B83-342A-556A-D87D1C1A4B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8444" y="3404047"/>
                <a:ext cx="601447" cy="286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[3]</a:t>
                </a:r>
              </a:p>
            </p:txBody>
          </p:sp>
          <p:sp>
            <p:nvSpPr>
              <p:cNvPr id="32" name="Text Box 8">
                <a:extLst>
                  <a:ext uri="{FF2B5EF4-FFF2-40B4-BE49-F238E27FC236}">
                    <a16:creationId xmlns:a16="http://schemas.microsoft.com/office/drawing/2014/main" id="{9196F61C-3ED8-92AE-7B69-E3E8F6901C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71026" y="2542193"/>
                <a:ext cx="601447" cy="286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[0]</a:t>
                </a:r>
              </a:p>
            </p:txBody>
          </p:sp>
          <p:sp>
            <p:nvSpPr>
              <p:cNvPr id="33" name="Text Box 9">
                <a:extLst>
                  <a:ext uri="{FF2B5EF4-FFF2-40B4-BE49-F238E27FC236}">
                    <a16:creationId xmlns:a16="http://schemas.microsoft.com/office/drawing/2014/main" id="{020187A9-177B-AF0D-8B29-CFF07F463F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71026" y="2829477"/>
                <a:ext cx="601447" cy="286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[1]</a:t>
                </a:r>
              </a:p>
            </p:txBody>
          </p:sp>
          <p:sp>
            <p:nvSpPr>
              <p:cNvPr id="34" name="Text Box 10">
                <a:extLst>
                  <a:ext uri="{FF2B5EF4-FFF2-40B4-BE49-F238E27FC236}">
                    <a16:creationId xmlns:a16="http://schemas.microsoft.com/office/drawing/2014/main" id="{09115424-C00C-B71E-796A-8D28614112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6613" y="3691331"/>
                <a:ext cx="601447" cy="286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[4]</a:t>
                </a:r>
              </a:p>
            </p:txBody>
          </p:sp>
        </p:grpSp>
        <p:sp>
          <p:nvSpPr>
            <p:cNvPr id="29" name="Text Box 8">
              <a:extLst>
                <a:ext uri="{FF2B5EF4-FFF2-40B4-BE49-F238E27FC236}">
                  <a16:creationId xmlns:a16="http://schemas.microsoft.com/office/drawing/2014/main" id="{4F1F1631-E1C9-593E-AE90-045FD5459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2653" y="2739577"/>
              <a:ext cx="100617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Index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038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9" grpId="0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83B0B-6356-999B-B2E2-2F9DB414F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B1512-D8AB-8804-E70C-B01FC5CF7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380CD7-E02C-073F-9D64-D664194E967A}"/>
              </a:ext>
            </a:extLst>
          </p:cNvPr>
          <p:cNvSpPr txBox="1">
            <a:spLocks/>
          </p:cNvSpPr>
          <p:nvPr/>
        </p:nvSpPr>
        <p:spPr>
          <a:xfrm>
            <a:off x="1594338" y="76200"/>
            <a:ext cx="8997461" cy="838200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err="1"/>
              <a:t>Inportant</a:t>
            </a:r>
            <a:r>
              <a:rPr lang="en-US" dirty="0"/>
              <a:t> Example #7: Arrays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dirty="0"/>
              <a:t> loop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1143746-BA71-43C2-7F43-051BF47DD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981" y="1141429"/>
            <a:ext cx="489702" cy="503077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2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3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4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5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6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7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8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9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10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11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12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13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14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15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16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17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18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b="0" i="0" u="none" strike="noStrike" kern="1200" cap="none" spc="0" normalizeH="0" baseline="0" noProof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  <p:sp>
        <p:nvSpPr>
          <p:cNvPr id="7" name="Rectangle 26">
            <a:extLst>
              <a:ext uri="{FF2B5EF4-FFF2-40B4-BE49-F238E27FC236}">
                <a16:creationId xmlns:a16="http://schemas.microsoft.com/office/drawing/2014/main" id="{C296889A-F7C1-3E7D-1DDB-A08280E68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682" y="1141430"/>
            <a:ext cx="11097749" cy="503077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lvl="0"/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[5] = {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0 };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itchFamily="18" charset="0"/>
              </a:rPr>
              <a:t>// All</a:t>
            </a:r>
            <a:r>
              <a:rPr kumimoji="0" lang="en-US" altLang="zh-TW" sz="1800" b="0" i="0" u="none" strike="noStrike" kern="1200" cap="none" spc="0" normalizeH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itchFamily="18" charset="0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itchFamily="18" charset="0"/>
              </a:rPr>
              <a:t>counts are set to 0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/>
              <a:ea typeface="新細明體"/>
              <a:cs typeface="Times New Roman" pitchFamily="18" charset="0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/>
            <a:r>
              <a:rPr lang="en-US" altLang="zh-TW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nt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voting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;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// To store user input, assuming valid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"Enter 100 students' ratings (1 to 5 stars): "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/>
              <a:ea typeface="新細明體"/>
              <a:cs typeface="Consolas" panose="020B0609020204030204" pitchFamily="49" charset="0"/>
            </a:endParaRPr>
          </a:p>
          <a:p>
            <a:pPr lvl="0"/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// read 100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voting results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 </a:t>
            </a:r>
          </a:p>
          <a:p>
            <a:pPr lvl="0"/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altLang="zh-TW" b="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altLang="zh-TW" b="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100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altLang="zh-TW" b="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pPr lvl="0"/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		</a:t>
            </a: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, &amp;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voting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Consolas" panose="020B0609020204030204" pitchFamily="49" charset="0"/>
              </a:rPr>
              <a:t>); </a:t>
            </a:r>
            <a:endParaRPr lang="en-US" altLang="zh-TW" sz="2000" b="0" dirty="0">
              <a:solidFill>
                <a:srgbClr val="000000"/>
              </a:solidFill>
              <a:latin typeface="Consolas"/>
              <a:ea typeface="新細明體"/>
              <a:cs typeface="Times New Roman"/>
            </a:endParaRPr>
          </a:p>
          <a:p>
            <a:pPr lvl="0"/>
            <a:r>
              <a:rPr lang="en-US" altLang="zh-TW" sz="2000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  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Map voting to 0 – 4, update </a:t>
            </a:r>
            <a:r>
              <a:rPr lang="en-US" altLang="zh-TW" b="0" dirty="0" err="1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[ ]</a:t>
            </a:r>
            <a:endParaRPr lang="en-US" altLang="zh-TW" b="0" dirty="0">
              <a:solidFill>
                <a:srgbClr val="000000"/>
              </a:solidFill>
              <a:latin typeface="Consolas"/>
              <a:ea typeface="新細明體"/>
            </a:endParaRPr>
          </a:p>
          <a:p>
            <a:pPr lvl="0"/>
            <a:r>
              <a:rPr lang="en-US" altLang="zh-TW" sz="200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	</a:t>
            </a:r>
            <a:r>
              <a:rPr lang="en-US" altLang="zh-TW" sz="2000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	</a:t>
            </a:r>
            <a:r>
              <a:rPr lang="en-US" altLang="zh-TW" sz="2000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[</a:t>
            </a:r>
            <a:r>
              <a:rPr lang="en-US" altLang="zh-TW" sz="2000" b="0" dirty="0">
                <a:solidFill>
                  <a:srgbClr val="FF0000"/>
                </a:solidFill>
                <a:latin typeface="Consolas"/>
                <a:ea typeface="新細明體"/>
                <a:cs typeface="Times New Roman"/>
              </a:rPr>
              <a:t>voting-1</a:t>
            </a: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  <a:cs typeface="Times New Roman"/>
              </a:rPr>
              <a:t>]++;</a:t>
            </a:r>
          </a:p>
          <a:p>
            <a:pPr lvl="0"/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Times New Roman"/>
              </a:rPr>
              <a:t>}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Times New Roman"/>
            </a:endParaRPr>
          </a:p>
          <a:p>
            <a:pPr lvl="0">
              <a:defRPr/>
            </a:pPr>
            <a:r>
              <a:rPr lang="en-US" altLang="zh-TW" b="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 Voting results\n"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</a:p>
          <a:p>
            <a:pPr lvl="0">
              <a:defRPr/>
            </a:pP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altLang="zh-TW" b="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altLang="zh-TW" b="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altLang="zh-TW" b="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   Candidate </a:t>
            </a:r>
            <a:r>
              <a:rPr lang="en-US" altLang="zh-TW" b="0" dirty="0">
                <a:solidFill>
                  <a:srgbClr val="3399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%d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: %d\n"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TW" b="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altLang="zh-TW" b="0" dirty="0">
                <a:solidFill>
                  <a:srgbClr val="3399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TW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President_Count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altLang="zh-TW" b="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]);</a:t>
            </a: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Times New Roman"/>
            </a:endParaRPr>
          </a:p>
          <a:p>
            <a:pPr marL="0" marR="0" lvl="0" indent="0" algn="l" defTabSz="4635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grpSp>
        <p:nvGrpSpPr>
          <p:cNvPr id="8" name="组合 27">
            <a:extLst>
              <a:ext uri="{FF2B5EF4-FFF2-40B4-BE49-F238E27FC236}">
                <a16:creationId xmlns:a16="http://schemas.microsoft.com/office/drawing/2014/main" id="{FACECAE8-9220-CA30-EF6B-71B29B14C2BF}"/>
              </a:ext>
            </a:extLst>
          </p:cNvPr>
          <p:cNvGrpSpPr/>
          <p:nvPr/>
        </p:nvGrpSpPr>
        <p:grpSpPr>
          <a:xfrm>
            <a:off x="9957418" y="2151735"/>
            <a:ext cx="795612" cy="2535126"/>
            <a:chOff x="4793480" y="2353711"/>
            <a:chExt cx="1440000" cy="2535126"/>
          </a:xfrm>
        </p:grpSpPr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EEBCC136-D4FA-B270-2B02-C510A177D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2353711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4105B901-E95B-FC9D-AFDA-FBD38CDBB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2865992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17052896-FFA7-5166-FB2F-709C8897E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3378273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42CD0FD6-8F30-87C6-B9E5-73AC923DB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4402837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18AF1EEB-ECB4-DA7F-3DC3-C71DD77EF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3890554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14" name="Rectangle 24">
            <a:extLst>
              <a:ext uri="{FF2B5EF4-FFF2-40B4-BE49-F238E27FC236}">
                <a16:creationId xmlns:a16="http://schemas.microsoft.com/office/drawing/2014/main" id="{69BC6E8C-498A-4251-383E-D56D99274D36}"/>
              </a:ext>
            </a:extLst>
          </p:cNvPr>
          <p:cNvSpPr/>
          <p:nvPr/>
        </p:nvSpPr>
        <p:spPr>
          <a:xfrm>
            <a:off x="9851712" y="1676400"/>
            <a:ext cx="1135361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normalizeH="0" baseline="0" noProof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Consolas" panose="020B0609020204030204" pitchFamily="49" charset="0"/>
                <a:ea typeface="新細明體" pitchFamily="18" charset="-120"/>
                <a:cs typeface="+mn-cs"/>
              </a:rPr>
              <a:t>Array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grpSp>
        <p:nvGrpSpPr>
          <p:cNvPr id="15" name="组合 23">
            <a:extLst>
              <a:ext uri="{FF2B5EF4-FFF2-40B4-BE49-F238E27FC236}">
                <a16:creationId xmlns:a16="http://schemas.microsoft.com/office/drawing/2014/main" id="{96E917C8-AE0A-6492-6B63-96A1398670AB}"/>
              </a:ext>
            </a:extLst>
          </p:cNvPr>
          <p:cNvGrpSpPr/>
          <p:nvPr/>
        </p:nvGrpSpPr>
        <p:grpSpPr>
          <a:xfrm flipH="1">
            <a:off x="8318126" y="2127802"/>
            <a:ext cx="2080404" cy="2589802"/>
            <a:chOff x="10093839" y="723543"/>
            <a:chExt cx="780091" cy="1436352"/>
          </a:xfrm>
        </p:grpSpPr>
        <p:sp>
          <p:nvSpPr>
            <p:cNvPr id="16" name="Text Box 8">
              <a:extLst>
                <a:ext uri="{FF2B5EF4-FFF2-40B4-BE49-F238E27FC236}">
                  <a16:creationId xmlns:a16="http://schemas.microsoft.com/office/drawing/2014/main" id="{14D18C8F-20EB-F3AB-AFB1-1756B3DF1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3839" y="723543"/>
              <a:ext cx="780091" cy="256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zh-TW" sz="2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Candidate1:</a:t>
              </a:r>
            </a:p>
          </p:txBody>
        </p:sp>
        <p:sp>
          <p:nvSpPr>
            <p:cNvPr id="17" name="Text Box 9">
              <a:extLst>
                <a:ext uri="{FF2B5EF4-FFF2-40B4-BE49-F238E27FC236}">
                  <a16:creationId xmlns:a16="http://schemas.microsoft.com/office/drawing/2014/main" id="{660A6C68-DBB6-34C6-C60B-0F9255040E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3839" y="1018619"/>
              <a:ext cx="780091" cy="256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zh-TW" sz="2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Candidate2:</a:t>
              </a:r>
              <a:endParaRPr lang="en-US" sz="2400" b="0" i="0">
                <a:effectLst/>
                <a:latin typeface="-apple-system"/>
              </a:endParaRPr>
            </a:p>
          </p:txBody>
        </p:sp>
        <p:sp>
          <p:nvSpPr>
            <p:cNvPr id="18" name="Text Box 10">
              <a:extLst>
                <a:ext uri="{FF2B5EF4-FFF2-40B4-BE49-F238E27FC236}">
                  <a16:creationId xmlns:a16="http://schemas.microsoft.com/office/drawing/2014/main" id="{11E0B39B-9201-DEC4-4F1D-3FF2E5E1BA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3839" y="1313695"/>
              <a:ext cx="780091" cy="256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zh-TW" sz="2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Candidate3:</a:t>
              </a:r>
              <a:endParaRPr lang="en-US" sz="2400" b="0" i="0">
                <a:effectLst/>
                <a:latin typeface="-apple-system"/>
              </a:endParaRPr>
            </a:p>
          </p:txBody>
        </p:sp>
        <p:sp>
          <p:nvSpPr>
            <p:cNvPr id="19" name="Text Box 10">
              <a:extLst>
                <a:ext uri="{FF2B5EF4-FFF2-40B4-BE49-F238E27FC236}">
                  <a16:creationId xmlns:a16="http://schemas.microsoft.com/office/drawing/2014/main" id="{DAC78A18-D7CF-EAA4-90A5-07E670DE12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3839" y="1903847"/>
              <a:ext cx="780091" cy="256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zh-TW" sz="2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Candidate5:</a:t>
              </a:r>
              <a:endParaRPr lang="en-US" sz="2400" b="0" i="0">
                <a:effectLst/>
                <a:latin typeface="-apple-system"/>
              </a:endParaRPr>
            </a:p>
          </p:txBody>
        </p:sp>
        <p:sp>
          <p:nvSpPr>
            <p:cNvPr id="20" name="Text Box 10">
              <a:extLst>
                <a:ext uri="{FF2B5EF4-FFF2-40B4-BE49-F238E27FC236}">
                  <a16:creationId xmlns:a16="http://schemas.microsoft.com/office/drawing/2014/main" id="{35126EE3-18E1-A944-B605-A2B686E3D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3839" y="1608771"/>
              <a:ext cx="780091" cy="256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zh-TW" sz="2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Candidate4:</a:t>
              </a:r>
              <a:endParaRPr lang="en-US" sz="2400" b="0" i="0">
                <a:effectLst/>
                <a:latin typeface="-apple-system"/>
              </a:endParaRPr>
            </a:p>
          </p:txBody>
        </p:sp>
      </p:grpSp>
      <p:grpSp>
        <p:nvGrpSpPr>
          <p:cNvPr id="27" name="组合 38">
            <a:extLst>
              <a:ext uri="{FF2B5EF4-FFF2-40B4-BE49-F238E27FC236}">
                <a16:creationId xmlns:a16="http://schemas.microsoft.com/office/drawing/2014/main" id="{BC0E8886-FAED-EB4B-AA4D-162A63C3438F}"/>
              </a:ext>
            </a:extLst>
          </p:cNvPr>
          <p:cNvGrpSpPr/>
          <p:nvPr/>
        </p:nvGrpSpPr>
        <p:grpSpPr>
          <a:xfrm>
            <a:off x="10751592" y="1629254"/>
            <a:ext cx="1006174" cy="3143429"/>
            <a:chOff x="6052653" y="2739577"/>
            <a:chExt cx="1006174" cy="3143429"/>
          </a:xfrm>
        </p:grpSpPr>
        <p:grpSp>
          <p:nvGrpSpPr>
            <p:cNvPr id="28" name="组合 26">
              <a:extLst>
                <a:ext uri="{FF2B5EF4-FFF2-40B4-BE49-F238E27FC236}">
                  <a16:creationId xmlns:a16="http://schemas.microsoft.com/office/drawing/2014/main" id="{76F59046-F65D-17EB-2091-13F3821A0A8B}"/>
                </a:ext>
              </a:extLst>
            </p:cNvPr>
            <p:cNvGrpSpPr/>
            <p:nvPr/>
          </p:nvGrpSpPr>
          <p:grpSpPr>
            <a:xfrm>
              <a:off x="6208545" y="3263620"/>
              <a:ext cx="605860" cy="2619386"/>
              <a:chOff x="5766613" y="2542193"/>
              <a:chExt cx="605860" cy="1435972"/>
            </a:xfrm>
          </p:grpSpPr>
          <p:sp>
            <p:nvSpPr>
              <p:cNvPr id="30" name="Text Box 10">
                <a:extLst>
                  <a:ext uri="{FF2B5EF4-FFF2-40B4-BE49-F238E27FC236}">
                    <a16:creationId xmlns:a16="http://schemas.microsoft.com/office/drawing/2014/main" id="{3F6F69FA-8946-5B85-FC6E-F733FAE942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71026" y="3116762"/>
                <a:ext cx="601447" cy="286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[2]</a:t>
                </a:r>
              </a:p>
            </p:txBody>
          </p:sp>
          <p:sp>
            <p:nvSpPr>
              <p:cNvPr id="31" name="Text Box 10">
                <a:extLst>
                  <a:ext uri="{FF2B5EF4-FFF2-40B4-BE49-F238E27FC236}">
                    <a16:creationId xmlns:a16="http://schemas.microsoft.com/office/drawing/2014/main" id="{57C7ED4B-F9D2-03A3-CD2E-9D08A25D6C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8444" y="3404047"/>
                <a:ext cx="601447" cy="286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[3]</a:t>
                </a:r>
              </a:p>
            </p:txBody>
          </p:sp>
          <p:sp>
            <p:nvSpPr>
              <p:cNvPr id="32" name="Text Box 8">
                <a:extLst>
                  <a:ext uri="{FF2B5EF4-FFF2-40B4-BE49-F238E27FC236}">
                    <a16:creationId xmlns:a16="http://schemas.microsoft.com/office/drawing/2014/main" id="{4F0F82B2-2E5B-73CE-D047-B8662E0E51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71026" y="2542193"/>
                <a:ext cx="601447" cy="286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[0]</a:t>
                </a:r>
              </a:p>
            </p:txBody>
          </p:sp>
          <p:sp>
            <p:nvSpPr>
              <p:cNvPr id="33" name="Text Box 9">
                <a:extLst>
                  <a:ext uri="{FF2B5EF4-FFF2-40B4-BE49-F238E27FC236}">
                    <a16:creationId xmlns:a16="http://schemas.microsoft.com/office/drawing/2014/main" id="{93001165-AD61-1CD3-8C85-966FDBBBD0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71026" y="2829477"/>
                <a:ext cx="601447" cy="286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[1]</a:t>
                </a:r>
              </a:p>
            </p:txBody>
          </p:sp>
          <p:sp>
            <p:nvSpPr>
              <p:cNvPr id="34" name="Text Box 10">
                <a:extLst>
                  <a:ext uri="{FF2B5EF4-FFF2-40B4-BE49-F238E27FC236}">
                    <a16:creationId xmlns:a16="http://schemas.microsoft.com/office/drawing/2014/main" id="{0AED82BC-FA83-9AB7-74D8-5B053DF896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6613" y="3691331"/>
                <a:ext cx="601447" cy="286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[4]</a:t>
                </a:r>
              </a:p>
            </p:txBody>
          </p:sp>
        </p:grpSp>
        <p:sp>
          <p:nvSpPr>
            <p:cNvPr id="29" name="Text Box 8">
              <a:extLst>
                <a:ext uri="{FF2B5EF4-FFF2-40B4-BE49-F238E27FC236}">
                  <a16:creationId xmlns:a16="http://schemas.microsoft.com/office/drawing/2014/main" id="{5435A2A6-12B6-1965-4885-747A695522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2653" y="2739577"/>
              <a:ext cx="100617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Index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162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C4124-A311-6BBF-8A67-2A16E5E58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D8813-BFA6-55CA-BFF6-D65DEF151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Example #7</a:t>
            </a:r>
          </a:p>
          <a:p>
            <a:pPr lvl="1"/>
            <a:r>
              <a:rPr lang="en-US" altLang="zh-CN" sz="3200"/>
              <a:t>Array for counting</a:t>
            </a:r>
          </a:p>
          <a:p>
            <a:pPr lvl="4"/>
            <a:endParaRPr lang="en-US" altLang="zh-CN"/>
          </a:p>
          <a:p>
            <a:r>
              <a:rPr lang="en-US" altLang="zh-CN"/>
              <a:t>loop </a:t>
            </a:r>
            <a:r>
              <a:rPr lang="en-US" altLang="zh-CN" err="1"/>
              <a:t>i</a:t>
            </a:r>
            <a:r>
              <a:rPr lang="en-US" altLang="zh-CN"/>
              <a:t>=0,  </a:t>
            </a:r>
            <a:r>
              <a:rPr lang="en-US" altLang="zh-CN" err="1"/>
              <a:t>i</a:t>
            </a:r>
            <a:r>
              <a:rPr lang="en-US" altLang="zh-CN"/>
              <a:t>&lt;N</a:t>
            </a:r>
          </a:p>
          <a:p>
            <a:r>
              <a:rPr lang="en-US" altLang="zh-CN"/>
              <a:t>Find the input and index relation</a:t>
            </a:r>
            <a:r>
              <a:rPr lang="en-US" altLang="zh-TW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</a:p>
          <a:p>
            <a:pPr lvl="1"/>
            <a:r>
              <a:rPr lang="en-US" altLang="zh-TW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Count</a:t>
            </a:r>
            <a:r>
              <a:rPr lang="en-US" altLang="zh-TW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[</a:t>
            </a:r>
            <a:r>
              <a:rPr lang="en-US" altLang="zh-TW">
                <a:solidFill>
                  <a:srgbClr val="FF0000"/>
                </a:solidFill>
                <a:latin typeface="Consolas"/>
                <a:ea typeface="新細明體"/>
                <a:cs typeface="Times New Roman"/>
              </a:rPr>
              <a:t>voting-1</a:t>
            </a:r>
            <a:r>
              <a:rPr lang="en-US" altLang="zh-TW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]++;</a:t>
            </a:r>
          </a:p>
          <a:p>
            <a:pPr lvl="1"/>
            <a:r>
              <a:rPr lang="en-US" altLang="zh-CN"/>
              <a:t>N is input size, input 100 </a:t>
            </a:r>
            <a:r>
              <a:rPr lang="en-US" altLang="zh-CN" err="1"/>
              <a:t>votings</a:t>
            </a:r>
            <a:endParaRPr lang="en-US" altLang="zh-CN"/>
          </a:p>
          <a:p>
            <a:r>
              <a:rPr lang="en-US" altLang="zh-CN"/>
              <a:t>Output and </a:t>
            </a:r>
            <a:r>
              <a:rPr lang="en-US" altLang="zh-CN" err="1"/>
              <a:t>i</a:t>
            </a:r>
            <a:r>
              <a:rPr lang="en-US" altLang="zh-CN"/>
              <a:t> relation  </a:t>
            </a:r>
          </a:p>
          <a:p>
            <a:pPr lvl="1"/>
            <a:r>
              <a:rPr lang="en-US" altLang="zh-CN"/>
              <a:t>Candidate </a:t>
            </a:r>
            <a:r>
              <a:rPr lang="en-US" altLang="zh-CN">
                <a:solidFill>
                  <a:srgbClr val="C00000"/>
                </a:solidFill>
              </a:rPr>
              <a:t>i+1</a:t>
            </a:r>
            <a:r>
              <a:rPr lang="en-US" altLang="zh-CN"/>
              <a:t>: count</a:t>
            </a:r>
            <a:r>
              <a:rPr lang="en-US" altLang="zh-CN">
                <a:solidFill>
                  <a:srgbClr val="C00000"/>
                </a:solidFill>
              </a:rPr>
              <a:t>[</a:t>
            </a:r>
            <a:r>
              <a:rPr lang="en-US" altLang="zh-CN" err="1">
                <a:solidFill>
                  <a:srgbClr val="C00000"/>
                </a:solidFill>
              </a:rPr>
              <a:t>i</a:t>
            </a:r>
            <a:r>
              <a:rPr lang="en-US" altLang="zh-CN">
                <a:solidFill>
                  <a:srgbClr val="C00000"/>
                </a:solidFill>
              </a:rPr>
              <a:t>]</a:t>
            </a:r>
          </a:p>
          <a:p>
            <a:pPr lvl="1"/>
            <a:r>
              <a:rPr lang="en-US" altLang="zh-CN"/>
              <a:t>N is array size, 5 </a:t>
            </a:r>
            <a:r>
              <a:rPr lang="en-US" altLang="zh-CN" err="1"/>
              <a:t>cantidates</a:t>
            </a:r>
            <a:endParaRPr lang="en-US" altLang="zh-CN"/>
          </a:p>
          <a:p>
            <a:pPr lvl="8"/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D1547-B725-AF8A-2C0B-12C3B1CE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423FBFE-6F6B-BCE9-6BFE-81B7E30E2FA6}"/>
              </a:ext>
            </a:extLst>
          </p:cNvPr>
          <p:cNvSpPr txBox="1">
            <a:spLocks/>
          </p:cNvSpPr>
          <p:nvPr/>
        </p:nvSpPr>
        <p:spPr>
          <a:xfrm>
            <a:off x="1594338" y="76200"/>
            <a:ext cx="8997461" cy="838200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Arrays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/>
              <a:t> loop</a:t>
            </a:r>
          </a:p>
        </p:txBody>
      </p:sp>
      <p:grpSp>
        <p:nvGrpSpPr>
          <p:cNvPr id="8" name="组合 27">
            <a:extLst>
              <a:ext uri="{FF2B5EF4-FFF2-40B4-BE49-F238E27FC236}">
                <a16:creationId xmlns:a16="http://schemas.microsoft.com/office/drawing/2014/main" id="{28633750-1A28-C441-8E28-7ED3B179D96D}"/>
              </a:ext>
            </a:extLst>
          </p:cNvPr>
          <p:cNvGrpSpPr/>
          <p:nvPr/>
        </p:nvGrpSpPr>
        <p:grpSpPr>
          <a:xfrm>
            <a:off x="9957418" y="2151735"/>
            <a:ext cx="795612" cy="2535126"/>
            <a:chOff x="4793480" y="2353711"/>
            <a:chExt cx="1440000" cy="2535126"/>
          </a:xfrm>
        </p:grpSpPr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BF88437D-2B77-7D5C-BAD7-EAA3EB6E7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2353711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BC4D2DDE-01EC-9B92-3BBD-D583033C7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2865992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C783C022-F248-15EC-4495-60F87C108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3378273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078401AA-1804-9D68-E95B-B2DB2386F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4402837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417E11A7-A3FD-1B52-A4C2-68D5168E2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3890554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14" name="Rectangle 24">
            <a:extLst>
              <a:ext uri="{FF2B5EF4-FFF2-40B4-BE49-F238E27FC236}">
                <a16:creationId xmlns:a16="http://schemas.microsoft.com/office/drawing/2014/main" id="{BFB76767-2119-977F-02DB-691F100FB7BE}"/>
              </a:ext>
            </a:extLst>
          </p:cNvPr>
          <p:cNvSpPr/>
          <p:nvPr/>
        </p:nvSpPr>
        <p:spPr>
          <a:xfrm>
            <a:off x="9851712" y="1676400"/>
            <a:ext cx="1135361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normalizeH="0" baseline="0" noProof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Consolas" panose="020B0609020204030204" pitchFamily="49" charset="0"/>
                <a:ea typeface="新細明體" pitchFamily="18" charset="-120"/>
                <a:cs typeface="+mn-cs"/>
              </a:rPr>
              <a:t>Array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grpSp>
        <p:nvGrpSpPr>
          <p:cNvPr id="15" name="组合 23">
            <a:extLst>
              <a:ext uri="{FF2B5EF4-FFF2-40B4-BE49-F238E27FC236}">
                <a16:creationId xmlns:a16="http://schemas.microsoft.com/office/drawing/2014/main" id="{5D959464-CD79-D38A-6CC2-0B15DC09DBBC}"/>
              </a:ext>
            </a:extLst>
          </p:cNvPr>
          <p:cNvGrpSpPr/>
          <p:nvPr/>
        </p:nvGrpSpPr>
        <p:grpSpPr>
          <a:xfrm flipH="1">
            <a:off x="8318126" y="2127802"/>
            <a:ext cx="2080404" cy="2589802"/>
            <a:chOff x="10093839" y="723543"/>
            <a:chExt cx="780091" cy="1436352"/>
          </a:xfrm>
        </p:grpSpPr>
        <p:sp>
          <p:nvSpPr>
            <p:cNvPr id="16" name="Text Box 8">
              <a:extLst>
                <a:ext uri="{FF2B5EF4-FFF2-40B4-BE49-F238E27FC236}">
                  <a16:creationId xmlns:a16="http://schemas.microsoft.com/office/drawing/2014/main" id="{A36BC64F-414B-FA65-A5ED-D726325514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3839" y="723543"/>
              <a:ext cx="780091" cy="256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zh-TW" sz="2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Candidate1:</a:t>
              </a:r>
            </a:p>
          </p:txBody>
        </p:sp>
        <p:sp>
          <p:nvSpPr>
            <p:cNvPr id="17" name="Text Box 9">
              <a:extLst>
                <a:ext uri="{FF2B5EF4-FFF2-40B4-BE49-F238E27FC236}">
                  <a16:creationId xmlns:a16="http://schemas.microsoft.com/office/drawing/2014/main" id="{B16890AA-1D9E-1A9B-6878-F7F233A44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3839" y="1018619"/>
              <a:ext cx="780091" cy="256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zh-TW" sz="2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Candidate2:</a:t>
              </a:r>
              <a:endParaRPr lang="en-US" sz="2400" b="0" i="0">
                <a:effectLst/>
                <a:latin typeface="-apple-system"/>
              </a:endParaRPr>
            </a:p>
          </p:txBody>
        </p:sp>
        <p:sp>
          <p:nvSpPr>
            <p:cNvPr id="18" name="Text Box 10">
              <a:extLst>
                <a:ext uri="{FF2B5EF4-FFF2-40B4-BE49-F238E27FC236}">
                  <a16:creationId xmlns:a16="http://schemas.microsoft.com/office/drawing/2014/main" id="{9E87E346-9D97-095B-E8BD-2FF9CAA101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3839" y="1313695"/>
              <a:ext cx="780091" cy="256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zh-TW" sz="2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Candidate3:</a:t>
              </a:r>
              <a:endParaRPr lang="en-US" sz="2400" b="0" i="0">
                <a:effectLst/>
                <a:latin typeface="-apple-system"/>
              </a:endParaRPr>
            </a:p>
          </p:txBody>
        </p:sp>
        <p:sp>
          <p:nvSpPr>
            <p:cNvPr id="19" name="Text Box 10">
              <a:extLst>
                <a:ext uri="{FF2B5EF4-FFF2-40B4-BE49-F238E27FC236}">
                  <a16:creationId xmlns:a16="http://schemas.microsoft.com/office/drawing/2014/main" id="{C16A898C-6A4A-3806-548F-7BE6301506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3839" y="1903847"/>
              <a:ext cx="780091" cy="256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zh-TW" sz="2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Candidate5:</a:t>
              </a:r>
              <a:endParaRPr lang="en-US" sz="2400" b="0" i="0">
                <a:effectLst/>
                <a:latin typeface="-apple-system"/>
              </a:endParaRPr>
            </a:p>
          </p:txBody>
        </p:sp>
        <p:sp>
          <p:nvSpPr>
            <p:cNvPr id="20" name="Text Box 10">
              <a:extLst>
                <a:ext uri="{FF2B5EF4-FFF2-40B4-BE49-F238E27FC236}">
                  <a16:creationId xmlns:a16="http://schemas.microsoft.com/office/drawing/2014/main" id="{A200AAD8-3D9D-7741-94DB-639405B37A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3839" y="1608771"/>
              <a:ext cx="780091" cy="256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zh-TW" sz="2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Candidate4:</a:t>
              </a:r>
              <a:endParaRPr lang="en-US" sz="2400" b="0" i="0">
                <a:effectLst/>
                <a:latin typeface="-apple-system"/>
              </a:endParaRPr>
            </a:p>
          </p:txBody>
        </p:sp>
      </p:grpSp>
      <p:grpSp>
        <p:nvGrpSpPr>
          <p:cNvPr id="27" name="组合 38">
            <a:extLst>
              <a:ext uri="{FF2B5EF4-FFF2-40B4-BE49-F238E27FC236}">
                <a16:creationId xmlns:a16="http://schemas.microsoft.com/office/drawing/2014/main" id="{F5C8916C-080D-48A4-D078-4AD54570E7CC}"/>
              </a:ext>
            </a:extLst>
          </p:cNvPr>
          <p:cNvGrpSpPr/>
          <p:nvPr/>
        </p:nvGrpSpPr>
        <p:grpSpPr>
          <a:xfrm>
            <a:off x="10751592" y="1629254"/>
            <a:ext cx="1006174" cy="3143429"/>
            <a:chOff x="6052653" y="2739577"/>
            <a:chExt cx="1006174" cy="3143429"/>
          </a:xfrm>
        </p:grpSpPr>
        <p:grpSp>
          <p:nvGrpSpPr>
            <p:cNvPr id="28" name="组合 26">
              <a:extLst>
                <a:ext uri="{FF2B5EF4-FFF2-40B4-BE49-F238E27FC236}">
                  <a16:creationId xmlns:a16="http://schemas.microsoft.com/office/drawing/2014/main" id="{808CD97E-1B96-F12C-64E1-58B4B5257ECC}"/>
                </a:ext>
              </a:extLst>
            </p:cNvPr>
            <p:cNvGrpSpPr/>
            <p:nvPr/>
          </p:nvGrpSpPr>
          <p:grpSpPr>
            <a:xfrm>
              <a:off x="6208545" y="3263620"/>
              <a:ext cx="605860" cy="2619386"/>
              <a:chOff x="5766613" y="2542193"/>
              <a:chExt cx="605860" cy="1435972"/>
            </a:xfrm>
          </p:grpSpPr>
          <p:sp>
            <p:nvSpPr>
              <p:cNvPr id="30" name="Text Box 10">
                <a:extLst>
                  <a:ext uri="{FF2B5EF4-FFF2-40B4-BE49-F238E27FC236}">
                    <a16:creationId xmlns:a16="http://schemas.microsoft.com/office/drawing/2014/main" id="{44C1F292-6221-0D30-9124-092BBDBAAA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71026" y="3116762"/>
                <a:ext cx="601447" cy="286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[2]</a:t>
                </a:r>
              </a:p>
            </p:txBody>
          </p:sp>
          <p:sp>
            <p:nvSpPr>
              <p:cNvPr id="31" name="Text Box 10">
                <a:extLst>
                  <a:ext uri="{FF2B5EF4-FFF2-40B4-BE49-F238E27FC236}">
                    <a16:creationId xmlns:a16="http://schemas.microsoft.com/office/drawing/2014/main" id="{34ED90F2-BC3D-2AFF-42A0-1F56FA6471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8444" y="3404047"/>
                <a:ext cx="601447" cy="286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[3]</a:t>
                </a:r>
              </a:p>
            </p:txBody>
          </p:sp>
          <p:sp>
            <p:nvSpPr>
              <p:cNvPr id="32" name="Text Box 8">
                <a:extLst>
                  <a:ext uri="{FF2B5EF4-FFF2-40B4-BE49-F238E27FC236}">
                    <a16:creationId xmlns:a16="http://schemas.microsoft.com/office/drawing/2014/main" id="{B4ED5809-1A19-BE80-625F-28C66D8060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71026" y="2542193"/>
                <a:ext cx="601447" cy="286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[0]</a:t>
                </a:r>
              </a:p>
            </p:txBody>
          </p:sp>
          <p:sp>
            <p:nvSpPr>
              <p:cNvPr id="33" name="Text Box 9">
                <a:extLst>
                  <a:ext uri="{FF2B5EF4-FFF2-40B4-BE49-F238E27FC236}">
                    <a16:creationId xmlns:a16="http://schemas.microsoft.com/office/drawing/2014/main" id="{7A4854E5-5165-9D9F-B2C8-E48D4C35BA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71026" y="2829477"/>
                <a:ext cx="601447" cy="286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[1]</a:t>
                </a:r>
              </a:p>
            </p:txBody>
          </p:sp>
          <p:sp>
            <p:nvSpPr>
              <p:cNvPr id="34" name="Text Box 10">
                <a:extLst>
                  <a:ext uri="{FF2B5EF4-FFF2-40B4-BE49-F238E27FC236}">
                    <a16:creationId xmlns:a16="http://schemas.microsoft.com/office/drawing/2014/main" id="{D4357F3D-755C-9076-AE6D-AAAFCEDE97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6613" y="3691331"/>
                <a:ext cx="601447" cy="286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新細明體" pitchFamily="18" charset="-120"/>
                    <a:cs typeface="Consolas" panose="020B0609020204030204" pitchFamily="49" charset="0"/>
                  </a:rPr>
                  <a:t>[4]</a:t>
                </a:r>
              </a:p>
            </p:txBody>
          </p:sp>
        </p:grpSp>
        <p:sp>
          <p:nvSpPr>
            <p:cNvPr id="29" name="Text Box 8">
              <a:extLst>
                <a:ext uri="{FF2B5EF4-FFF2-40B4-BE49-F238E27FC236}">
                  <a16:creationId xmlns:a16="http://schemas.microsoft.com/office/drawing/2014/main" id="{B2557EEF-D635-7DF4-BFE8-A2391AD5CA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2653" y="2739577"/>
              <a:ext cx="100617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Consolas" panose="020B0609020204030204" pitchFamily="49" charset="0"/>
                </a:rPr>
                <a:t>Index</a:t>
              </a:r>
            </a:p>
          </p:txBody>
        </p:sp>
      </p:grpSp>
      <p:sp>
        <p:nvSpPr>
          <p:cNvPr id="2" name="Arrow: Right 1">
            <a:extLst>
              <a:ext uri="{FF2B5EF4-FFF2-40B4-BE49-F238E27FC236}">
                <a16:creationId xmlns:a16="http://schemas.microsoft.com/office/drawing/2014/main" id="{2B60C2F0-60A8-009B-E25E-73CDCF4A291D}"/>
              </a:ext>
            </a:extLst>
          </p:cNvPr>
          <p:cNvSpPr/>
          <p:nvPr/>
        </p:nvSpPr>
        <p:spPr>
          <a:xfrm>
            <a:off x="6489326" y="5235577"/>
            <a:ext cx="2031794" cy="68580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72602F2-66FA-FA3B-B26A-5E7EB2291A4A}"/>
              </a:ext>
            </a:extLst>
          </p:cNvPr>
          <p:cNvSpPr/>
          <p:nvPr/>
        </p:nvSpPr>
        <p:spPr>
          <a:xfrm>
            <a:off x="8521120" y="5100528"/>
            <a:ext cx="2872596" cy="9558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/>
              <a:t>Similar but harder</a:t>
            </a:r>
          </a:p>
          <a:p>
            <a:pPr algn="ctr"/>
            <a:r>
              <a:rPr lang="en-US" altLang="zh-CN" sz="2400" b="1"/>
              <a:t>Example #8</a:t>
            </a:r>
            <a:endParaRPr lang="zh-CN" altLang="en-US" sz="2400" b="1"/>
          </a:p>
        </p:txBody>
      </p:sp>
    </p:spTree>
    <p:extLst>
      <p:ext uri="{BB962C8B-B14F-4D97-AF65-F5344CB8AC3E}">
        <p14:creationId xmlns:p14="http://schemas.microsoft.com/office/powerpoint/2010/main" val="48402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8B960-035E-BEF5-DAD7-FFCFAC69A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02A09-46C3-4B27-B4E1-E80642C8317F}" type="slidenum">
              <a:rPr lang="zh-TW" altLang="en-US" smtClean="0"/>
              <a:pPr/>
              <a:t>30</a:t>
            </a:fld>
            <a:endParaRPr lang="en-US" altLang="zh-TW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0F4746-6AE0-1C17-850F-7D22DF2C0487}"/>
              </a:ext>
            </a:extLst>
          </p:cNvPr>
          <p:cNvSpPr txBox="1">
            <a:spLocks/>
          </p:cNvSpPr>
          <p:nvPr/>
        </p:nvSpPr>
        <p:spPr>
          <a:xfrm>
            <a:off x="1594338" y="76200"/>
            <a:ext cx="9683262" cy="838200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Example #8: Arrays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/>
              <a:t> loop </a:t>
            </a:r>
            <a:r>
              <a:rPr lang="en-US" b="1"/>
              <a:t>(Hard)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6">
                <a:extLst>
                  <a:ext uri="{FF2B5EF4-FFF2-40B4-BE49-F238E27FC236}">
                    <a16:creationId xmlns:a16="http://schemas.microsoft.com/office/drawing/2014/main" id="{02EB3561-81CF-ED3E-6E12-C44B06E4B6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000" y="1066799"/>
                <a:ext cx="11429999" cy="56260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292100" indent="-292100"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kumimoji="1" lang="en-US" altLang="zh-TW" sz="3200" b="0">
                    <a:ea typeface="新細明體" pitchFamily="18" charset="-120"/>
                  </a:rPr>
                  <a:t>Task: Read </a:t>
                </a:r>
                <a:r>
                  <a:rPr kumimoji="1" lang="en-US" altLang="zh-TW" sz="3200">
                    <a:ea typeface="新細明體" pitchFamily="18" charset="-120"/>
                  </a:rPr>
                  <a:t>50</a:t>
                </a:r>
                <a:r>
                  <a:rPr kumimoji="1" lang="en-US" altLang="zh-TW" sz="3200" b="0">
                    <a:ea typeface="新細明體" pitchFamily="18" charset="-120"/>
                  </a:rPr>
                  <a:t> integers between </a:t>
                </a:r>
                <a:r>
                  <a:rPr kumimoji="1" lang="en-US" altLang="zh-TW" sz="3200">
                    <a:ea typeface="新細明體" pitchFamily="18" charset="-120"/>
                  </a:rPr>
                  <a:t>1</a:t>
                </a:r>
                <a:r>
                  <a:rPr kumimoji="1" lang="en-US" altLang="zh-TW" sz="3200" b="0">
                    <a:ea typeface="新細明體" pitchFamily="18" charset="-120"/>
                  </a:rPr>
                  <a:t> and </a:t>
                </a:r>
                <a:r>
                  <a:rPr kumimoji="1" lang="en-US" altLang="zh-TW" sz="3200">
                    <a:ea typeface="新細明體" pitchFamily="18" charset="-120"/>
                  </a:rPr>
                  <a:t>100</a:t>
                </a:r>
                <a:r>
                  <a:rPr kumimoji="1" lang="en-US" altLang="zh-TW" sz="3200" b="0">
                    <a:ea typeface="新細明體" pitchFamily="18" charset="-120"/>
                  </a:rPr>
                  <a:t> (inclusive) from a user and output the </a:t>
                </a:r>
                <a:r>
                  <a:rPr kumimoji="1" lang="en-US" altLang="zh-TW" sz="3200" u="sng">
                    <a:solidFill>
                      <a:srgbClr val="C00000"/>
                    </a:solidFill>
                    <a:ea typeface="新細明體" pitchFamily="18" charset="-120"/>
                  </a:rPr>
                  <a:t>frequency</a:t>
                </a:r>
                <a:r>
                  <a:rPr kumimoji="1" lang="en-US" altLang="zh-TW" sz="3200" b="0">
                    <a:ea typeface="新細明體" pitchFamily="18" charset="-120"/>
                  </a:rPr>
                  <a:t> of the numbers falling into these ranges: 1~10, 11~20, 21~30, …, 91~100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kumimoji="1" lang="en-US" altLang="zh-TW" sz="2400" b="0">
                  <a:ea typeface="新細明體" pitchFamily="18" charset="-12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kumimoji="1" lang="en-US" altLang="zh-TW" sz="1200" b="0">
                  <a:ea typeface="新細明體" pitchFamily="18" charset="-120"/>
                </a:endParaRPr>
              </a:p>
              <a:p>
                <a:pPr marL="0" indent="0"/>
                <a:r>
                  <a:rPr kumimoji="1" lang="en-US" altLang="zh-TW" sz="2800" b="0">
                    <a:ea typeface="新細明體" pitchFamily="18" charset="-120"/>
                  </a:rPr>
                  <a:t>	number </a:t>
                </a:r>
                <a14:m>
                  <m:oMath xmlns:m="http://schemas.openxmlformats.org/officeDocument/2006/math">
                    <m:r>
                      <a:rPr kumimoji="1" lang="en-US" altLang="zh-TW" sz="2800" b="0" i="1" dirty="0" smtClean="0">
                        <a:latin typeface="Cambria Math" panose="02040503050406030204" pitchFamily="18" charset="0"/>
                        <a:ea typeface="新細明體" pitchFamily="18" charset="-120"/>
                      </a:rPr>
                      <m:t>𝑥</m:t>
                    </m:r>
                  </m:oMath>
                </a14:m>
                <a:r>
                  <a:rPr kumimoji="1" lang="en-US" altLang="zh-TW" sz="2800" b="0">
                    <a:ea typeface="新細明體" pitchFamily="18" charset="-120"/>
                  </a:rPr>
                  <a:t>	  </a:t>
                </a:r>
                <a:r>
                  <a:rPr kumimoji="1" lang="en-US" altLang="zh-TW" sz="2800" u="sng">
                    <a:solidFill>
                      <a:srgbClr val="C00000"/>
                    </a:solidFill>
                  </a:rPr>
                  <a:t> frequency</a:t>
                </a:r>
                <a:r>
                  <a:rPr kumimoji="1" lang="en-US" altLang="zh-TW" sz="2800" b="0">
                    <a:ea typeface="新細明體" pitchFamily="18" charset="-120"/>
                  </a:rPr>
                  <a:t> </a:t>
                </a:r>
              </a:p>
              <a:p>
                <a:pPr marL="0" indent="0"/>
                <a:r>
                  <a:rPr kumimoji="1" lang="en-US" altLang="zh-TW" sz="2800" b="0">
                    <a:ea typeface="新細明體" pitchFamily="18" charset="-120"/>
                  </a:rPr>
                  <a:t>	  1~10	   </a:t>
                </a:r>
              </a:p>
              <a:p>
                <a:pPr marL="0" indent="0"/>
                <a:r>
                  <a:rPr kumimoji="1" lang="en-US" altLang="zh-TW" sz="2800" b="0">
                    <a:ea typeface="新細明體" pitchFamily="18" charset="-120"/>
                  </a:rPr>
                  <a:t>	 11~20	   </a:t>
                </a:r>
              </a:p>
              <a:p>
                <a:pPr marL="0" indent="0"/>
                <a:r>
                  <a:rPr kumimoji="1" lang="en-US" altLang="zh-TW" sz="2800" b="0">
                    <a:ea typeface="新細明體" pitchFamily="18" charset="-120"/>
                  </a:rPr>
                  <a:t>	 21~30	   </a:t>
                </a:r>
              </a:p>
              <a:p>
                <a:pPr marL="0" indent="0"/>
                <a:r>
                  <a:rPr kumimoji="1" lang="en-US" altLang="zh-TW" sz="2800" b="0">
                    <a:ea typeface="新細明體" pitchFamily="18" charset="-120"/>
                  </a:rPr>
                  <a:t>	    …		  </a:t>
                </a:r>
              </a:p>
              <a:p>
                <a:pPr marL="0" indent="0"/>
                <a:r>
                  <a:rPr kumimoji="1" lang="en-US" altLang="zh-TW" sz="2800" b="0">
                    <a:ea typeface="新細明體" pitchFamily="18" charset="-120"/>
                  </a:rPr>
                  <a:t>	 91~100	 </a:t>
                </a:r>
              </a:p>
              <a:p>
                <a:pPr marL="0" indent="0"/>
                <a:endParaRPr kumimoji="1" lang="en-US" altLang="zh-TW" sz="3200" b="0">
                  <a:ea typeface="新細明體" pitchFamily="18" charset="-120"/>
                </a:endParaRPr>
              </a:p>
              <a:p>
                <a:pPr marL="0" indent="0"/>
                <a:r>
                  <a:rPr kumimoji="1" lang="en-US" altLang="zh-TW" sz="2800" b="0" i="1"/>
                  <a:t>In loops, it is always important to determine the relationship!</a:t>
                </a:r>
              </a:p>
              <a:p>
                <a:pPr marL="0" indent="0"/>
                <a:endParaRPr kumimoji="1" lang="en-US" altLang="zh-TW" sz="2800" b="0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4" name="Text Box 6">
                <a:extLst>
                  <a:ext uri="{FF2B5EF4-FFF2-40B4-BE49-F238E27FC236}">
                    <a16:creationId xmlns:a16="http://schemas.microsoft.com/office/drawing/2014/main" id="{02EB3561-81CF-ED3E-6E12-C44B06E4B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1066799"/>
                <a:ext cx="11429999" cy="5626099"/>
              </a:xfrm>
              <a:prstGeom prst="rect">
                <a:avLst/>
              </a:prstGeom>
              <a:blipFill>
                <a:blip r:embed="rId2"/>
                <a:stretch>
                  <a:fillRect l="-1227" t="-1408" r="-53" b="-21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F96144B-1229-A8CE-6AEC-29DBBE51D03A}"/>
              </a:ext>
            </a:extLst>
          </p:cNvPr>
          <p:cNvSpPr txBox="1"/>
          <p:nvPr/>
        </p:nvSpPr>
        <p:spPr>
          <a:xfrm>
            <a:off x="7543800" y="3733800"/>
            <a:ext cx="350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>
                <a:solidFill>
                  <a:srgbClr val="C00000"/>
                </a:solidFill>
              </a:rPr>
              <a:t>Array for count</a:t>
            </a:r>
            <a:endParaRPr lang="zh-CN" altLang="en-US" sz="4000" b="1">
              <a:solidFill>
                <a:srgbClr val="C00000"/>
              </a:solidFill>
            </a:endParaRPr>
          </a:p>
        </p:txBody>
      </p:sp>
      <p:grpSp>
        <p:nvGrpSpPr>
          <p:cNvPr id="5" name="组合 27">
            <a:extLst>
              <a:ext uri="{FF2B5EF4-FFF2-40B4-BE49-F238E27FC236}">
                <a16:creationId xmlns:a16="http://schemas.microsoft.com/office/drawing/2014/main" id="{2FF3B71A-19AF-9C20-D0B5-0121435D6C33}"/>
              </a:ext>
            </a:extLst>
          </p:cNvPr>
          <p:cNvGrpSpPr/>
          <p:nvPr/>
        </p:nvGrpSpPr>
        <p:grpSpPr>
          <a:xfrm>
            <a:off x="5376000" y="3564188"/>
            <a:ext cx="1440000" cy="2535126"/>
            <a:chOff x="4793480" y="2353711"/>
            <a:chExt cx="1440000" cy="2535126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0F773068-6AD1-430F-3ED5-61223752B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2353711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67A3EBA8-B9F6-E077-A801-8064D10F5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2865992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7430BE7F-9E8F-1C73-616E-35D19708E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3378273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0AF9DB71-EBBF-84DC-EBBB-07A94F31C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4402837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278C0E5A-5AE0-4472-4B0D-394B8E59A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3890554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12" name="Rectangle 24">
            <a:extLst>
              <a:ext uri="{FF2B5EF4-FFF2-40B4-BE49-F238E27FC236}">
                <a16:creationId xmlns:a16="http://schemas.microsoft.com/office/drawing/2014/main" id="{DF79C850-1196-D2DB-7E1F-F67A8F09770A}"/>
              </a:ext>
            </a:extLst>
          </p:cNvPr>
          <p:cNvSpPr/>
          <p:nvPr/>
        </p:nvSpPr>
        <p:spPr>
          <a:xfrm>
            <a:off x="5528319" y="3048000"/>
            <a:ext cx="1135361" cy="461665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normalizeH="0" baseline="0" noProof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Consolas" panose="020B0609020204030204" pitchFamily="49" charset="0"/>
                <a:ea typeface="新細明體" pitchFamily="18" charset="-120"/>
                <a:cs typeface="+mn-cs"/>
              </a:rPr>
              <a:t>Array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9206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72840-77D1-E4BA-0399-866DE8468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B814197-2117-E16C-2FA6-7EEB7C735E9B}"/>
              </a:ext>
            </a:extLst>
          </p:cNvPr>
          <p:cNvSpPr/>
          <p:nvPr/>
        </p:nvSpPr>
        <p:spPr>
          <a:xfrm>
            <a:off x="143141" y="3742075"/>
            <a:ext cx="2647683" cy="42761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68" name="Text Box 6">
            <a:extLst>
              <a:ext uri="{FF2B5EF4-FFF2-40B4-BE49-F238E27FC236}">
                <a16:creationId xmlns:a16="http://schemas.microsoft.com/office/drawing/2014/main" id="{32581865-D7C3-DF17-85B7-A052D6E0F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066799"/>
            <a:ext cx="11429999" cy="5626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92100" indent="-2921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800" b="0">
                <a:ea typeface="新細明體" pitchFamily="18" charset="-120"/>
              </a:rPr>
              <a:t>Task: Read </a:t>
            </a:r>
            <a:r>
              <a:rPr kumimoji="1" lang="en-US" altLang="zh-TW" sz="2800">
                <a:ea typeface="新細明體" pitchFamily="18" charset="-120"/>
              </a:rPr>
              <a:t>50</a:t>
            </a:r>
            <a:r>
              <a:rPr kumimoji="1" lang="en-US" altLang="zh-TW" sz="2800" b="0">
                <a:ea typeface="新細明體" pitchFamily="18" charset="-120"/>
              </a:rPr>
              <a:t> integers between </a:t>
            </a:r>
            <a:r>
              <a:rPr kumimoji="1" lang="en-US" altLang="zh-TW" sz="2800">
                <a:ea typeface="新細明體" pitchFamily="18" charset="-120"/>
              </a:rPr>
              <a:t>1</a:t>
            </a:r>
            <a:r>
              <a:rPr kumimoji="1" lang="en-US" altLang="zh-TW" sz="2800" b="0">
                <a:ea typeface="新細明體" pitchFamily="18" charset="-120"/>
              </a:rPr>
              <a:t> and </a:t>
            </a:r>
            <a:r>
              <a:rPr kumimoji="1" lang="en-US" altLang="zh-TW" sz="2800">
                <a:ea typeface="新細明體" pitchFamily="18" charset="-120"/>
              </a:rPr>
              <a:t>100</a:t>
            </a:r>
            <a:r>
              <a:rPr kumimoji="1" lang="en-US" altLang="zh-TW" sz="2800" b="0">
                <a:ea typeface="新細明體" pitchFamily="18" charset="-120"/>
              </a:rPr>
              <a:t> (inclusive) from a user and output the </a:t>
            </a:r>
            <a:r>
              <a:rPr kumimoji="1" lang="en-US" altLang="zh-TW" sz="2800" u="sng">
                <a:solidFill>
                  <a:srgbClr val="C00000"/>
                </a:solidFill>
                <a:ea typeface="新細明體" pitchFamily="18" charset="-120"/>
              </a:rPr>
              <a:t>frequency</a:t>
            </a:r>
            <a:r>
              <a:rPr kumimoji="1" lang="en-US" altLang="zh-TW" sz="2800" b="0">
                <a:ea typeface="新細明體" pitchFamily="18" charset="-120"/>
              </a:rPr>
              <a:t> of the numbers falling into these ranges: 1~10, 11~20, 21~30, …, 91~100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TW" sz="2000" b="0">
              <a:ea typeface="新細明體" pitchFamily="18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TW" sz="1200" b="0">
              <a:ea typeface="新細明體" pitchFamily="18" charset="-120"/>
            </a:endParaRPr>
          </a:p>
          <a:p>
            <a:pPr marL="0" indent="0"/>
            <a:r>
              <a:rPr kumimoji="1" lang="en-US" altLang="zh-TW" sz="2800" b="0">
                <a:ea typeface="新細明體" pitchFamily="18" charset="-120"/>
              </a:rPr>
              <a:t>	</a:t>
            </a: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r>
              <a:rPr kumimoji="1" lang="en-US" altLang="zh-TW" sz="2800" b="0" i="1"/>
              <a:t>In loops, it is always important to determine the relationship!</a:t>
            </a: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43F309C-0341-AE60-B752-0393FB60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E86A746-C3F8-F7C0-B1F2-C15610E60A87}"/>
                  </a:ext>
                </a:extLst>
              </p:cNvPr>
              <p:cNvSpPr txBox="1"/>
              <p:nvPr/>
            </p:nvSpPr>
            <p:spPr>
              <a:xfrm>
                <a:off x="5566611" y="2655580"/>
                <a:ext cx="6629400" cy="218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/>
                  <a:t>Given x, which </a:t>
                </a:r>
                <a:r>
                  <a:rPr lang="en-US" altLang="zh-CN" sz="3600" b="1" err="1"/>
                  <a:t>freq</a:t>
                </a:r>
                <a:r>
                  <a:rPr lang="en-US" altLang="zh-CN" sz="3600" b="1"/>
                  <a:t>[?]++</a:t>
                </a:r>
              </a:p>
              <a:p>
                <a:r>
                  <a:rPr lang="en-US" altLang="zh-CN" sz="3600" b="1">
                    <a:solidFill>
                      <a:srgbClr val="C00000"/>
                    </a:solidFill>
                  </a:rPr>
                  <a:t>Find the relationship between </a:t>
                </a:r>
                <a:r>
                  <a:rPr kumimoji="1" lang="en-US" altLang="zh-TW" sz="3600" b="1">
                    <a:solidFill>
                      <a:srgbClr val="C00000"/>
                    </a:solidFill>
                    <a:ea typeface="新細明體" pitchFamily="18" charset="-120"/>
                  </a:rPr>
                  <a:t>number </a:t>
                </a:r>
                <a14:m>
                  <m:oMath xmlns:m="http://schemas.openxmlformats.org/officeDocument/2006/math">
                    <m:r>
                      <a:rPr kumimoji="1" lang="en-US" altLang="zh-TW" sz="3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新細明體" pitchFamily="18" charset="-120"/>
                      </a:rPr>
                      <m:t>𝒙</m:t>
                    </m:r>
                  </m:oMath>
                </a14:m>
                <a:r>
                  <a:rPr kumimoji="1" lang="en-US" altLang="zh-TW" sz="3600" b="1">
                    <a:solidFill>
                      <a:srgbClr val="C00000"/>
                    </a:solidFill>
                    <a:ea typeface="新細明體" pitchFamily="18" charset="-120"/>
                  </a:rPr>
                  <a:t> and index</a:t>
                </a:r>
                <a:endParaRPr kumimoji="1" lang="en-US" altLang="zh-TW" sz="2800" b="1" i="1">
                  <a:solidFill>
                    <a:srgbClr val="C00000"/>
                  </a:solidFill>
                  <a:ea typeface="新細明體" pitchFamily="18" charset="-120"/>
                </a:endParaRPr>
              </a:p>
              <a:p>
                <a:r>
                  <a:rPr lang="en-US" altLang="zh-CN" sz="2800" b="1">
                    <a:solidFill>
                      <a:srgbClr val="C00000"/>
                    </a:solidFill>
                  </a:rPr>
                  <a:t> </a:t>
                </a:r>
                <a:endParaRPr lang="zh-CN" alt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E86A746-C3F8-F7C0-B1F2-C15610E60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6611" y="2655580"/>
                <a:ext cx="6629400" cy="2185214"/>
              </a:xfrm>
              <a:prstGeom prst="rect">
                <a:avLst/>
              </a:prstGeom>
              <a:blipFill>
                <a:blip r:embed="rId3"/>
                <a:stretch>
                  <a:fillRect l="-2757" t="-4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601F1260-134C-B236-D9A4-66B5C73F32B0}"/>
              </a:ext>
            </a:extLst>
          </p:cNvPr>
          <p:cNvSpPr txBox="1">
            <a:spLocks/>
          </p:cNvSpPr>
          <p:nvPr/>
        </p:nvSpPr>
        <p:spPr>
          <a:xfrm>
            <a:off x="1594338" y="76200"/>
            <a:ext cx="9683262" cy="838200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Example #8: Arrays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/>
              <a:t> loop </a:t>
            </a:r>
            <a:r>
              <a:rPr lang="en-US" b="1"/>
              <a:t>(Hard)</a:t>
            </a: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CAD3B4FA-6044-18C3-242B-8F63D5B86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3376" y="4438148"/>
            <a:ext cx="294696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index = f(</a:t>
            </a:r>
            <a:r>
              <a:rPr kumimoji="1" lang="en-US" altLang="zh-TW" sz="4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kumimoji="1" lang="en-US" altLang="zh-TW" sz="4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</p:txBody>
      </p:sp>
      <p:grpSp>
        <p:nvGrpSpPr>
          <p:cNvPr id="8" name="组合 27">
            <a:extLst>
              <a:ext uri="{FF2B5EF4-FFF2-40B4-BE49-F238E27FC236}">
                <a16:creationId xmlns:a16="http://schemas.microsoft.com/office/drawing/2014/main" id="{BA0540A1-8A6A-39DF-C8B9-63792B107D61}"/>
              </a:ext>
            </a:extLst>
          </p:cNvPr>
          <p:cNvGrpSpPr/>
          <p:nvPr/>
        </p:nvGrpSpPr>
        <p:grpSpPr>
          <a:xfrm>
            <a:off x="3051405" y="3256075"/>
            <a:ext cx="904695" cy="2535126"/>
            <a:chOff x="4793480" y="2353711"/>
            <a:chExt cx="1440000" cy="2535126"/>
          </a:xfrm>
        </p:grpSpPr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910B0A3A-081F-2B84-96E8-910D695E4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2353711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260F57DF-1BEB-F311-7B45-CA9571B77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2865992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D3C008A8-D46D-0EF3-AE19-825A85F2B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3378273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7741F740-B30B-037C-BDF7-8EBA13E20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4402837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4E4404C7-3915-FCBB-3BC4-1D9432CC3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3890554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14" name="Rectangle 24">
            <a:extLst>
              <a:ext uri="{FF2B5EF4-FFF2-40B4-BE49-F238E27FC236}">
                <a16:creationId xmlns:a16="http://schemas.microsoft.com/office/drawing/2014/main" id="{2D96546E-C88F-AFC1-6E6F-83C3F84558BB}"/>
              </a:ext>
            </a:extLst>
          </p:cNvPr>
          <p:cNvSpPr/>
          <p:nvPr/>
        </p:nvSpPr>
        <p:spPr>
          <a:xfrm>
            <a:off x="2971800" y="2811372"/>
            <a:ext cx="1135361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normalizeH="0" baseline="0" noProof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Consolas" panose="020B0609020204030204" pitchFamily="49" charset="0"/>
                <a:ea typeface="新細明體" pitchFamily="18" charset="-120"/>
                <a:cs typeface="+mn-cs"/>
              </a:rPr>
              <a:t>Array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0858A23-FEAB-43CF-1577-9D780B7DBF74}"/>
                  </a:ext>
                </a:extLst>
              </p:cNvPr>
              <p:cNvSpPr txBox="1"/>
              <p:nvPr/>
            </p:nvSpPr>
            <p:spPr>
              <a:xfrm>
                <a:off x="143141" y="2811372"/>
                <a:ext cx="3168105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新細明體" pitchFamily="18" charset="-120"/>
                    <a:cs typeface="+mn-cs"/>
                  </a:rPr>
                  <a:t>number </a:t>
                </a:r>
                <a14:m>
                  <m:oMath xmlns:m="http://schemas.openxmlformats.org/officeDocument/2006/math">
                    <m:r>
                      <a:rPr kumimoji="1" lang="en-US" altLang="zh-TW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新細明體" pitchFamily="18" charset="-120"/>
                        <a:cs typeface="+mn-cs"/>
                      </a:rPr>
                      <m:t>𝑥</m:t>
                    </m:r>
                  </m:oMath>
                </a14:m>
                <a:r>
                  <a:rPr kumimoji="1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新細明體" pitchFamily="18" charset="-120"/>
                    <a:cs typeface="+mn-cs"/>
                  </a:rPr>
                  <a:t>	index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新細明體" pitchFamily="18" charset="-120"/>
                    <a:cs typeface="+mn-cs"/>
                  </a:rPr>
                  <a:t>   1~10	   0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新細明體" pitchFamily="18" charset="-120"/>
                    <a:cs typeface="+mn-cs"/>
                  </a:rPr>
                  <a:t>  11~20	   1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新細明體" pitchFamily="18" charset="-120"/>
                    <a:cs typeface="+mn-cs"/>
                  </a:rPr>
                  <a:t>  21~30	   2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新細明體" pitchFamily="18" charset="-120"/>
                    <a:cs typeface="+mn-cs"/>
                  </a:rPr>
                  <a:t>     …		  …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新細明體" pitchFamily="18" charset="-120"/>
                    <a:cs typeface="+mn-cs"/>
                  </a:rPr>
                  <a:t>  91~100	   9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0858A23-FEAB-43CF-1577-9D780B7DB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41" y="2811372"/>
                <a:ext cx="3168105" cy="2677656"/>
              </a:xfrm>
              <a:prstGeom prst="rect">
                <a:avLst/>
              </a:prstGeom>
              <a:blipFill>
                <a:blip r:embed="rId4"/>
                <a:stretch>
                  <a:fillRect l="-3846" t="-2050" b="-5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545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D6A82-04CA-57FC-BBFB-29D7E8C8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4B1A51D-68ED-5824-A769-55AC908A9FFD}"/>
              </a:ext>
            </a:extLst>
          </p:cNvPr>
          <p:cNvSpPr/>
          <p:nvPr/>
        </p:nvSpPr>
        <p:spPr>
          <a:xfrm>
            <a:off x="143141" y="3742075"/>
            <a:ext cx="2647683" cy="42761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68" name="Text Box 6">
            <a:extLst>
              <a:ext uri="{FF2B5EF4-FFF2-40B4-BE49-F238E27FC236}">
                <a16:creationId xmlns:a16="http://schemas.microsoft.com/office/drawing/2014/main" id="{6DC5CA03-383E-F1D3-D6D5-B8F8E9D65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066799"/>
            <a:ext cx="11429999" cy="5626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92100" indent="-2921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800" b="0">
                <a:ea typeface="新細明體" pitchFamily="18" charset="-120"/>
              </a:rPr>
              <a:t>Task: Read </a:t>
            </a:r>
            <a:r>
              <a:rPr kumimoji="1" lang="en-US" altLang="zh-TW" sz="2800">
                <a:ea typeface="新細明體" pitchFamily="18" charset="-120"/>
              </a:rPr>
              <a:t>50</a:t>
            </a:r>
            <a:r>
              <a:rPr kumimoji="1" lang="en-US" altLang="zh-TW" sz="2800" b="0">
                <a:ea typeface="新細明體" pitchFamily="18" charset="-120"/>
              </a:rPr>
              <a:t> integers between </a:t>
            </a:r>
            <a:r>
              <a:rPr kumimoji="1" lang="en-US" altLang="zh-TW" sz="2800">
                <a:ea typeface="新細明體" pitchFamily="18" charset="-120"/>
              </a:rPr>
              <a:t>1</a:t>
            </a:r>
            <a:r>
              <a:rPr kumimoji="1" lang="en-US" altLang="zh-TW" sz="2800" b="0">
                <a:ea typeface="新細明體" pitchFamily="18" charset="-120"/>
              </a:rPr>
              <a:t> and </a:t>
            </a:r>
            <a:r>
              <a:rPr kumimoji="1" lang="en-US" altLang="zh-TW" sz="2800">
                <a:ea typeface="新細明體" pitchFamily="18" charset="-120"/>
              </a:rPr>
              <a:t>100</a:t>
            </a:r>
            <a:r>
              <a:rPr kumimoji="1" lang="en-US" altLang="zh-TW" sz="2800" b="0">
                <a:ea typeface="新細明體" pitchFamily="18" charset="-120"/>
              </a:rPr>
              <a:t> (inclusive) from a user and output the </a:t>
            </a:r>
            <a:r>
              <a:rPr kumimoji="1" lang="en-US" altLang="zh-TW" sz="2800" u="sng">
                <a:solidFill>
                  <a:srgbClr val="C00000"/>
                </a:solidFill>
                <a:ea typeface="新細明體" pitchFamily="18" charset="-120"/>
              </a:rPr>
              <a:t>frequency</a:t>
            </a:r>
            <a:r>
              <a:rPr kumimoji="1" lang="en-US" altLang="zh-TW" sz="2800" b="0">
                <a:ea typeface="新細明體" pitchFamily="18" charset="-120"/>
              </a:rPr>
              <a:t> of the numbers falling into these ranges: 1~10, 11~20, 21~30, …, 91~100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TW" sz="2000" b="0">
              <a:ea typeface="新細明體" pitchFamily="18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TW" sz="1200" b="0">
              <a:ea typeface="新細明體" pitchFamily="18" charset="-120"/>
            </a:endParaRPr>
          </a:p>
          <a:p>
            <a:pPr marL="0" indent="0"/>
            <a:endParaRPr kumimoji="1" lang="en-US" altLang="zh-TW" sz="1200" b="0">
              <a:ea typeface="新細明體" pitchFamily="18" charset="-120"/>
            </a:endParaRPr>
          </a:p>
          <a:p>
            <a:pPr marL="0" indent="0"/>
            <a:endParaRPr kumimoji="1" lang="en-US" altLang="zh-TW" sz="1200" b="0">
              <a:ea typeface="新細明體" pitchFamily="18" charset="-120"/>
            </a:endParaRPr>
          </a:p>
          <a:p>
            <a:pPr marL="0" indent="0"/>
            <a:endParaRPr kumimoji="1" lang="en-US" altLang="zh-TW" sz="1200" b="0">
              <a:ea typeface="新細明體" pitchFamily="18" charset="-120"/>
            </a:endParaRPr>
          </a:p>
          <a:p>
            <a:pPr marL="0" indent="0"/>
            <a:endParaRPr kumimoji="1" lang="en-US" altLang="zh-TW" sz="1200" b="0">
              <a:ea typeface="新細明體" pitchFamily="18" charset="-120"/>
            </a:endParaRPr>
          </a:p>
          <a:p>
            <a:pPr marL="0" indent="0"/>
            <a:endParaRPr kumimoji="1" lang="en-US" altLang="zh-TW" sz="1200" b="0">
              <a:ea typeface="新細明體" pitchFamily="18" charset="-120"/>
            </a:endParaRPr>
          </a:p>
          <a:p>
            <a:pPr marL="0" indent="0"/>
            <a:endParaRPr kumimoji="1" lang="en-US" altLang="zh-TW" sz="1200" b="0">
              <a:ea typeface="新細明體" pitchFamily="18" charset="-120"/>
            </a:endParaRPr>
          </a:p>
          <a:p>
            <a:pPr marL="0" indent="0"/>
            <a:endParaRPr kumimoji="1" lang="en-US" altLang="zh-TW" sz="1200" b="0">
              <a:ea typeface="新細明體" pitchFamily="18" charset="-120"/>
            </a:endParaRPr>
          </a:p>
          <a:p>
            <a:pPr marL="0" indent="0"/>
            <a:endParaRPr kumimoji="1" lang="en-US" altLang="zh-TW" sz="1200" b="0">
              <a:ea typeface="新細明體" pitchFamily="18" charset="-120"/>
            </a:endParaRPr>
          </a:p>
          <a:p>
            <a:pPr marL="0" indent="0"/>
            <a:endParaRPr kumimoji="1" lang="en-US" altLang="zh-TW" sz="1200" b="0">
              <a:ea typeface="新細明體" pitchFamily="18" charset="-120"/>
            </a:endParaRPr>
          </a:p>
          <a:p>
            <a:pPr marL="0" indent="0"/>
            <a:endParaRPr kumimoji="1" lang="en-US" altLang="zh-TW" sz="1200" b="0">
              <a:ea typeface="新細明體" pitchFamily="18" charset="-120"/>
            </a:endParaRPr>
          </a:p>
          <a:p>
            <a:pPr marL="0" indent="0"/>
            <a:endParaRPr kumimoji="1" lang="en-US" altLang="zh-TW" sz="1200" b="0">
              <a:ea typeface="新細明體" pitchFamily="18" charset="-120"/>
            </a:endParaRPr>
          </a:p>
          <a:p>
            <a:pPr marL="0" indent="0"/>
            <a:endParaRPr kumimoji="1" lang="en-US" altLang="zh-TW" sz="1200" b="0">
              <a:ea typeface="新細明體" pitchFamily="18" charset="-120"/>
            </a:endParaRPr>
          </a:p>
          <a:p>
            <a:pPr marL="0" indent="0"/>
            <a:endParaRPr kumimoji="1" lang="en-US" altLang="zh-TW" sz="1200" b="0">
              <a:ea typeface="新細明體" pitchFamily="18" charset="-120"/>
            </a:endParaRPr>
          </a:p>
          <a:p>
            <a:pPr marL="0" indent="0"/>
            <a:endParaRPr kumimoji="1" lang="en-US" altLang="zh-TW" sz="1200" b="0">
              <a:ea typeface="新細明體" pitchFamily="18" charset="-120"/>
            </a:endParaRPr>
          </a:p>
          <a:p>
            <a:pPr marL="0" indent="0"/>
            <a:endParaRPr kumimoji="1" lang="en-US" altLang="zh-TW" sz="1200" b="0">
              <a:ea typeface="新細明體" pitchFamily="18" charset="-120"/>
            </a:endParaRPr>
          </a:p>
          <a:p>
            <a:pPr marL="0" indent="0"/>
            <a:endParaRPr kumimoji="1" lang="en-US" altLang="zh-TW" sz="1200" b="0" i="1">
              <a:ea typeface="新細明體" pitchFamily="18" charset="-120"/>
            </a:endParaRPr>
          </a:p>
          <a:p>
            <a:pPr marL="0" indent="0"/>
            <a:endParaRPr kumimoji="1" lang="en-US" altLang="zh-TW" sz="2800" b="0" i="1"/>
          </a:p>
          <a:p>
            <a:pPr marL="0" indent="0"/>
            <a:r>
              <a:rPr kumimoji="1" lang="en-US" altLang="zh-TW" sz="2800" b="0" i="1"/>
              <a:t>In loops, it is always important to determine the relationship!</a:t>
            </a: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DE71D73-8C9F-57BF-FA50-B3A16174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9C6C5E1-88A9-0843-5219-938D93CB306D}"/>
                  </a:ext>
                </a:extLst>
              </p:cNvPr>
              <p:cNvSpPr txBox="1"/>
              <p:nvPr/>
            </p:nvSpPr>
            <p:spPr>
              <a:xfrm>
                <a:off x="5105400" y="2281281"/>
                <a:ext cx="6629400" cy="4415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/>
                  <a:t>Given x, which </a:t>
                </a:r>
                <a:r>
                  <a:rPr lang="en-US" altLang="zh-CN" sz="3600" b="1" err="1"/>
                  <a:t>freq</a:t>
                </a:r>
                <a:r>
                  <a:rPr lang="en-US" altLang="zh-CN" sz="3600" b="1"/>
                  <a:t>[?]++</a:t>
                </a:r>
              </a:p>
              <a:p>
                <a:r>
                  <a:rPr lang="en-US" altLang="zh-CN" sz="3600" b="1">
                    <a:solidFill>
                      <a:srgbClr val="C00000"/>
                    </a:solidFill>
                  </a:rPr>
                  <a:t>Find the relationship between </a:t>
                </a:r>
                <a:r>
                  <a:rPr kumimoji="1" lang="en-US" altLang="zh-TW" sz="3600" b="1">
                    <a:solidFill>
                      <a:srgbClr val="C00000"/>
                    </a:solidFill>
                    <a:ea typeface="新細明體" pitchFamily="18" charset="-120"/>
                  </a:rPr>
                  <a:t>number </a:t>
                </a:r>
                <a14:m>
                  <m:oMath xmlns:m="http://schemas.openxmlformats.org/officeDocument/2006/math">
                    <m:r>
                      <a:rPr kumimoji="1" lang="en-US" altLang="zh-TW" sz="3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新細明體" pitchFamily="18" charset="-120"/>
                      </a:rPr>
                      <m:t>𝒙</m:t>
                    </m:r>
                  </m:oMath>
                </a14:m>
                <a:r>
                  <a:rPr kumimoji="1" lang="en-US" altLang="zh-TW" sz="3600" b="1">
                    <a:solidFill>
                      <a:srgbClr val="C00000"/>
                    </a:solidFill>
                    <a:ea typeface="新細明體" pitchFamily="18" charset="-120"/>
                  </a:rPr>
                  <a:t> and index</a:t>
                </a:r>
                <a:endParaRPr kumimoji="1" lang="en-US" altLang="zh-TW" sz="3600" b="1" i="1">
                  <a:solidFill>
                    <a:srgbClr val="C00000"/>
                  </a:solidFill>
                  <a:ea typeface="新細明體" pitchFamily="18" charset="-120"/>
                </a:endParaRPr>
              </a:p>
              <a:p>
                <a:endParaRPr kumimoji="1" lang="en-US" altLang="zh-TW" sz="1600" b="1" i="1">
                  <a:solidFill>
                    <a:srgbClr val="C00000"/>
                  </a:solidFill>
                  <a:ea typeface="新細明體" pitchFamily="18" charset="-12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新細明體" pitchFamily="18" charset="-120"/>
                        </a:rPr>
                        <m:t>𝒊𝒏𝒅𝒆𝒙</m:t>
                      </m:r>
                      <m:r>
                        <a:rPr kumimoji="1" lang="en-US" altLang="zh-TW" sz="2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新細明體" pitchFamily="18" charset="-120"/>
                        </a:rPr>
                        <m:t>=</m:t>
                      </m:r>
                      <m:f>
                        <m:fPr>
                          <m:ctrlPr>
                            <a:rPr kumimoji="1" lang="en-US" altLang="zh-TW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</m:ctrlPr>
                        </m:fPr>
                        <m:num>
                          <m:r>
                            <a:rPr kumimoji="1" lang="en-US" altLang="zh-TW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𝒙</m:t>
                          </m:r>
                        </m:num>
                        <m:den>
                          <m:r>
                            <a:rPr kumimoji="1" lang="en-US" altLang="zh-TW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𝟏𝟎</m:t>
                          </m:r>
                        </m:den>
                      </m:f>
                      <m:r>
                        <a:rPr kumimoji="1" lang="en-US" altLang="zh-TW" sz="2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新細明體" pitchFamily="18" charset="-120"/>
                        </a:rPr>
                        <m:t> ?</m:t>
                      </m:r>
                    </m:oMath>
                  </m:oMathPara>
                </a14:m>
                <a:endParaRPr kumimoji="1" lang="en-US" altLang="zh-TW" sz="2800" b="1" i="1">
                  <a:solidFill>
                    <a:srgbClr val="C00000"/>
                  </a:solidFill>
                  <a:ea typeface="新細明體" pitchFamily="18" charset="-120"/>
                </a:endParaRPr>
              </a:p>
              <a:p>
                <a:endParaRPr kumimoji="1" lang="en-US" altLang="zh-TW" sz="2800" b="1" i="1">
                  <a:solidFill>
                    <a:srgbClr val="C00000"/>
                  </a:solidFill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新細明體" pitchFamily="18" charset="-120"/>
                        </a:rPr>
                        <m:t>𝒊𝒏𝒅𝒆𝒙</m:t>
                      </m:r>
                      <m:r>
                        <a:rPr kumimoji="1" lang="en-US" altLang="zh-TW" sz="2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新細明體" pitchFamily="18" charset="-120"/>
                        </a:rPr>
                        <m:t>=</m:t>
                      </m:r>
                      <m:f>
                        <m:fPr>
                          <m:ctrlPr>
                            <a:rPr kumimoji="1" lang="en-US" altLang="zh-TW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</m:ctrlPr>
                        </m:fPr>
                        <m:num>
                          <m:r>
                            <a:rPr kumimoji="1" lang="en-US" altLang="zh-TW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𝒙</m:t>
                          </m:r>
                          <m:r>
                            <a:rPr kumimoji="1" lang="en-US" altLang="zh-TW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−</m:t>
                          </m:r>
                          <m:r>
                            <a:rPr kumimoji="1" lang="en-US" altLang="zh-TW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TW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kumimoji="1" lang="en-US" altLang="zh-TW" sz="2800" b="1" i="1">
                  <a:solidFill>
                    <a:srgbClr val="C00000"/>
                  </a:solidFill>
                  <a:ea typeface="新細明體" pitchFamily="18" charset="-120"/>
                </a:endParaRPr>
              </a:p>
              <a:p>
                <a:r>
                  <a:rPr lang="en-US" altLang="zh-CN" sz="2800" b="1">
                    <a:solidFill>
                      <a:srgbClr val="C00000"/>
                    </a:solidFill>
                  </a:rPr>
                  <a:t> </a:t>
                </a:r>
                <a:endParaRPr lang="zh-CN" altLang="en-US" sz="28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9C6C5E1-88A9-0843-5219-938D93CB3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2281281"/>
                <a:ext cx="6629400" cy="4415824"/>
              </a:xfrm>
              <a:prstGeom prst="rect">
                <a:avLst/>
              </a:prstGeom>
              <a:blipFill>
                <a:blip r:embed="rId3"/>
                <a:stretch>
                  <a:fillRect l="-2852" t="-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31DC41E-080A-5D24-10B0-43819AE298D6}"/>
              </a:ext>
            </a:extLst>
          </p:cNvPr>
          <p:cNvSpPr txBox="1"/>
          <p:nvPr/>
        </p:nvSpPr>
        <p:spPr>
          <a:xfrm>
            <a:off x="9401174" y="4360388"/>
            <a:ext cx="25908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0850" lvl="1" indent="0"/>
            <a:r>
              <a:rPr kumimoji="1" lang="en-US" altLang="zh-TW" sz="2400">
                <a:solidFill>
                  <a:srgbClr val="C00000"/>
                </a:solidFill>
                <a:ea typeface="新細明體" pitchFamily="18" charset="-120"/>
              </a:rPr>
              <a:t>(note: integer </a:t>
            </a:r>
          </a:p>
          <a:p>
            <a:pPr marL="450850" lvl="1" indent="0"/>
            <a:r>
              <a:rPr kumimoji="1" lang="en-US" altLang="zh-TW" sz="2400">
                <a:solidFill>
                  <a:srgbClr val="C00000"/>
                </a:solidFill>
                <a:ea typeface="新細明體" pitchFamily="18" charset="-120"/>
              </a:rPr>
              <a:t>           division)</a:t>
            </a:r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79597C87-34A3-5B69-9D5D-B0FA18EDB2AC}"/>
              </a:ext>
            </a:extLst>
          </p:cNvPr>
          <p:cNvSpPr/>
          <p:nvPr/>
        </p:nvSpPr>
        <p:spPr>
          <a:xfrm>
            <a:off x="8680500" y="3939948"/>
            <a:ext cx="2162175" cy="1365253"/>
          </a:xfrm>
          <a:prstGeom prst="mathMultiply">
            <a:avLst>
              <a:gd name="adj1" fmla="val 8371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E7C8299-CBC1-8A31-714B-C8DEC26719F6}"/>
              </a:ext>
            </a:extLst>
          </p:cNvPr>
          <p:cNvSpPr txBox="1">
            <a:spLocks/>
          </p:cNvSpPr>
          <p:nvPr/>
        </p:nvSpPr>
        <p:spPr>
          <a:xfrm>
            <a:off x="1594338" y="76200"/>
            <a:ext cx="9683262" cy="838200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Example #8: Arrays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/>
              <a:t> loop </a:t>
            </a:r>
            <a:r>
              <a:rPr lang="en-US" b="1"/>
              <a:t>(Hard)</a:t>
            </a: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81B00FD0-1DBC-D229-AF9F-D05CF1BD0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991" y="4169694"/>
            <a:ext cx="248683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index = f(</a:t>
            </a:r>
            <a:r>
              <a:rPr kumimoji="1" lang="en-US" altLang="zh-TW" sz="4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kumimoji="1" lang="en-US" altLang="zh-TW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</p:txBody>
      </p:sp>
      <p:grpSp>
        <p:nvGrpSpPr>
          <p:cNvPr id="16" name="组合 27">
            <a:extLst>
              <a:ext uri="{FF2B5EF4-FFF2-40B4-BE49-F238E27FC236}">
                <a16:creationId xmlns:a16="http://schemas.microsoft.com/office/drawing/2014/main" id="{61B72C88-EBCC-3C3D-0970-F0F33E6A546B}"/>
              </a:ext>
            </a:extLst>
          </p:cNvPr>
          <p:cNvGrpSpPr/>
          <p:nvPr/>
        </p:nvGrpSpPr>
        <p:grpSpPr>
          <a:xfrm>
            <a:off x="3051405" y="3256075"/>
            <a:ext cx="904695" cy="2535126"/>
            <a:chOff x="4793480" y="2353711"/>
            <a:chExt cx="1440000" cy="2535126"/>
          </a:xfrm>
        </p:grpSpPr>
        <p:sp>
          <p:nvSpPr>
            <p:cNvPr id="17" name="Rectangle 4">
              <a:extLst>
                <a:ext uri="{FF2B5EF4-FFF2-40B4-BE49-F238E27FC236}">
                  <a16:creationId xmlns:a16="http://schemas.microsoft.com/office/drawing/2014/main" id="{1E1D325D-512D-C442-4529-83A68DC8B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2353711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34E4FD89-DD7F-EC76-24A9-E486CB66D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2865992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01751347-C274-C639-564E-539B3E50E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3378273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0" name="Rectangle 6">
              <a:extLst>
                <a:ext uri="{FF2B5EF4-FFF2-40B4-BE49-F238E27FC236}">
                  <a16:creationId xmlns:a16="http://schemas.microsoft.com/office/drawing/2014/main" id="{74A592B7-A672-54EE-AA32-3D17FC762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4402837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21" name="Rectangle 6">
              <a:extLst>
                <a:ext uri="{FF2B5EF4-FFF2-40B4-BE49-F238E27FC236}">
                  <a16:creationId xmlns:a16="http://schemas.microsoft.com/office/drawing/2014/main" id="{35E41D6B-802A-7492-43FB-FCB31D1EC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3890554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22" name="Rectangle 24">
            <a:extLst>
              <a:ext uri="{FF2B5EF4-FFF2-40B4-BE49-F238E27FC236}">
                <a16:creationId xmlns:a16="http://schemas.microsoft.com/office/drawing/2014/main" id="{F2A75F57-D06D-DD4F-0B83-C08FEBD11351}"/>
              </a:ext>
            </a:extLst>
          </p:cNvPr>
          <p:cNvSpPr/>
          <p:nvPr/>
        </p:nvSpPr>
        <p:spPr>
          <a:xfrm>
            <a:off x="2971800" y="2811372"/>
            <a:ext cx="1135361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normalizeH="0" baseline="0" noProof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Consolas" panose="020B0609020204030204" pitchFamily="49" charset="0"/>
                <a:ea typeface="新細明體" pitchFamily="18" charset="-120"/>
                <a:cs typeface="+mn-cs"/>
              </a:rPr>
              <a:t>Array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626C98-6545-7334-0E95-F164E208D74D}"/>
                  </a:ext>
                </a:extLst>
              </p:cNvPr>
              <p:cNvSpPr txBox="1"/>
              <p:nvPr/>
            </p:nvSpPr>
            <p:spPr>
              <a:xfrm>
                <a:off x="143141" y="2811372"/>
                <a:ext cx="3168105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新細明體" pitchFamily="18" charset="-120"/>
                    <a:cs typeface="+mn-cs"/>
                  </a:rPr>
                  <a:t>number </a:t>
                </a:r>
                <a14:m>
                  <m:oMath xmlns:m="http://schemas.openxmlformats.org/officeDocument/2006/math">
                    <m:r>
                      <a:rPr kumimoji="1" lang="en-US" altLang="zh-TW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新細明體" pitchFamily="18" charset="-120"/>
                        <a:cs typeface="+mn-cs"/>
                      </a:rPr>
                      <m:t>𝑥</m:t>
                    </m:r>
                  </m:oMath>
                </a14:m>
                <a:r>
                  <a:rPr kumimoji="1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新細明體" pitchFamily="18" charset="-120"/>
                    <a:cs typeface="+mn-cs"/>
                  </a:rPr>
                  <a:t>	index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新細明體" pitchFamily="18" charset="-120"/>
                    <a:cs typeface="+mn-cs"/>
                  </a:rPr>
                  <a:t>   1~10	   0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新細明體" pitchFamily="18" charset="-120"/>
                    <a:cs typeface="+mn-cs"/>
                  </a:rPr>
                  <a:t>  11~20	   1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新細明體" pitchFamily="18" charset="-120"/>
                    <a:cs typeface="+mn-cs"/>
                  </a:rPr>
                  <a:t>  21~30	   2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新細明體" pitchFamily="18" charset="-120"/>
                    <a:cs typeface="+mn-cs"/>
                  </a:rPr>
                  <a:t>     …		  …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新細明體" pitchFamily="18" charset="-120"/>
                    <a:cs typeface="+mn-cs"/>
                  </a:rPr>
                  <a:t>  91~100	   9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626C98-6545-7334-0E95-F164E208D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41" y="2811372"/>
                <a:ext cx="3168105" cy="2677656"/>
              </a:xfrm>
              <a:prstGeom prst="rect">
                <a:avLst/>
              </a:prstGeom>
              <a:blipFill>
                <a:blip r:embed="rId4"/>
                <a:stretch>
                  <a:fillRect l="-3846" t="-2050" b="-5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4112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6"/>
          <p:cNvSpPr>
            <a:spLocks noChangeArrowheads="1"/>
          </p:cNvSpPr>
          <p:nvPr/>
        </p:nvSpPr>
        <p:spPr bwMode="auto">
          <a:xfrm>
            <a:off x="1969487" y="1143000"/>
            <a:ext cx="10146313" cy="4876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6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6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600" b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</a:t>
            </a:r>
            <a:r>
              <a:rPr lang="en-US" altLang="zh-TW" sz="2600" b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</a:t>
            </a:r>
            <a:r>
              <a:rPr lang="en-US" altLang="zh-TW" sz="2600" b="0">
                <a:solidFill>
                  <a:srgbClr val="3399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600" b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{ </a:t>
            </a:r>
            <a:r>
              <a:rPr lang="en-US" altLang="zh-TW" sz="2600" b="0">
                <a:solidFill>
                  <a:srgbClr val="3399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sz="2600" b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}</a:t>
            </a:r>
            <a:r>
              <a:rPr lang="en-US" altLang="zh-TW" sz="26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</a:t>
            </a:r>
            <a:r>
              <a:rPr lang="en-US" altLang="zh-TW" sz="2600" b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Initialize all elements to 0</a:t>
            </a:r>
          </a:p>
          <a:p>
            <a:pPr eaLnBrk="1" hangingPunct="1"/>
            <a:endParaRPr lang="en-US" altLang="zh-TW" sz="2600" b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6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6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6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6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input, index;</a:t>
            </a:r>
          </a:p>
          <a:p>
            <a:pPr eaLnBrk="1" hangingPunct="1"/>
            <a:endParaRPr lang="en-US" altLang="zh-TW" sz="26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6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6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6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6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6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sz="26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6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6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6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50</a:t>
            </a:r>
            <a:r>
              <a:rPr lang="en-US" altLang="zh-TW" sz="26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6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6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</a:t>
            </a:r>
          </a:p>
          <a:p>
            <a:pPr eaLnBrk="1" hangingPunct="1"/>
            <a:endParaRPr lang="en-US" altLang="zh-TW" sz="26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6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6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6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6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6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&amp;input);</a:t>
            </a:r>
          </a:p>
          <a:p>
            <a:r>
              <a:rPr lang="en-US" altLang="zh-TW" sz="2600" b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Assume all inputs are between 1 and 100 (inclusive)</a:t>
            </a:r>
          </a:p>
          <a:p>
            <a:endParaRPr lang="en-US" altLang="zh-TW" sz="26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6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600" b="0">
                <a:solidFill>
                  <a:srgbClr val="000000"/>
                </a:solidFill>
                <a:highlight>
                  <a:srgbClr val="FF00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index = (input – </a:t>
            </a:r>
            <a:r>
              <a:rPr lang="en-US" altLang="zh-TW" sz="2600" b="0">
                <a:solidFill>
                  <a:srgbClr val="3399FF"/>
                </a:solidFill>
                <a:highlight>
                  <a:srgbClr val="FF0000"/>
                </a:highlight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600" b="0">
                <a:solidFill>
                  <a:srgbClr val="000000"/>
                </a:solidFill>
                <a:highlight>
                  <a:srgbClr val="FF00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/ </a:t>
            </a:r>
            <a:r>
              <a:rPr lang="en-US" altLang="zh-TW" sz="2600" b="0">
                <a:solidFill>
                  <a:srgbClr val="3399FF"/>
                </a:solidFill>
                <a:highlight>
                  <a:srgbClr val="FF0000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600" b="0">
                <a:solidFill>
                  <a:srgbClr val="000000"/>
                </a:solidFill>
                <a:highlight>
                  <a:srgbClr val="FF00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en-US" altLang="zh-TW" sz="26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6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</a:t>
            </a:r>
            <a:r>
              <a:rPr lang="en-US" altLang="zh-TW" sz="26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 index ]++;</a:t>
            </a:r>
          </a:p>
          <a:p>
            <a:pPr eaLnBrk="1" hangingPunct="1"/>
            <a:r>
              <a:rPr lang="en-US" altLang="zh-TW" sz="26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/>
            <a:endParaRPr lang="en-US" altLang="zh-TW" sz="26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endParaRPr lang="en-US" altLang="zh-TW" sz="26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014F430-ED4B-AD42-8453-71FFAAA4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2C4FD4-3FDE-3940-99AF-2FC750A6B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1" y="1143000"/>
            <a:ext cx="750288" cy="4876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6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/>
            <a:r>
              <a:rPr lang="en-US" altLang="zh-TW" sz="26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6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6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6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6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/>
            <a:r>
              <a:rPr lang="en-US" altLang="zh-TW" sz="26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/>
            <a:r>
              <a:rPr lang="en-US" altLang="zh-TW" sz="26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/>
            <a:r>
              <a:rPr lang="en-US" altLang="zh-TW" sz="26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/>
            <a:r>
              <a:rPr lang="en-US" altLang="zh-TW" sz="26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/>
            <a:r>
              <a:rPr lang="en-US" altLang="zh-TW" sz="26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/>
            <a:r>
              <a:rPr lang="en-US" altLang="zh-TW" sz="26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zh-TW" sz="26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/>
            <a:r>
              <a:rPr lang="en-US" altLang="zh-TW" sz="26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81FB84-BFEB-52F6-E625-510591C8A3B9}"/>
              </a:ext>
            </a:extLst>
          </p:cNvPr>
          <p:cNvSpPr txBox="1">
            <a:spLocks/>
          </p:cNvSpPr>
          <p:nvPr/>
        </p:nvSpPr>
        <p:spPr>
          <a:xfrm>
            <a:off x="1594338" y="76200"/>
            <a:ext cx="9683262" cy="838200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Example #8: Arrays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/>
              <a:t> loop </a:t>
            </a:r>
            <a:r>
              <a:rPr lang="en-US" b="1"/>
              <a:t>(Hard)</a:t>
            </a:r>
          </a:p>
        </p:txBody>
      </p:sp>
    </p:spTree>
    <p:extLst>
      <p:ext uri="{BB962C8B-B14F-4D97-AF65-F5344CB8AC3E}">
        <p14:creationId xmlns:p14="http://schemas.microsoft.com/office/powerpoint/2010/main" val="75397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E171F-9448-4BE8-CF79-2E9677499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Text Box 6">
            <a:extLst>
              <a:ext uri="{FF2B5EF4-FFF2-40B4-BE49-F238E27FC236}">
                <a16:creationId xmlns:a16="http://schemas.microsoft.com/office/drawing/2014/main" id="{9B7EB844-B5B0-48F1-8269-3D273B0B4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066799"/>
            <a:ext cx="11429999" cy="5626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92100" indent="-2921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800" b="0">
                <a:ea typeface="新細明體" pitchFamily="18" charset="-120"/>
              </a:rPr>
              <a:t>Task: Read </a:t>
            </a:r>
            <a:r>
              <a:rPr kumimoji="1" lang="en-US" altLang="zh-TW" sz="2800">
                <a:ea typeface="新細明體" pitchFamily="18" charset="-120"/>
              </a:rPr>
              <a:t>50</a:t>
            </a:r>
            <a:r>
              <a:rPr kumimoji="1" lang="en-US" altLang="zh-TW" sz="2800" b="0">
                <a:ea typeface="新細明體" pitchFamily="18" charset="-120"/>
              </a:rPr>
              <a:t> integers between </a:t>
            </a:r>
            <a:r>
              <a:rPr kumimoji="1" lang="en-US" altLang="zh-TW" sz="2800">
                <a:ea typeface="新細明體" pitchFamily="18" charset="-120"/>
              </a:rPr>
              <a:t>1</a:t>
            </a:r>
            <a:r>
              <a:rPr kumimoji="1" lang="en-US" altLang="zh-TW" sz="2800" b="0">
                <a:ea typeface="新細明體" pitchFamily="18" charset="-120"/>
              </a:rPr>
              <a:t> and </a:t>
            </a:r>
            <a:r>
              <a:rPr kumimoji="1" lang="en-US" altLang="zh-TW" sz="2800">
                <a:ea typeface="新細明體" pitchFamily="18" charset="-120"/>
              </a:rPr>
              <a:t>100</a:t>
            </a:r>
            <a:r>
              <a:rPr kumimoji="1" lang="en-US" altLang="zh-TW" sz="2800" b="0">
                <a:ea typeface="新細明體" pitchFamily="18" charset="-120"/>
              </a:rPr>
              <a:t> (inclusive) from a user and </a:t>
            </a:r>
            <a:r>
              <a:rPr kumimoji="1" lang="en-US" altLang="zh-TW" sz="3200" u="sng">
                <a:solidFill>
                  <a:srgbClr val="C00000"/>
                </a:solidFill>
                <a:ea typeface="新細明體" pitchFamily="18" charset="-120"/>
              </a:rPr>
              <a:t>output the frequency </a:t>
            </a:r>
            <a:r>
              <a:rPr kumimoji="1" lang="en-US" altLang="zh-TW" sz="2800" b="0">
                <a:ea typeface="新細明體" pitchFamily="18" charset="-120"/>
              </a:rPr>
              <a:t>of the numbers falling into these ranges: 1~10, 11~20, 21~30, …, 91~100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TW" sz="2000" b="0">
              <a:ea typeface="新細明體" pitchFamily="18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TW" sz="1200" b="0">
              <a:ea typeface="新細明體" pitchFamily="18" charset="-120"/>
            </a:endParaRPr>
          </a:p>
          <a:p>
            <a:pPr marL="0" indent="0"/>
            <a:r>
              <a:rPr kumimoji="1" lang="en-US" altLang="zh-TW" sz="2800" b="0">
                <a:ea typeface="新細明體" pitchFamily="18" charset="-120"/>
              </a:rPr>
              <a:t>	</a:t>
            </a: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r>
              <a:rPr kumimoji="1" lang="en-US" altLang="zh-TW" sz="2800" b="0" i="1"/>
              <a:t>In loops, it is always important to determine the relationship!</a:t>
            </a: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FA893E2-5BF6-700F-3310-F4E72074D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34141E6-060F-EAA5-43B4-5DB09E3C5B55}"/>
              </a:ext>
            </a:extLst>
          </p:cNvPr>
          <p:cNvSpPr txBox="1">
            <a:spLocks/>
          </p:cNvSpPr>
          <p:nvPr/>
        </p:nvSpPr>
        <p:spPr>
          <a:xfrm>
            <a:off x="1594338" y="76200"/>
            <a:ext cx="9683262" cy="838200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Example #8: Arrays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/>
              <a:t> loop </a:t>
            </a:r>
            <a:r>
              <a:rPr lang="en-US" b="1"/>
              <a:t>(Hard)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B1C1CF-24C4-73B6-5CB1-0D2D80604645}"/>
              </a:ext>
            </a:extLst>
          </p:cNvPr>
          <p:cNvSpPr txBox="1"/>
          <p:nvPr/>
        </p:nvSpPr>
        <p:spPr>
          <a:xfrm>
            <a:off x="5583308" y="3393492"/>
            <a:ext cx="5832895" cy="13049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Output: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altLang="zh-TW" sz="280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Frequency of </a:t>
            </a:r>
            <a:r>
              <a:rPr lang="en-US" altLang="zh-TW" sz="2800" b="0">
                <a:solidFill>
                  <a:srgbClr val="000000"/>
                </a:solidFill>
                <a:highlight>
                  <a:srgbClr val="FF00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??</a:t>
            </a: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~</a:t>
            </a:r>
            <a:r>
              <a:rPr lang="en-US" altLang="zh-TW" sz="2800" b="0">
                <a:solidFill>
                  <a:srgbClr val="000000"/>
                </a:solidFill>
                <a:highlight>
                  <a:srgbClr val="FF00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???</a:t>
            </a: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:</a:t>
            </a: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Freq[</a:t>
            </a:r>
            <a:r>
              <a:rPr lang="en-US" altLang="zh-TW" sz="2800" b="0" err="1">
                <a:solidFill>
                  <a:srgbClr val="000000"/>
                </a:solidFill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lang="en-US" altLang="zh-TW" sz="28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grpSp>
        <p:nvGrpSpPr>
          <p:cNvPr id="12" name="组合 27">
            <a:extLst>
              <a:ext uri="{FF2B5EF4-FFF2-40B4-BE49-F238E27FC236}">
                <a16:creationId xmlns:a16="http://schemas.microsoft.com/office/drawing/2014/main" id="{91AF8B08-EFC1-6C5E-1481-4FD049C448B3}"/>
              </a:ext>
            </a:extLst>
          </p:cNvPr>
          <p:cNvGrpSpPr/>
          <p:nvPr/>
        </p:nvGrpSpPr>
        <p:grpSpPr>
          <a:xfrm>
            <a:off x="3432405" y="3187903"/>
            <a:ext cx="904695" cy="2535126"/>
            <a:chOff x="4793480" y="2353711"/>
            <a:chExt cx="1440000" cy="2535126"/>
          </a:xfrm>
        </p:grpSpPr>
        <p:sp>
          <p:nvSpPr>
            <p:cNvPr id="13" name="Rectangle 4">
              <a:extLst>
                <a:ext uri="{FF2B5EF4-FFF2-40B4-BE49-F238E27FC236}">
                  <a16:creationId xmlns:a16="http://schemas.microsoft.com/office/drawing/2014/main" id="{C34DACD4-6708-8893-F497-4BEC79AA3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2353711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1D4FB54F-B93C-9B20-3BC2-172CF0D5D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2865992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6B6A6E06-3DDC-A2CF-4E5C-4535A1A94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3378273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ACF58788-D521-1CFF-AFC2-1438A892B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4402837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A8B2853D-E8D4-DA9B-BD73-7BAC6AFB3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480" y="3890554"/>
              <a:ext cx="1440000" cy="486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18" name="Rectangle 24">
            <a:extLst>
              <a:ext uri="{FF2B5EF4-FFF2-40B4-BE49-F238E27FC236}">
                <a16:creationId xmlns:a16="http://schemas.microsoft.com/office/drawing/2014/main" id="{B926812A-E5BE-EEB7-9DB4-3DE14076431A}"/>
              </a:ext>
            </a:extLst>
          </p:cNvPr>
          <p:cNvSpPr/>
          <p:nvPr/>
        </p:nvSpPr>
        <p:spPr>
          <a:xfrm>
            <a:off x="3352800" y="2743200"/>
            <a:ext cx="1135361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normalizeH="0" baseline="0" noProof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Consolas" panose="020B0609020204030204" pitchFamily="49" charset="0"/>
                <a:ea typeface="新細明體" pitchFamily="18" charset="-120"/>
                <a:cs typeface="+mn-cs"/>
              </a:rPr>
              <a:t>Array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1BE19E-70D5-6986-4349-587778AE1B66}"/>
                  </a:ext>
                </a:extLst>
              </p:cNvPr>
              <p:cNvSpPr txBox="1"/>
              <p:nvPr/>
            </p:nvSpPr>
            <p:spPr>
              <a:xfrm>
                <a:off x="524141" y="2743200"/>
                <a:ext cx="3168105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新細明體" pitchFamily="18" charset="-120"/>
                    <a:cs typeface="+mn-cs"/>
                  </a:rPr>
                  <a:t>number </a:t>
                </a:r>
                <a14:m>
                  <m:oMath xmlns:m="http://schemas.openxmlformats.org/officeDocument/2006/math">
                    <m:r>
                      <a:rPr kumimoji="1" lang="en-US" altLang="zh-TW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新細明體" pitchFamily="18" charset="-120"/>
                        <a:cs typeface="+mn-cs"/>
                      </a:rPr>
                      <m:t>𝑥</m:t>
                    </m:r>
                  </m:oMath>
                </a14:m>
                <a:r>
                  <a:rPr kumimoji="1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新細明體" pitchFamily="18" charset="-120"/>
                    <a:cs typeface="+mn-cs"/>
                  </a:rPr>
                  <a:t>	index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新細明體" pitchFamily="18" charset="-120"/>
                    <a:cs typeface="+mn-cs"/>
                  </a:rPr>
                  <a:t>   1~10	   0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新細明體" pitchFamily="18" charset="-120"/>
                    <a:cs typeface="+mn-cs"/>
                  </a:rPr>
                  <a:t>  11~20	   1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新細明體" pitchFamily="18" charset="-120"/>
                    <a:cs typeface="+mn-cs"/>
                  </a:rPr>
                  <a:t>  21~30	   2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新細明體" pitchFamily="18" charset="-120"/>
                    <a:cs typeface="+mn-cs"/>
                  </a:rPr>
                  <a:t>     …		  …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TW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新細明體" pitchFamily="18" charset="-120"/>
                    <a:cs typeface="+mn-cs"/>
                  </a:rPr>
                  <a:t>  91~100	   9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1BE19E-70D5-6986-4349-587778AE1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41" y="2743200"/>
                <a:ext cx="3168105" cy="2677656"/>
              </a:xfrm>
              <a:prstGeom prst="rect">
                <a:avLst/>
              </a:prstGeom>
              <a:blipFill>
                <a:blip r:embed="rId3"/>
                <a:stretch>
                  <a:fillRect l="-4038" t="-2050" b="-5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680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D4B7D-8DF2-2D34-C57E-705523DC0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Text Box 6">
            <a:extLst>
              <a:ext uri="{FF2B5EF4-FFF2-40B4-BE49-F238E27FC236}">
                <a16:creationId xmlns:a16="http://schemas.microsoft.com/office/drawing/2014/main" id="{02B0E932-190D-C3BD-5FF6-91854701A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066799"/>
            <a:ext cx="11429999" cy="5626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92100" indent="-2921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400" b="0">
                <a:ea typeface="新細明體" pitchFamily="18" charset="-120"/>
              </a:rPr>
              <a:t>Task: Read </a:t>
            </a:r>
            <a:r>
              <a:rPr kumimoji="1" lang="en-US" altLang="zh-TW" sz="2400">
                <a:ea typeface="新細明體" pitchFamily="18" charset="-120"/>
              </a:rPr>
              <a:t>50</a:t>
            </a:r>
            <a:r>
              <a:rPr kumimoji="1" lang="en-US" altLang="zh-TW" sz="2400" b="0">
                <a:ea typeface="新細明體" pitchFamily="18" charset="-120"/>
              </a:rPr>
              <a:t> integers between </a:t>
            </a:r>
            <a:r>
              <a:rPr kumimoji="1" lang="en-US" altLang="zh-TW" sz="2400">
                <a:ea typeface="新細明體" pitchFamily="18" charset="-120"/>
              </a:rPr>
              <a:t>1</a:t>
            </a:r>
            <a:r>
              <a:rPr kumimoji="1" lang="en-US" altLang="zh-TW" sz="2400" b="0">
                <a:ea typeface="新細明體" pitchFamily="18" charset="-120"/>
              </a:rPr>
              <a:t> and </a:t>
            </a:r>
            <a:r>
              <a:rPr kumimoji="1" lang="en-US" altLang="zh-TW" sz="2400">
                <a:ea typeface="新細明體" pitchFamily="18" charset="-120"/>
              </a:rPr>
              <a:t>100</a:t>
            </a:r>
            <a:r>
              <a:rPr kumimoji="1" lang="en-US" altLang="zh-TW" sz="2400" b="0">
                <a:ea typeface="新細明體" pitchFamily="18" charset="-120"/>
              </a:rPr>
              <a:t> (inclusive) from a user and </a:t>
            </a:r>
            <a:r>
              <a:rPr kumimoji="1" lang="en-US" altLang="zh-TW" sz="2800" u="sng">
                <a:solidFill>
                  <a:srgbClr val="C00000"/>
                </a:solidFill>
                <a:ea typeface="新細明體" pitchFamily="18" charset="-120"/>
              </a:rPr>
              <a:t>output the frequency </a:t>
            </a:r>
            <a:r>
              <a:rPr kumimoji="1" lang="en-US" altLang="zh-TW" sz="2400" b="0">
                <a:ea typeface="新細明體" pitchFamily="18" charset="-120"/>
              </a:rPr>
              <a:t>of the numbers falling into these ranges: 1~10, 11~20, 21~30, …, 91~100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TW" sz="2000" b="0">
              <a:ea typeface="新細明體" pitchFamily="18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TW" sz="1200" b="0">
              <a:ea typeface="新細明體" pitchFamily="18" charset="-120"/>
            </a:endParaRPr>
          </a:p>
          <a:p>
            <a:pPr marL="0" indent="0"/>
            <a:r>
              <a:rPr kumimoji="1" lang="en-US" altLang="zh-TW" sz="2800" b="0">
                <a:ea typeface="新細明體" pitchFamily="18" charset="-120"/>
              </a:rPr>
              <a:t>	</a:t>
            </a: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r>
              <a:rPr kumimoji="1" lang="en-US" altLang="zh-TW" sz="2800" b="0" i="1"/>
              <a:t>In loops, it is always important to determine the relationship!</a:t>
            </a: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5CA9FDF-20BF-DEB2-8682-1F0B8792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E5D012-EEE9-9C43-774B-996F4EE041A9}"/>
                  </a:ext>
                </a:extLst>
              </p:cNvPr>
              <p:cNvSpPr txBox="1"/>
              <p:nvPr/>
            </p:nvSpPr>
            <p:spPr>
              <a:xfrm>
                <a:off x="6554947" y="4343400"/>
                <a:ext cx="4572000" cy="120032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altLang="zh-CN" sz="3600" b="1">
                    <a:solidFill>
                      <a:srgbClr val="C00000"/>
                    </a:solidFill>
                  </a:rPr>
                  <a:t>Find the relationship between </a:t>
                </a:r>
                <a:r>
                  <a:rPr kumimoji="1" lang="en-US" altLang="zh-TW" sz="3600" b="1">
                    <a:solidFill>
                      <a:srgbClr val="C00000"/>
                    </a:solidFill>
                    <a:ea typeface="新細明體" pitchFamily="18" charset="-120"/>
                  </a:rPr>
                  <a:t>output and </a:t>
                </a:r>
                <a14:m>
                  <m:oMath xmlns:m="http://schemas.openxmlformats.org/officeDocument/2006/math">
                    <m:r>
                      <a:rPr kumimoji="1" lang="en-US" altLang="zh-TW" sz="3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</m:oMath>
                </a14:m>
                <a:endParaRPr kumimoji="1" lang="en-US" altLang="zh-TW" sz="3600" b="1" i="1">
                  <a:solidFill>
                    <a:srgbClr val="C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E5D012-EEE9-9C43-774B-996F4EE04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947" y="4343400"/>
                <a:ext cx="4572000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E9826ACA-7F8A-A80D-5970-A13454CD6017}"/>
              </a:ext>
            </a:extLst>
          </p:cNvPr>
          <p:cNvGrpSpPr/>
          <p:nvPr/>
        </p:nvGrpSpPr>
        <p:grpSpPr>
          <a:xfrm>
            <a:off x="-120431" y="2794561"/>
            <a:ext cx="5736771" cy="2469205"/>
            <a:chOff x="-21771" y="2457748"/>
            <a:chExt cx="6498769" cy="2749931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46C5314E-CACB-861C-C290-17DA75378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599" y="2572772"/>
              <a:ext cx="5486399" cy="255588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91440" bIns="91440"/>
            <a:lstStyle>
              <a:lvl1pPr>
                <a:tabLst>
                  <a:tab pos="461963" algn="l"/>
                  <a:tab pos="914400" algn="l"/>
                  <a:tab pos="1376363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tabLst>
                  <a:tab pos="461963" algn="l"/>
                  <a:tab pos="914400" algn="l"/>
                  <a:tab pos="1376363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tabLst>
                  <a:tab pos="461963" algn="l"/>
                  <a:tab pos="914400" algn="l"/>
                  <a:tab pos="1376363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tabLst>
                  <a:tab pos="461963" algn="l"/>
                  <a:tab pos="914400" algn="l"/>
                  <a:tab pos="1376363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tabLst>
                  <a:tab pos="461963" algn="l"/>
                  <a:tab pos="914400" algn="l"/>
                  <a:tab pos="1376363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61963" algn="l"/>
                  <a:tab pos="914400" algn="l"/>
                  <a:tab pos="1376363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61963" algn="l"/>
                  <a:tab pos="914400" algn="l"/>
                  <a:tab pos="1376363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61963" algn="l"/>
                  <a:tab pos="914400" algn="l"/>
                  <a:tab pos="1376363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61963" algn="l"/>
                  <a:tab pos="914400" algn="l"/>
                  <a:tab pos="1376363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zh-TW" sz="3200" b="0">
                  <a:solidFill>
                    <a:srgbClr val="000000"/>
                  </a:solidFill>
                  <a:latin typeface="Calibri" panose="020F0502020204030204" pitchFamily="34" charset="0"/>
                  <a:ea typeface="新細明體" pitchFamily="18" charset="-120"/>
                  <a:cs typeface="Calibri" panose="020F0502020204030204" pitchFamily="34" charset="0"/>
                </a:rPr>
                <a:t>Output:</a:t>
              </a:r>
            </a:p>
            <a:p>
              <a:pPr eaLnBrk="1" hangingPunct="1">
                <a:lnSpc>
                  <a:spcPct val="80000"/>
                </a:lnSpc>
                <a:spcBef>
                  <a:spcPct val="20000"/>
                </a:spcBef>
              </a:pPr>
              <a:endParaRPr lang="en-US" altLang="zh-TW" sz="1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zh-TW" sz="2400" b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Frequency of 1~10:</a:t>
              </a:r>
              <a:r>
                <a:rPr lang="en-US" altLang="zh-TW" sz="2400" b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Freq[0]</a:t>
              </a:r>
              <a:endPara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zh-TW" sz="2400" b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Frequency of 11~20: </a:t>
              </a:r>
              <a:r>
                <a:rPr lang="en-US" altLang="zh-TW" sz="2400" b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Freq[1]</a:t>
              </a:r>
              <a:endPara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 eaLnBrk="1" hangingPunct="1"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zh-TW" sz="2400" b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…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zh-TW" sz="2400" b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Frequency of 91~100:</a:t>
              </a:r>
              <a:r>
                <a:rPr lang="en-US" altLang="zh-TW" sz="2400" b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Freq[9]</a:t>
              </a:r>
              <a:endPara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FE6780B-E892-165E-5EB2-1C00C4E974E5}"/>
                    </a:ext>
                  </a:extLst>
                </p:cNvPr>
                <p:cNvSpPr txBox="1"/>
                <p:nvPr/>
              </p:nvSpPr>
              <p:spPr>
                <a:xfrm>
                  <a:off x="-21771" y="2457748"/>
                  <a:ext cx="1180571" cy="27499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u="sng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oMath>
                    </m:oMathPara>
                  </a14:m>
                  <a:endParaRPr lang="en-US" altLang="zh-CN" sz="2800" b="1" i="1" u="sng">
                    <a:solidFill>
                      <a:srgbClr val="C00000"/>
                    </a:solidFill>
                  </a:endParaRPr>
                </a:p>
                <a:p>
                  <a:pPr algn="ctr"/>
                  <a:endParaRPr lang="en-US" altLang="zh-CN" sz="1600" b="1" i="1" u="sng">
                    <a:solidFill>
                      <a:srgbClr val="C00000"/>
                    </a:solidFill>
                  </a:endParaRPr>
                </a:p>
                <a:p>
                  <a:pPr algn="ctr"/>
                  <a:r>
                    <a:rPr lang="en-US" altLang="zh-CN" sz="2800" b="1" i="1" u="sng">
                      <a:solidFill>
                        <a:srgbClr val="C00000"/>
                      </a:solidFill>
                    </a:rPr>
                    <a:t>0</a:t>
                  </a:r>
                </a:p>
                <a:p>
                  <a:pPr algn="ctr"/>
                  <a:r>
                    <a:rPr lang="en-US" altLang="zh-CN" sz="2800" b="1" i="1" u="sng">
                      <a:solidFill>
                        <a:srgbClr val="C00000"/>
                      </a:solidFill>
                    </a:rPr>
                    <a:t>1</a:t>
                  </a:r>
                </a:p>
                <a:p>
                  <a:pPr algn="ctr"/>
                  <a:r>
                    <a:rPr lang="en-US" altLang="zh-CN" sz="2800" b="1" i="1" u="sng">
                      <a:solidFill>
                        <a:srgbClr val="C00000"/>
                      </a:solidFill>
                    </a:rPr>
                    <a:t>…</a:t>
                  </a:r>
                </a:p>
                <a:p>
                  <a:pPr algn="ctr"/>
                  <a:r>
                    <a:rPr lang="en-US" altLang="zh-CN" sz="2800" b="1" i="1" u="sng">
                      <a:solidFill>
                        <a:srgbClr val="C00000"/>
                      </a:solidFill>
                    </a:rPr>
                    <a:t>9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FE6780B-E892-165E-5EB2-1C00C4E974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1771" y="2457748"/>
                  <a:ext cx="1180571" cy="2749931"/>
                </a:xfrm>
                <a:prstGeom prst="rect">
                  <a:avLst/>
                </a:prstGeom>
                <a:blipFill>
                  <a:blip r:embed="rId4"/>
                  <a:stretch>
                    <a:fillRect b="-71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CDCFE91F-0121-ED51-F05D-2C6868772395}"/>
              </a:ext>
            </a:extLst>
          </p:cNvPr>
          <p:cNvSpPr txBox="1">
            <a:spLocks/>
          </p:cNvSpPr>
          <p:nvPr/>
        </p:nvSpPr>
        <p:spPr>
          <a:xfrm>
            <a:off x="1594338" y="76200"/>
            <a:ext cx="9683262" cy="838200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Example #8: Arrays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/>
              <a:t> loop </a:t>
            </a:r>
            <a:r>
              <a:rPr lang="en-US" b="1"/>
              <a:t>(Hard)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4C63E7-A175-99F0-9373-79BE88315C58}"/>
              </a:ext>
            </a:extLst>
          </p:cNvPr>
          <p:cNvSpPr txBox="1"/>
          <p:nvPr/>
        </p:nvSpPr>
        <p:spPr>
          <a:xfrm>
            <a:off x="6044344" y="2715010"/>
            <a:ext cx="5832895" cy="13049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Output: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altLang="zh-TW" sz="280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Frequency of </a:t>
            </a:r>
            <a:r>
              <a:rPr lang="en-US" altLang="zh-TW" sz="2800" b="0">
                <a:solidFill>
                  <a:srgbClr val="000000"/>
                </a:solidFill>
                <a:highlight>
                  <a:srgbClr val="FF00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??</a:t>
            </a: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~</a:t>
            </a:r>
            <a:r>
              <a:rPr lang="en-US" altLang="zh-TW" sz="2800" b="0">
                <a:solidFill>
                  <a:srgbClr val="000000"/>
                </a:solidFill>
                <a:highlight>
                  <a:srgbClr val="FF00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???</a:t>
            </a: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:</a:t>
            </a: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Freq[</a:t>
            </a:r>
            <a:r>
              <a:rPr lang="en-US" altLang="zh-TW" sz="2800" b="0" err="1">
                <a:solidFill>
                  <a:srgbClr val="000000"/>
                </a:solidFill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lang="en-US" altLang="zh-TW" sz="28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292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A0DA2-311C-A8F9-2C59-623641305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Text Box 6">
            <a:extLst>
              <a:ext uri="{FF2B5EF4-FFF2-40B4-BE49-F238E27FC236}">
                <a16:creationId xmlns:a16="http://schemas.microsoft.com/office/drawing/2014/main" id="{EE93927D-A7B2-DDBE-E014-F0769D943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066799"/>
            <a:ext cx="11429999" cy="5626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92100" indent="-2921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400" b="0">
                <a:ea typeface="新細明體" pitchFamily="18" charset="-120"/>
              </a:rPr>
              <a:t>Task: Read </a:t>
            </a:r>
            <a:r>
              <a:rPr kumimoji="1" lang="en-US" altLang="zh-TW" sz="2400">
                <a:ea typeface="新細明體" pitchFamily="18" charset="-120"/>
              </a:rPr>
              <a:t>50</a:t>
            </a:r>
            <a:r>
              <a:rPr kumimoji="1" lang="en-US" altLang="zh-TW" sz="2400" b="0">
                <a:ea typeface="新細明體" pitchFamily="18" charset="-120"/>
              </a:rPr>
              <a:t> integers between </a:t>
            </a:r>
            <a:r>
              <a:rPr kumimoji="1" lang="en-US" altLang="zh-TW" sz="2400">
                <a:ea typeface="新細明體" pitchFamily="18" charset="-120"/>
              </a:rPr>
              <a:t>1</a:t>
            </a:r>
            <a:r>
              <a:rPr kumimoji="1" lang="en-US" altLang="zh-TW" sz="2400" b="0">
                <a:ea typeface="新細明體" pitchFamily="18" charset="-120"/>
              </a:rPr>
              <a:t> and </a:t>
            </a:r>
            <a:r>
              <a:rPr kumimoji="1" lang="en-US" altLang="zh-TW" sz="2400">
                <a:ea typeface="新細明體" pitchFamily="18" charset="-120"/>
              </a:rPr>
              <a:t>100</a:t>
            </a:r>
            <a:r>
              <a:rPr kumimoji="1" lang="en-US" altLang="zh-TW" sz="2400" b="0">
                <a:ea typeface="新細明體" pitchFamily="18" charset="-120"/>
              </a:rPr>
              <a:t> (inclusive) from a user and </a:t>
            </a:r>
            <a:r>
              <a:rPr kumimoji="1" lang="en-US" altLang="zh-TW" sz="2800" u="sng">
                <a:solidFill>
                  <a:srgbClr val="C00000"/>
                </a:solidFill>
                <a:ea typeface="新細明體" pitchFamily="18" charset="-120"/>
              </a:rPr>
              <a:t>output the frequency </a:t>
            </a:r>
            <a:r>
              <a:rPr kumimoji="1" lang="en-US" altLang="zh-TW" sz="2400" b="0">
                <a:ea typeface="新細明體" pitchFamily="18" charset="-120"/>
              </a:rPr>
              <a:t>of the numbers falling into these ranges: 1~10, 11~20, 21~30, …, 91~100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TW" sz="2000" b="0">
              <a:ea typeface="新細明體" pitchFamily="18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TW" sz="1200" b="0">
              <a:ea typeface="新細明體" pitchFamily="18" charset="-120"/>
            </a:endParaRPr>
          </a:p>
          <a:p>
            <a:pPr marL="0" indent="0"/>
            <a:r>
              <a:rPr kumimoji="1" lang="en-US" altLang="zh-TW" sz="2800" b="0">
                <a:ea typeface="新細明體" pitchFamily="18" charset="-120"/>
              </a:rPr>
              <a:t>	</a:t>
            </a: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  <a:p>
            <a:pPr marL="0" indent="0"/>
            <a:r>
              <a:rPr kumimoji="1" lang="en-US" altLang="zh-TW" sz="2800" b="0" i="1"/>
              <a:t>In loops, it is always important to determine the relationship!</a:t>
            </a:r>
          </a:p>
          <a:p>
            <a:pPr marL="0" indent="0"/>
            <a:endParaRPr kumimoji="1" lang="en-US" altLang="zh-TW" sz="2800" b="0">
              <a:ea typeface="新細明體" pitchFamily="18" charset="-12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799DB7D-BCFC-EDB0-34F6-57B819202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4FABE2-361D-EB2F-D556-518089DC067C}"/>
                  </a:ext>
                </a:extLst>
              </p:cNvPr>
              <p:cNvSpPr txBox="1"/>
              <p:nvPr/>
            </p:nvSpPr>
            <p:spPr>
              <a:xfrm>
                <a:off x="4985114" y="2029938"/>
                <a:ext cx="6845120" cy="52322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altLang="zh-CN" sz="2800" b="1">
                    <a:solidFill>
                      <a:srgbClr val="C00000"/>
                    </a:solidFill>
                  </a:rPr>
                  <a:t>Find the relationship between </a:t>
                </a:r>
                <a:r>
                  <a:rPr kumimoji="1" lang="en-US" altLang="zh-TW" sz="2800" b="1">
                    <a:solidFill>
                      <a:srgbClr val="C00000"/>
                    </a:solidFill>
                    <a:ea typeface="新細明體" pitchFamily="18" charset="-120"/>
                  </a:rPr>
                  <a:t>output and </a:t>
                </a:r>
                <a14:m>
                  <m:oMath xmlns:m="http://schemas.openxmlformats.org/officeDocument/2006/math">
                    <m:r>
                      <a:rPr kumimoji="1" lang="en-US" altLang="zh-TW" sz="28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</m:oMath>
                </a14:m>
                <a:endParaRPr kumimoji="1" lang="en-US" altLang="zh-TW" sz="2800" b="1" i="1">
                  <a:solidFill>
                    <a:srgbClr val="C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4FABE2-361D-EB2F-D556-518089DC0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114" y="2029938"/>
                <a:ext cx="684512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9DEC5681-7454-9AD1-84F7-B65D2F7362BB}"/>
              </a:ext>
            </a:extLst>
          </p:cNvPr>
          <p:cNvGrpSpPr/>
          <p:nvPr/>
        </p:nvGrpSpPr>
        <p:grpSpPr>
          <a:xfrm>
            <a:off x="-113033" y="2463924"/>
            <a:ext cx="4685034" cy="2031876"/>
            <a:chOff x="-21771" y="2457748"/>
            <a:chExt cx="6498769" cy="2670911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25E099CF-3177-611F-4342-7BDD593E4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599" y="2572772"/>
              <a:ext cx="5486399" cy="255588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91440" bIns="91440"/>
            <a:lstStyle>
              <a:lvl1pPr>
                <a:tabLst>
                  <a:tab pos="461963" algn="l"/>
                  <a:tab pos="914400" algn="l"/>
                  <a:tab pos="1376363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tabLst>
                  <a:tab pos="461963" algn="l"/>
                  <a:tab pos="914400" algn="l"/>
                  <a:tab pos="1376363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tabLst>
                  <a:tab pos="461963" algn="l"/>
                  <a:tab pos="914400" algn="l"/>
                  <a:tab pos="1376363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tabLst>
                  <a:tab pos="461963" algn="l"/>
                  <a:tab pos="914400" algn="l"/>
                  <a:tab pos="1376363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tabLst>
                  <a:tab pos="461963" algn="l"/>
                  <a:tab pos="914400" algn="l"/>
                  <a:tab pos="1376363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61963" algn="l"/>
                  <a:tab pos="914400" algn="l"/>
                  <a:tab pos="1376363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61963" algn="l"/>
                  <a:tab pos="914400" algn="l"/>
                  <a:tab pos="1376363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61963" algn="l"/>
                  <a:tab pos="914400" algn="l"/>
                  <a:tab pos="1376363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61963" algn="l"/>
                  <a:tab pos="914400" algn="l"/>
                  <a:tab pos="1376363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zh-TW" sz="2000" b="0">
                  <a:solidFill>
                    <a:srgbClr val="000000"/>
                  </a:solidFill>
                  <a:latin typeface="Calibri" panose="020F0502020204030204" pitchFamily="34" charset="0"/>
                  <a:ea typeface="新細明體" pitchFamily="18" charset="-120"/>
                  <a:cs typeface="Calibri" panose="020F0502020204030204" pitchFamily="34" charset="0"/>
                </a:rPr>
                <a:t>Output:</a:t>
              </a:r>
            </a:p>
            <a:p>
              <a:pPr eaLnBrk="1" hangingPunct="1">
                <a:lnSpc>
                  <a:spcPct val="80000"/>
                </a:lnSpc>
                <a:spcBef>
                  <a:spcPct val="20000"/>
                </a:spcBef>
              </a:pPr>
              <a:endParaRPr lang="en-US" altLang="zh-TW" sz="105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zh-TW" sz="1600" b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Frequency of </a:t>
              </a:r>
              <a:r>
                <a:rPr lang="en-US" altLang="zh-TW" sz="2000" b="0">
                  <a:solidFill>
                    <a:srgbClr val="000000"/>
                  </a:solidFill>
                  <a:highlight>
                    <a:srgbClr val="FF00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1~10</a:t>
              </a:r>
              <a:r>
                <a:rPr lang="en-US" altLang="zh-TW" sz="2000" b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:</a:t>
              </a:r>
              <a:r>
                <a:rPr lang="en-US" altLang="zh-TW" sz="2000" b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Freq[</a:t>
              </a:r>
              <a:r>
                <a:rPr lang="en-US" altLang="zh-TW" sz="2000" b="0">
                  <a:solidFill>
                    <a:srgbClr val="000000"/>
                  </a:solidFill>
                  <a:highlight>
                    <a:srgbClr val="FF0000"/>
                  </a:highlight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en-US" altLang="zh-TW" sz="2000" b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]</a:t>
              </a:r>
              <a:endPara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zh-TW" sz="1600" b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Frequency of </a:t>
              </a:r>
              <a:r>
                <a:rPr lang="en-US" altLang="zh-TW" sz="2000" b="0">
                  <a:solidFill>
                    <a:srgbClr val="000000"/>
                  </a:solidFill>
                  <a:highlight>
                    <a:srgbClr val="FF00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11~20</a:t>
              </a:r>
              <a:r>
                <a:rPr lang="en-US" altLang="zh-TW" sz="2000" b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: </a:t>
              </a:r>
              <a:r>
                <a:rPr lang="en-US" altLang="zh-TW" sz="2000" b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Freq[</a:t>
              </a:r>
              <a:r>
                <a:rPr lang="en-US" altLang="zh-TW" sz="2000" b="0">
                  <a:solidFill>
                    <a:srgbClr val="000000"/>
                  </a:solidFill>
                  <a:highlight>
                    <a:srgbClr val="FF0000"/>
                  </a:highlight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en-US" altLang="zh-TW" sz="2000" b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]</a:t>
              </a:r>
              <a:endPara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 eaLnBrk="1" hangingPunct="1"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zh-TW" sz="2000" b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…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zh-TW" sz="1600" b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Frequency of </a:t>
              </a:r>
              <a:r>
                <a:rPr lang="en-US" altLang="zh-TW" sz="2000" b="0">
                  <a:solidFill>
                    <a:srgbClr val="000000"/>
                  </a:solidFill>
                  <a:highlight>
                    <a:srgbClr val="FF0000"/>
                  </a:highlight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91~100</a:t>
              </a:r>
              <a:r>
                <a:rPr lang="en-US" altLang="zh-TW" sz="2000" b="0">
                  <a:solidFill>
                    <a:srgbClr val="0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:</a:t>
              </a:r>
              <a:r>
                <a:rPr lang="en-US" altLang="zh-TW" sz="2000" b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Freq[</a:t>
              </a:r>
              <a:r>
                <a:rPr lang="en-US" altLang="zh-TW" sz="2000" b="0">
                  <a:solidFill>
                    <a:srgbClr val="000000"/>
                  </a:solidFill>
                  <a:highlight>
                    <a:srgbClr val="FF0000"/>
                  </a:highlight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  <a:r>
                <a:rPr lang="en-US" altLang="zh-TW" sz="2000" b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]</a:t>
              </a:r>
              <a:endPara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A566293-61C1-2E61-976D-8BB8C8B3791A}"/>
                    </a:ext>
                  </a:extLst>
                </p:cNvPr>
                <p:cNvSpPr txBox="1"/>
                <p:nvPr/>
              </p:nvSpPr>
              <p:spPr>
                <a:xfrm>
                  <a:off x="-21771" y="2457748"/>
                  <a:ext cx="1180571" cy="2399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u="sng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oMath>
                    </m:oMathPara>
                  </a14:m>
                  <a:endParaRPr lang="en-US" altLang="zh-CN" sz="2400" b="1" i="1" u="sng">
                    <a:solidFill>
                      <a:srgbClr val="C00000"/>
                    </a:solidFill>
                  </a:endParaRPr>
                </a:p>
                <a:p>
                  <a:pPr algn="ctr"/>
                  <a:endParaRPr lang="en-US" altLang="zh-CN" sz="1400" b="1" i="1" u="sng">
                    <a:solidFill>
                      <a:srgbClr val="C00000"/>
                    </a:solidFill>
                  </a:endParaRPr>
                </a:p>
                <a:p>
                  <a:pPr algn="ctr"/>
                  <a:r>
                    <a:rPr lang="en-US" altLang="zh-CN" sz="2400" b="1" i="1" u="sng">
                      <a:solidFill>
                        <a:srgbClr val="C00000"/>
                      </a:solidFill>
                    </a:rPr>
                    <a:t>0</a:t>
                  </a:r>
                </a:p>
                <a:p>
                  <a:pPr algn="ctr"/>
                  <a:r>
                    <a:rPr lang="en-US" altLang="zh-CN" sz="2400" b="1" i="1" u="sng">
                      <a:solidFill>
                        <a:srgbClr val="C00000"/>
                      </a:solidFill>
                    </a:rPr>
                    <a:t>1</a:t>
                  </a:r>
                </a:p>
                <a:p>
                  <a:pPr algn="ctr"/>
                  <a:r>
                    <a:rPr lang="en-US" altLang="zh-CN" sz="2400" b="1" i="1" u="sng">
                      <a:solidFill>
                        <a:srgbClr val="C00000"/>
                      </a:solidFill>
                    </a:rPr>
                    <a:t>…</a:t>
                  </a:r>
                </a:p>
                <a:p>
                  <a:pPr algn="ctr"/>
                  <a:r>
                    <a:rPr lang="en-US" altLang="zh-CN" sz="2400" b="1" i="1" u="sng">
                      <a:solidFill>
                        <a:srgbClr val="C00000"/>
                      </a:solidFill>
                    </a:rPr>
                    <a:t>9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A566293-61C1-2E61-976D-8BB8C8B37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1771" y="2457748"/>
                  <a:ext cx="1180571" cy="2399376"/>
                </a:xfrm>
                <a:prstGeom prst="rect">
                  <a:avLst/>
                </a:prstGeom>
                <a:blipFill>
                  <a:blip r:embed="rId4"/>
                  <a:stretch>
                    <a:fillRect b="-24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41C52C66-AA7A-4927-FB9E-58CE2FCE0F74}"/>
              </a:ext>
            </a:extLst>
          </p:cNvPr>
          <p:cNvSpPr txBox="1">
            <a:spLocks/>
          </p:cNvSpPr>
          <p:nvPr/>
        </p:nvSpPr>
        <p:spPr>
          <a:xfrm>
            <a:off x="1594338" y="76200"/>
            <a:ext cx="9683262" cy="838200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Example #8: Arrays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/>
              <a:t> loop </a:t>
            </a:r>
            <a:r>
              <a:rPr lang="en-US" b="1"/>
              <a:t>(Hard)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CE22BA-6DBC-FFDD-DA68-B80A029BA151}"/>
              </a:ext>
            </a:extLst>
          </p:cNvPr>
          <p:cNvSpPr txBox="1"/>
          <p:nvPr/>
        </p:nvSpPr>
        <p:spPr>
          <a:xfrm>
            <a:off x="5311150" y="2678035"/>
            <a:ext cx="6193047" cy="105875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Output: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altLang="zh-TW" sz="105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Frequency of </a:t>
            </a:r>
            <a:r>
              <a:rPr lang="en-US" altLang="zh-TW" sz="2800" b="0">
                <a:solidFill>
                  <a:srgbClr val="000000"/>
                </a:solidFill>
                <a:highlight>
                  <a:srgbClr val="FF00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??</a:t>
            </a: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~</a:t>
            </a:r>
            <a:r>
              <a:rPr lang="en-US" altLang="zh-TW" sz="2800" b="0">
                <a:solidFill>
                  <a:srgbClr val="000000"/>
                </a:solidFill>
                <a:highlight>
                  <a:srgbClr val="FF00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???</a:t>
            </a: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:</a:t>
            </a: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Freq[</a:t>
            </a:r>
            <a:r>
              <a:rPr lang="en-US" altLang="zh-TW" sz="2800" b="0" err="1">
                <a:solidFill>
                  <a:srgbClr val="000000"/>
                </a:solidFill>
                <a:highlight>
                  <a:srgbClr val="FF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sz="28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lang="en-US" altLang="zh-TW" sz="28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425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6"/>
          <p:cNvSpPr>
            <a:spLocks noChangeArrowheads="1"/>
          </p:cNvSpPr>
          <p:nvPr/>
        </p:nvSpPr>
        <p:spPr bwMode="auto">
          <a:xfrm>
            <a:off x="1969487" y="1143000"/>
            <a:ext cx="8698513" cy="426085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err="1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</a:t>
            </a:r>
          </a:p>
          <a:p>
            <a:pPr eaLnBrk="1" hangingPunct="1"/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"Frequency of %d~%d: %d\n"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</a:p>
          <a:p>
            <a:pPr eaLnBrk="1" hangingPunct="1"/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</a:t>
            </a:r>
            <a:r>
              <a:rPr lang="en-US" altLang="zh-TW" sz="2000" b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+ 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+ 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00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</a:t>
            </a:r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 eaLnBrk="1" hangingPunct="1"/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014F430-ED4B-AD42-8453-71FFAAA4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2C4FD4-3FDE-3940-99AF-2FC750A6B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7525" y="1143000"/>
            <a:ext cx="461963" cy="426085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B9BE101-1D8B-5F4E-BD7D-6D53A73E4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2736852"/>
            <a:ext cx="9067800" cy="3282948"/>
          </a:xfrm>
          <a:prstGeom prst="rect">
            <a:avLst/>
          </a:prstGeom>
          <a:solidFill>
            <a:srgbClr val="CC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3200" b="0">
                <a:solidFill>
                  <a:srgbClr val="000000"/>
                </a:solidFill>
                <a:latin typeface="Calibri" panose="020F0502020204030204" pitchFamily="34" charset="0"/>
                <a:ea typeface="新細明體" pitchFamily="18" charset="-120"/>
                <a:cs typeface="Calibri" panose="020F0502020204030204" pitchFamily="34" charset="0"/>
              </a:rPr>
              <a:t>Dry-running this loop…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endParaRPr lang="en-US" altLang="zh-TW" sz="24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400" b="0" err="1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</a:t>
            </a:r>
            <a:r>
              <a:rPr lang="en-US" altLang="zh-TW" sz="2400" b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*10+1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</a:t>
            </a:r>
            <a:r>
              <a:rPr lang="en-US" altLang="zh-TW" sz="2400" b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*10+10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</a:t>
            </a:r>
            <a:r>
              <a:rPr lang="en-US" altLang="zh-TW" sz="24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--------------------------------------------------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400" b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 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1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	   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the count for 1~10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400" b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 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	   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20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the count for 11~20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...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400" b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 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91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	  </a:t>
            </a:r>
            <a:r>
              <a:rPr lang="en-US" altLang="zh-TW" sz="2400" b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100</a:t>
            </a:r>
            <a:r>
              <a:rPr lang="en-US" altLang="zh-TW" sz="24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the count for 91~100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0DB0549-514F-8143-AAE0-E45252062E59}"/>
              </a:ext>
            </a:extLst>
          </p:cNvPr>
          <p:cNvCxnSpPr>
            <a:cxnSpLocks/>
          </p:cNvCxnSpPr>
          <p:nvPr/>
        </p:nvCxnSpPr>
        <p:spPr>
          <a:xfrm>
            <a:off x="3810000" y="2438400"/>
            <a:ext cx="685800" cy="10668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4865E8A-AB9D-924E-A1BF-5154AE1B3189}"/>
              </a:ext>
            </a:extLst>
          </p:cNvPr>
          <p:cNvCxnSpPr>
            <a:cxnSpLocks/>
          </p:cNvCxnSpPr>
          <p:nvPr/>
        </p:nvCxnSpPr>
        <p:spPr>
          <a:xfrm>
            <a:off x="5502876" y="2388974"/>
            <a:ext cx="815866" cy="11162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4ED25CFB-42E9-F481-31C0-680E20B1E175}"/>
              </a:ext>
            </a:extLst>
          </p:cNvPr>
          <p:cNvSpPr txBox="1">
            <a:spLocks/>
          </p:cNvSpPr>
          <p:nvPr/>
        </p:nvSpPr>
        <p:spPr>
          <a:xfrm>
            <a:off x="1594338" y="76200"/>
            <a:ext cx="9683262" cy="838200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Example #8: Arrays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/>
              <a:t> loop </a:t>
            </a:r>
            <a:r>
              <a:rPr lang="en-US" b="1"/>
              <a:t>(Hard)</a:t>
            </a:r>
          </a:p>
        </p:txBody>
      </p:sp>
    </p:spTree>
    <p:extLst>
      <p:ext uri="{BB962C8B-B14F-4D97-AF65-F5344CB8AC3E}">
        <p14:creationId xmlns:p14="http://schemas.microsoft.com/office/powerpoint/2010/main" val="247251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1B469-D0EF-B2CA-4584-5C2F91EF6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6">
            <a:extLst>
              <a:ext uri="{FF2B5EF4-FFF2-40B4-BE49-F238E27FC236}">
                <a16:creationId xmlns:a16="http://schemas.microsoft.com/office/drawing/2014/main" id="{92EDE6B7-01F8-43BB-73E0-9E0CC10BD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185879"/>
            <a:ext cx="10146313" cy="468152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err="1">
                <a:solidFill>
                  <a:srgbClr val="000000"/>
                </a:solidFill>
                <a:highlight>
                  <a:srgbClr val="FF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FF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FFFFCC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FF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{ 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FFFFCC"/>
                </a:highlight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FF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};   </a:t>
            </a:r>
            <a:r>
              <a:rPr lang="en-US" altLang="zh-TW" sz="2000" b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Initialize all elements to 0</a:t>
            </a:r>
          </a:p>
          <a:p>
            <a:pPr eaLnBrk="1" hangingPunct="1"/>
            <a:endParaRPr lang="en-US" altLang="zh-TW" sz="2000" b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input, index;</a:t>
            </a:r>
          </a:p>
          <a:p>
            <a:pPr eaLnBrk="1" hangingPunct="1"/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for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</a:t>
            </a:r>
            <a:r>
              <a:rPr lang="en-US" altLang="zh-TW" sz="20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50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</a:t>
            </a:r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++) {</a:t>
            </a:r>
          </a:p>
          <a:p>
            <a:pPr eaLnBrk="1" hangingPunct="1"/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&amp;input);</a:t>
            </a:r>
          </a:p>
          <a:p>
            <a:pPr lvl="0" defTabSz="914400">
              <a:tabLst/>
              <a:defRPr/>
            </a:pP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index = (input – 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CCFFCC"/>
                </a:highlight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/ 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CCFFCC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</a:p>
          <a:p>
            <a:pPr lvl="0" defTabSz="914400">
              <a:tabLst/>
              <a:defRPr/>
            </a:pPr>
            <a:r>
              <a:rPr lang="en-US" altLang="zh-TW" sz="2000" b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// relationship between </a:t>
            </a:r>
            <a:r>
              <a:rPr lang="en-US" altLang="zh-TW" sz="2000" b="0" err="1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and index</a:t>
            </a:r>
            <a:endParaRPr lang="en-US" altLang="zh-TW" sz="2000" b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freq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 index ]++;</a:t>
            </a: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// count frequence</a:t>
            </a:r>
            <a:endParaRPr lang="en-US" altLang="zh-TW" sz="2000" b="0">
              <a:solidFill>
                <a:srgbClr val="000000"/>
              </a:solidFill>
              <a:highlight>
                <a:srgbClr val="CCFFCC"/>
              </a:highlight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altLang="zh-TW" sz="2000" b="0" err="1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TW" sz="20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S" altLang="zh-TW" sz="20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"Frequency of %d~%d: %d\n"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altLang="zh-TW" sz="2000" b="0" err="1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CCFFCC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CCFFCC"/>
                </a:highlight>
                <a:latin typeface="Consolas"/>
                <a:ea typeface="新細明體"/>
                <a:cs typeface="Consolas" panose="020B0609020204030204" pitchFamily="49" charset="0"/>
              </a:rPr>
              <a:t>1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TW" sz="2000" b="0" err="1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CCFFCC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>
                <a:solidFill>
                  <a:srgbClr val="000000"/>
                </a:solidFill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altLang="zh-TW" sz="2000" b="0">
                <a:solidFill>
                  <a:srgbClr val="3399FF"/>
                </a:solidFill>
                <a:highlight>
                  <a:srgbClr val="CCFFCC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freq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]); </a:t>
            </a:r>
          </a:p>
          <a:p>
            <a:r>
              <a:rPr lang="en-US" altLang="zh-TW" sz="2000" b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altLang="zh-TW" sz="2000" b="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// relationship between </a:t>
            </a:r>
            <a:r>
              <a:rPr lang="en-US" altLang="zh-TW" sz="2000" b="0" err="1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sz="2000" b="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and output</a:t>
            </a:r>
            <a:endParaRPr lang="en-US" altLang="zh-TW" sz="2000" b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8D72E82-1F9E-7FD0-E787-E6BEF9263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D3A250-80B4-F146-5E80-6450D75A8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92" y="1185879"/>
            <a:ext cx="750288" cy="468152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/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FD77-9EBD-CC1E-67E1-06BB856E00A0}"/>
              </a:ext>
            </a:extLst>
          </p:cNvPr>
          <p:cNvSpPr txBox="1">
            <a:spLocks/>
          </p:cNvSpPr>
          <p:nvPr/>
        </p:nvSpPr>
        <p:spPr>
          <a:xfrm>
            <a:off x="1594338" y="76200"/>
            <a:ext cx="9683262" cy="838200"/>
          </a:xfrm>
          <a:prstGeom prst="rect">
            <a:avLst/>
          </a:prstGeom>
        </p:spPr>
        <p:txBody>
          <a:bodyPr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Example #8: Arrays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/>
              <a:t> loop </a:t>
            </a:r>
            <a:r>
              <a:rPr lang="en-US" b="1"/>
              <a:t>(Hard)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042AB3-C2F4-BAE0-99AA-9B07F85B986A}"/>
              </a:ext>
            </a:extLst>
          </p:cNvPr>
          <p:cNvSpPr txBox="1"/>
          <p:nvPr/>
        </p:nvSpPr>
        <p:spPr>
          <a:xfrm>
            <a:off x="6404339" y="1600200"/>
            <a:ext cx="5562600" cy="156966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1" lang="en-US" altLang="zh-TW" sz="2400" b="0">
                <a:solidFill>
                  <a:schemeClr val="tx1"/>
                </a:solidFill>
                <a:ea typeface="新細明體" pitchFamily="18" charset="-120"/>
              </a:rPr>
              <a:t>Task: Read </a:t>
            </a:r>
            <a:r>
              <a:rPr kumimoji="1" lang="en-US" altLang="zh-TW" sz="2400">
                <a:solidFill>
                  <a:schemeClr val="tx1"/>
                </a:solidFill>
                <a:ea typeface="新細明體" pitchFamily="18" charset="-120"/>
              </a:rPr>
              <a:t>50</a:t>
            </a:r>
            <a:r>
              <a:rPr kumimoji="1" lang="en-US" altLang="zh-TW" sz="2400" b="0">
                <a:solidFill>
                  <a:schemeClr val="tx1"/>
                </a:solidFill>
                <a:ea typeface="新細明體" pitchFamily="18" charset="-120"/>
              </a:rPr>
              <a:t> integers between </a:t>
            </a:r>
            <a:r>
              <a:rPr kumimoji="1" lang="en-US" altLang="zh-TW" sz="2400">
                <a:solidFill>
                  <a:schemeClr val="tx1"/>
                </a:solidFill>
                <a:ea typeface="新細明體" pitchFamily="18" charset="-120"/>
              </a:rPr>
              <a:t>1</a:t>
            </a:r>
            <a:r>
              <a:rPr kumimoji="1" lang="en-US" altLang="zh-TW" sz="2400" b="0">
                <a:solidFill>
                  <a:schemeClr val="tx1"/>
                </a:solidFill>
                <a:ea typeface="新細明體" pitchFamily="18" charset="-120"/>
              </a:rPr>
              <a:t> and </a:t>
            </a:r>
            <a:r>
              <a:rPr kumimoji="1" lang="en-US" altLang="zh-TW" sz="2400">
                <a:solidFill>
                  <a:schemeClr val="tx1"/>
                </a:solidFill>
                <a:ea typeface="新細明體" pitchFamily="18" charset="-120"/>
              </a:rPr>
              <a:t>100</a:t>
            </a:r>
            <a:r>
              <a:rPr kumimoji="1" lang="en-US" altLang="zh-TW" sz="2400" b="0">
                <a:solidFill>
                  <a:schemeClr val="tx1"/>
                </a:solidFill>
                <a:ea typeface="新細明體" pitchFamily="18" charset="-120"/>
              </a:rPr>
              <a:t> (inclusive) from a user and </a:t>
            </a:r>
            <a:r>
              <a:rPr kumimoji="1" lang="en-US" altLang="zh-TW" sz="2400" b="1">
                <a:solidFill>
                  <a:schemeClr val="tx1"/>
                </a:solidFill>
                <a:ea typeface="新細明體" pitchFamily="18" charset="-120"/>
              </a:rPr>
              <a:t>output the </a:t>
            </a:r>
            <a:r>
              <a:rPr kumimoji="1" lang="en-US" altLang="zh-TW" sz="2400" b="1" u="sng">
                <a:solidFill>
                  <a:schemeClr val="tx1"/>
                </a:solidFill>
                <a:ea typeface="新細明體" pitchFamily="18" charset="-120"/>
              </a:rPr>
              <a:t>frequency</a:t>
            </a:r>
            <a:r>
              <a:rPr kumimoji="1" lang="en-US" altLang="zh-TW" sz="2400" b="0">
                <a:solidFill>
                  <a:schemeClr val="tx1"/>
                </a:solidFill>
                <a:ea typeface="新細明體" pitchFamily="18" charset="-120"/>
              </a:rPr>
              <a:t> of the numbers falling into these ranges: 1~10, 11~20, 21~30, …, 91~100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925D03-2D71-F5B7-B69B-8D3B4924912D}"/>
              </a:ext>
            </a:extLst>
          </p:cNvPr>
          <p:cNvSpPr txBox="1"/>
          <p:nvPr/>
        </p:nvSpPr>
        <p:spPr>
          <a:xfrm>
            <a:off x="9753600" y="3417055"/>
            <a:ext cx="2050486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3600" b="1">
                <a:solidFill>
                  <a:srgbClr val="C00000"/>
                </a:solidFill>
              </a:rPr>
              <a:t>Full Code</a:t>
            </a:r>
            <a:endParaRPr kumimoji="1" lang="en-US" altLang="zh-TW" sz="3600" b="1" i="1">
              <a:solidFill>
                <a:srgbClr val="C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421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1B17-86D6-6544-B2C5-F7C3F241E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4D9A-9DFB-274E-8126-3020D76DF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Syntax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/>
              <a:t> loops</a:t>
            </a:r>
          </a:p>
          <a:p>
            <a:r>
              <a:rPr lang="en-US"/>
              <a:t>Comparison of for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loops</a:t>
            </a:r>
            <a:r>
              <a:rPr lang="en-US"/>
              <a:t>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/>
              <a:t> loops</a:t>
            </a:r>
          </a:p>
          <a:p>
            <a:r>
              <a:rPr lang="en-US"/>
              <a:t>Combine Loops</a:t>
            </a:r>
          </a:p>
          <a:p>
            <a:r>
              <a:rPr lang="en-US" altLang="zh-CN"/>
              <a:t>For loop and Array</a:t>
            </a:r>
          </a:p>
          <a:p>
            <a:pPr lvl="1"/>
            <a:r>
              <a:rPr lang="en-US"/>
              <a:t>Relationship between </a:t>
            </a:r>
            <a:r>
              <a:rPr lang="en-US" err="1"/>
              <a:t>i</a:t>
            </a:r>
            <a:r>
              <a:rPr lang="en-US"/>
              <a:t> and index</a:t>
            </a:r>
          </a:p>
          <a:p>
            <a:endParaRPr lang="en-US"/>
          </a:p>
          <a:p>
            <a:pPr marL="457200" lvl="1" indent="0">
              <a:buNone/>
            </a:pPr>
            <a:r>
              <a:rPr lang="en-US" altLang="zh-CN" sz="3200">
                <a:cs typeface="Calibri"/>
              </a:rPr>
              <a:t>While loop : </a:t>
            </a:r>
            <a:r>
              <a:rPr lang="en-US" sz="3200">
                <a:cs typeface="Calibri"/>
              </a:rPr>
              <a:t>Indefinite repetitions, meet some conditions</a:t>
            </a:r>
          </a:p>
          <a:p>
            <a:pPr marL="457200" lvl="1" indent="0">
              <a:buNone/>
            </a:pPr>
            <a:r>
              <a:rPr lang="en-US" altLang="zh-CN" sz="3200">
                <a:cs typeface="Calibri"/>
              </a:rPr>
              <a:t>For loop : </a:t>
            </a:r>
            <a:r>
              <a:rPr lang="en-US" sz="3200">
                <a:cs typeface="Calibri"/>
              </a:rPr>
              <a:t>Finite repetitions, fix number 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5EE32-C077-694F-9B48-E581E6801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CA8859DA-80ED-B52B-B9CF-80DC3D899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197855"/>
            <a:ext cx="5275381" cy="156966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TW" sz="2400" b="1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for (</a:t>
            </a:r>
            <a:r>
              <a:rPr lang="en-US" altLang="zh-TW" sz="2400" b="1" err="1">
                <a:highlight>
                  <a:srgbClr val="FFFF00"/>
                </a:highlight>
                <a:latin typeface="Consolas" pitchFamily="49" charset="0"/>
                <a:ea typeface="MS Gothic" pitchFamily="49" charset="-128"/>
              </a:rPr>
              <a:t>init</a:t>
            </a:r>
            <a:r>
              <a:rPr lang="en-US" altLang="zh-TW" sz="2400" b="1">
                <a:solidFill>
                  <a:srgbClr val="FF0000"/>
                </a:solidFill>
                <a:latin typeface="Consolas" pitchFamily="49" charset="0"/>
                <a:ea typeface="MS Gothic" pitchFamily="49" charset="-128"/>
              </a:rPr>
              <a:t>;</a:t>
            </a:r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 </a:t>
            </a:r>
            <a:r>
              <a:rPr lang="en-US" altLang="zh-TW" sz="2400" b="1">
                <a:highlight>
                  <a:srgbClr val="C0C0C0"/>
                </a:highlight>
                <a:latin typeface="Consolas" pitchFamily="49" charset="0"/>
                <a:ea typeface="MS Gothic" pitchFamily="49" charset="-128"/>
              </a:rPr>
              <a:t>condition</a:t>
            </a:r>
            <a:r>
              <a:rPr lang="en-US" altLang="zh-TW" sz="2400" b="1">
                <a:solidFill>
                  <a:srgbClr val="FF0000"/>
                </a:solidFill>
                <a:latin typeface="Consolas" pitchFamily="49" charset="0"/>
                <a:ea typeface="MS Gothic" pitchFamily="49" charset="-128"/>
              </a:rPr>
              <a:t>;</a:t>
            </a:r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 </a:t>
            </a:r>
            <a:r>
              <a:rPr lang="en-US" altLang="zh-TW" sz="2400" b="1">
                <a:highlight>
                  <a:srgbClr val="00FF00"/>
                </a:highlight>
                <a:latin typeface="Consolas" pitchFamily="49" charset="0"/>
                <a:ea typeface="MS Gothic" pitchFamily="49" charset="-128"/>
              </a:rPr>
              <a:t>update</a:t>
            </a:r>
            <a:r>
              <a:rPr lang="en-US" altLang="zh-TW" sz="2400" b="1">
                <a:solidFill>
                  <a:srgbClr val="FF3300"/>
                </a:solidFill>
                <a:latin typeface="Consolas" pitchFamily="49" charset="0"/>
                <a:ea typeface="MS Gothic" pitchFamily="49" charset="-128"/>
              </a:rPr>
              <a:t>)</a:t>
            </a:r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{</a:t>
            </a:r>
          </a:p>
          <a:p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    </a:t>
            </a:r>
            <a:r>
              <a:rPr lang="en-US" altLang="zh-TW" sz="2400" b="1">
                <a:highlight>
                  <a:srgbClr val="008000"/>
                </a:highlight>
                <a:latin typeface="Consolas" pitchFamily="49" charset="0"/>
                <a:ea typeface="MS Gothic" pitchFamily="49" charset="-128"/>
              </a:rPr>
              <a:t>statement1-n</a:t>
            </a:r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;</a:t>
            </a:r>
          </a:p>
          <a:p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}</a:t>
            </a:r>
          </a:p>
          <a:p>
            <a:r>
              <a:rPr lang="en-US" altLang="zh-TW" sz="2400" b="1">
                <a:highlight>
                  <a:srgbClr val="FF99FF"/>
                </a:highlight>
                <a:latin typeface="Consolas" pitchFamily="49" charset="0"/>
                <a:ea typeface="MS Gothic" pitchFamily="49" charset="-128"/>
              </a:rPr>
              <a:t>statement2</a:t>
            </a:r>
            <a:r>
              <a:rPr lang="en-US" altLang="zh-TW" sz="2400" b="1">
                <a:latin typeface="Consolas" pitchFamily="49" charset="0"/>
                <a:ea typeface="MS Gothic" pitchFamily="49" charset="-128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69026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C: How to Program, 8</a:t>
            </a:r>
            <a:r>
              <a:rPr lang="en-US" baseline="30000"/>
              <a:t>th</a:t>
            </a:r>
            <a:r>
              <a:rPr lang="en-US"/>
              <a:t> </a:t>
            </a:r>
            <a:r>
              <a:rPr lang="en-US" err="1"/>
              <a:t>ed</a:t>
            </a:r>
            <a:r>
              <a:rPr lang="en-US"/>
              <a:t>, </a:t>
            </a:r>
            <a:r>
              <a:rPr lang="en-US" err="1"/>
              <a:t>Deitel</a:t>
            </a:r>
            <a:r>
              <a:rPr lang="en-US"/>
              <a:t> and </a:t>
            </a:r>
            <a:r>
              <a:rPr lang="en-US" err="1"/>
              <a:t>Deitel</a:t>
            </a:r>
            <a:endParaRPr lang="en-US"/>
          </a:p>
          <a:p>
            <a:r>
              <a:rPr lang="en-US"/>
              <a:t>Chapter 3 Structured Program Development in C</a:t>
            </a:r>
          </a:p>
          <a:p>
            <a:pPr lvl="1"/>
            <a:r>
              <a:rPr lang="en-US"/>
              <a:t>Sections 3.7 – 3.9</a:t>
            </a:r>
          </a:p>
          <a:p>
            <a:r>
              <a:rPr lang="en-US"/>
              <a:t>Chapter 4 C Program Control</a:t>
            </a:r>
          </a:p>
          <a:p>
            <a:pPr lvl="1"/>
            <a:r>
              <a:rPr lang="en-US"/>
              <a:t>Sections 4.1 – 4.6, 4.9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70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1D3A-1B4E-1E63-6657-4625ECD02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90599"/>
            <a:ext cx="10363200" cy="1979763"/>
          </a:xfrm>
        </p:spPr>
        <p:txBody>
          <a:bodyPr/>
          <a:lstStyle/>
          <a:p>
            <a:r>
              <a:rPr lang="en-US" altLang="zh-CN"/>
              <a:t>Midterm Exam</a:t>
            </a:r>
            <a:br>
              <a:rPr lang="en-US" altLang="zh-CN"/>
            </a:br>
            <a:r>
              <a:rPr lang="en-US" altLang="zh-CN" sz="4400" u="sng">
                <a:cs typeface="Calibri"/>
              </a:rPr>
              <a:t>13 Oct (Next Monday)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D1C62-E334-0C42-3169-92658A1EFA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3124200"/>
            <a:ext cx="11049000" cy="2514600"/>
          </a:xfrm>
        </p:spPr>
        <p:txBody>
          <a:bodyPr>
            <a:normAutofit/>
          </a:bodyPr>
          <a:lstStyle/>
          <a:p>
            <a:pPr algn="ctr"/>
            <a:r>
              <a:rPr lang="en-US" altLang="zh-CN" sz="3200" u="sng">
                <a:solidFill>
                  <a:schemeClr val="tx1"/>
                </a:solidFill>
                <a:cs typeface="Calibri"/>
              </a:rPr>
              <a:t>Closed-book, closed-note,</a:t>
            </a:r>
            <a:r>
              <a:rPr lang="en-US" altLang="zh-CN" sz="3200" u="sng">
                <a:cs typeface="Calibri"/>
              </a:rPr>
              <a:t> </a:t>
            </a:r>
            <a:r>
              <a:rPr lang="en-US" altLang="zh-CN" sz="3200" b="1" u="sng">
                <a:solidFill>
                  <a:srgbClr val="FF0000"/>
                </a:solidFill>
                <a:cs typeface="Calibri"/>
              </a:rPr>
              <a:t>WRITTEN exam</a:t>
            </a:r>
            <a:endParaRPr lang="en-US" altLang="zh-CN"/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Remember to </a:t>
            </a:r>
            <a:r>
              <a:rPr lang="en-US" altLang="zh-CN" b="1">
                <a:solidFill>
                  <a:schemeClr val="tx1"/>
                </a:solidFill>
              </a:rPr>
              <a:t>bring your pen </a:t>
            </a:r>
            <a:r>
              <a:rPr lang="en-US" altLang="zh-CN">
                <a:solidFill>
                  <a:schemeClr val="tx1"/>
                </a:solidFill>
              </a:rPr>
              <a:t>and other stationaries</a:t>
            </a:r>
          </a:p>
          <a:p>
            <a:pPr algn="ctr"/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More instruction will be mentioned this Thursday.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64395CB-7745-5906-C38C-596D3FCD8643}"/>
              </a:ext>
            </a:extLst>
          </p:cNvPr>
          <p:cNvSpPr txBox="1">
            <a:spLocks/>
          </p:cNvSpPr>
          <p:nvPr/>
        </p:nvSpPr>
        <p:spPr>
          <a:xfrm>
            <a:off x="1219200" y="152399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>
                <a:cs typeface="Calibri"/>
              </a:rPr>
              <a:t>Reminder:</a:t>
            </a: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2687431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4026</Words>
  <Application>Microsoft Macintosh PowerPoint</Application>
  <PresentationFormat>宽屏</PresentationFormat>
  <Paragraphs>934</Paragraphs>
  <Slides>41</Slides>
  <Notes>27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9" baseType="lpstr">
      <vt:lpstr>-apple-system</vt:lpstr>
      <vt:lpstr>新細明體</vt:lpstr>
      <vt:lpstr>Arial</vt:lpstr>
      <vt:lpstr>Calibri</vt:lpstr>
      <vt:lpstr>Cambria Math</vt:lpstr>
      <vt:lpstr>Consolas</vt:lpstr>
      <vt:lpstr>Times New Roman</vt:lpstr>
      <vt:lpstr>Office Theme</vt:lpstr>
      <vt:lpstr>Review: while Loop</vt:lpstr>
      <vt:lpstr>Example: Read in 5 integers </vt:lpstr>
      <vt:lpstr>Common problems in Lab5 Ex6</vt:lpstr>
      <vt:lpstr> Looping (II)  for Loop  generally help us do finite repetition</vt:lpstr>
      <vt:lpstr>Outline</vt:lpstr>
      <vt:lpstr>0. for-loop vs. while-loop</vt:lpstr>
      <vt:lpstr>1. for statement (Syntax)</vt:lpstr>
      <vt:lpstr>1.1. for Statement (Example #1)</vt:lpstr>
      <vt:lpstr>1.1. for-loop vs. while-loop</vt:lpstr>
      <vt:lpstr>1.2. Example #2 – Multiple ways of writing a for loop</vt:lpstr>
      <vt:lpstr>1.2. Example #2 – Multiple ways of writing a for loop</vt:lpstr>
      <vt:lpstr>PowerPoint 演示文稿</vt:lpstr>
      <vt:lpstr>PowerPoint 演示文稿</vt:lpstr>
      <vt:lpstr>PowerPoint 演示文稿</vt:lpstr>
      <vt:lpstr>2.2. A Common Mistake</vt:lpstr>
      <vt:lpstr>2.3 Further Examples on Array Processing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 More For-Loop Examples</vt:lpstr>
      <vt:lpstr>Example #5</vt:lpstr>
      <vt:lpstr>Example #5: Solution</vt:lpstr>
      <vt:lpstr>Example #6</vt:lpstr>
      <vt:lpstr>Example #6: Solution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Reading Assignment</vt:lpstr>
      <vt:lpstr>Midterm Exam 13 Oct (Next Monday)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Looping (II)</dc:title>
  <cp:lastModifiedBy>LIU, Zeyu</cp:lastModifiedBy>
  <cp:revision>3</cp:revision>
  <dcterms:created xsi:type="dcterms:W3CDTF">2011-07-19T12:51:33Z</dcterms:created>
  <dcterms:modified xsi:type="dcterms:W3CDTF">2025-10-09T08:16:58Z</dcterms:modified>
</cp:coreProperties>
</file>
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35" r:id="rId2"/>
    <p:sldId id="256" r:id="rId3"/>
    <p:sldId id="257" r:id="rId4"/>
    <p:sldId id="296" r:id="rId5"/>
    <p:sldId id="297" r:id="rId6"/>
    <p:sldId id="299" r:id="rId7"/>
    <p:sldId id="300" r:id="rId8"/>
    <p:sldId id="301" r:id="rId9"/>
    <p:sldId id="302" r:id="rId10"/>
    <p:sldId id="303" r:id="rId11"/>
    <p:sldId id="314" r:id="rId12"/>
    <p:sldId id="316" r:id="rId13"/>
    <p:sldId id="317" r:id="rId14"/>
    <p:sldId id="319" r:id="rId15"/>
    <p:sldId id="318" r:id="rId16"/>
    <p:sldId id="311" r:id="rId17"/>
    <p:sldId id="320" r:id="rId18"/>
    <p:sldId id="322" r:id="rId19"/>
    <p:sldId id="323" r:id="rId20"/>
  </p:sldIdLst>
  <p:sldSz cx="12192000" cy="6858000"/>
  <p:notesSz cx="6858000" cy="9144000"/>
  <p:embeddedFontLst>
    <p:embeddedFont>
      <p:font typeface="新細明體" panose="02020500000000000000" pitchFamily="18" charset="-120"/>
      <p:regular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6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1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1BC41-8A6A-42ED-8A72-D5536D008C4B}" v="18" dt="2025-09-22T03:09:21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60" d="100"/>
          <a:sy n="60" d="100"/>
        </p:scale>
        <p:origin x="102" y="1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jee Chau (CSD)" userId="7aa7a09e-983f-4214-9e5a-071cbb678e81" providerId="ADAL" clId="{70DAC746-72DD-A844-A7C9-876C2E836C99}"/>
    <pc:docChg chg="modSld">
      <pc:chgData name="Chuck jee Chau (CSD)" userId="7aa7a09e-983f-4214-9e5a-071cbb678e81" providerId="ADAL" clId="{70DAC746-72DD-A844-A7C9-876C2E836C99}" dt="2019-09-25T02:50:34.456" v="1"/>
      <pc:docMkLst>
        <pc:docMk/>
      </pc:docMkLst>
      <pc:sldChg chg="modAnim">
        <pc:chgData name="Chuck jee Chau (CSD)" userId="7aa7a09e-983f-4214-9e5a-071cbb678e81" providerId="ADAL" clId="{70DAC746-72DD-A844-A7C9-876C2E836C99}" dt="2019-09-25T02:49:59.563" v="0"/>
        <pc:sldMkLst>
          <pc:docMk/>
          <pc:sldMk cId="21582805" sldId="297"/>
        </pc:sldMkLst>
      </pc:sldChg>
      <pc:sldChg chg="modAnim">
        <pc:chgData name="Chuck jee Chau (CSD)" userId="7aa7a09e-983f-4214-9e5a-071cbb678e81" providerId="ADAL" clId="{70DAC746-72DD-A844-A7C9-876C2E836C99}" dt="2019-09-25T02:50:34.456" v="1"/>
        <pc:sldMkLst>
          <pc:docMk/>
          <pc:sldMk cId="2881607216" sldId="300"/>
        </pc:sldMkLst>
      </pc:sldChg>
    </pc:docChg>
  </pc:docChgLst>
  <pc:docChgLst>
    <pc:chgData name="William Hui (IEG)" userId="S::kyhui@cuhk.edu.hk::07728535-8fdc-4325-b24f-20cc4d58a3a3" providerId="AD" clId="Web-{42B2335C-504F-5AFB-3F8B-3020A652D28A}"/>
    <pc:docChg chg="modSld">
      <pc:chgData name="William Hui (IEG)" userId="S::kyhui@cuhk.edu.hk::07728535-8fdc-4325-b24f-20cc4d58a3a3" providerId="AD" clId="Web-{42B2335C-504F-5AFB-3F8B-3020A652D28A}" dt="2019-08-24T09:30:13.415" v="306" actId="20577"/>
      <pc:docMkLst>
        <pc:docMk/>
      </pc:docMkLst>
      <pc:sldChg chg="delSp modSp delAnim">
        <pc:chgData name="William Hui (IEG)" userId="S::kyhui@cuhk.edu.hk::07728535-8fdc-4325-b24f-20cc4d58a3a3" providerId="AD" clId="Web-{42B2335C-504F-5AFB-3F8B-3020A652D28A}" dt="2019-08-24T09:30:12.071" v="304" actId="20577"/>
        <pc:sldMkLst>
          <pc:docMk/>
          <pc:sldMk cId="1148178541" sldId="318"/>
        </pc:sldMkLst>
      </pc:sldChg>
      <pc:sldChg chg="modSp">
        <pc:chgData name="William Hui (IEG)" userId="S::kyhui@cuhk.edu.hk::07728535-8fdc-4325-b24f-20cc4d58a3a3" providerId="AD" clId="Web-{42B2335C-504F-5AFB-3F8B-3020A652D28A}" dt="2019-08-24T09:22:35.854" v="44" actId="20577"/>
        <pc:sldMkLst>
          <pc:docMk/>
          <pc:sldMk cId="1686404273" sldId="322"/>
        </pc:sldMkLst>
      </pc:sldChg>
    </pc:docChg>
  </pc:docChgLst>
  <pc:docChgLst>
    <pc:chgData name="William Hui (IEG)" userId="S::kyhui@cuhk.edu.hk::07728535-8fdc-4325-b24f-20cc4d58a3a3" providerId="AD" clId="Web-{D4DC6460-2C58-D0C8-DCD1-439EC274F491}"/>
    <pc:docChg chg="modSld">
      <pc:chgData name="William Hui (IEG)" userId="S::kyhui@cuhk.edu.hk::07728535-8fdc-4325-b24f-20cc4d58a3a3" providerId="AD" clId="Web-{D4DC6460-2C58-D0C8-DCD1-439EC274F491}" dt="2019-09-20T02:19:57.507" v="11" actId="20577"/>
      <pc:docMkLst>
        <pc:docMk/>
      </pc:docMkLst>
      <pc:sldChg chg="modSp">
        <pc:chgData name="William Hui (IEG)" userId="S::kyhui@cuhk.edu.hk::07728535-8fdc-4325-b24f-20cc4d58a3a3" providerId="AD" clId="Web-{D4DC6460-2C58-D0C8-DCD1-439EC274F491}" dt="2019-09-20T02:19:57.507" v="10" actId="20577"/>
        <pc:sldMkLst>
          <pc:docMk/>
          <pc:sldMk cId="219770612" sldId="296"/>
        </pc:sldMkLst>
      </pc:sldChg>
    </pc:docChg>
  </pc:docChgLst>
  <pc:docChgLst>
    <pc:chgData name="Yuli Jiang (CSD)" userId="7c291cd4-aa97-4867-8d2d-ebf5c1c3b419" providerId="ADAL" clId="{8FBD0129-C0BB-4F8A-B9D2-D31C5DC212F7}"/>
    <pc:docChg chg="undo custSel delSld modSld sldOrd">
      <pc:chgData name="Yuli Jiang (CSD)" userId="7c291cd4-aa97-4867-8d2d-ebf5c1c3b419" providerId="ADAL" clId="{8FBD0129-C0BB-4F8A-B9D2-D31C5DC212F7}" dt="2025-09-22T03:11:30.024" v="129" actId="20577"/>
      <pc:docMkLst>
        <pc:docMk/>
      </pc:docMkLst>
      <pc:sldChg chg="modSp mod">
        <pc:chgData name="Yuli Jiang (CSD)" userId="7c291cd4-aa97-4867-8d2d-ebf5c1c3b419" providerId="ADAL" clId="{8FBD0129-C0BB-4F8A-B9D2-D31C5DC212F7}" dt="2025-09-21T17:42:00.068" v="1" actId="108"/>
        <pc:sldMkLst>
          <pc:docMk/>
          <pc:sldMk cId="0" sldId="256"/>
        </pc:sldMkLst>
        <pc:spChg chg="mod">
          <ac:chgData name="Yuli Jiang (CSD)" userId="7c291cd4-aa97-4867-8d2d-ebf5c1c3b419" providerId="ADAL" clId="{8FBD0129-C0BB-4F8A-B9D2-D31C5DC212F7}" dt="2025-09-21T17:42:00.068" v="1" actId="108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21T17:42:36.070" v="2" actId="403"/>
        <pc:sldMkLst>
          <pc:docMk/>
          <pc:sldMk cId="219770612" sldId="296"/>
        </pc:sldMkLst>
        <pc:spChg chg="mod">
          <ac:chgData name="Yuli Jiang (CSD)" userId="7c291cd4-aa97-4867-8d2d-ebf5c1c3b419" providerId="ADAL" clId="{8FBD0129-C0BB-4F8A-B9D2-D31C5DC212F7}" dt="2025-09-21T17:42:36.070" v="2" actId="403"/>
          <ac:spMkLst>
            <pc:docMk/>
            <pc:sldMk cId="219770612" sldId="296"/>
            <ac:spMk id="517123" creationId="{00000000-0000-0000-0000-000000000000}"/>
          </ac:spMkLst>
        </pc:spChg>
      </pc:sldChg>
      <pc:sldChg chg="addSp modSp mod">
        <pc:chgData name="Yuli Jiang (CSD)" userId="7c291cd4-aa97-4867-8d2d-ebf5c1c3b419" providerId="ADAL" clId="{8FBD0129-C0BB-4F8A-B9D2-D31C5DC212F7}" dt="2025-09-22T03:10:11.800" v="126" actId="14100"/>
        <pc:sldMkLst>
          <pc:docMk/>
          <pc:sldMk cId="2848364327" sldId="303"/>
        </pc:sldMkLst>
        <pc:spChg chg="add mod">
          <ac:chgData name="Yuli Jiang (CSD)" userId="7c291cd4-aa97-4867-8d2d-ebf5c1c3b419" providerId="ADAL" clId="{8FBD0129-C0BB-4F8A-B9D2-D31C5DC212F7}" dt="2025-09-22T03:10:11.800" v="126" actId="14100"/>
          <ac:spMkLst>
            <pc:docMk/>
            <pc:sldMk cId="2848364327" sldId="303"/>
            <ac:spMk id="5" creationId="{CBA1B080-3B66-D0E0-60DD-DAF7BF4486EC}"/>
          </ac:spMkLst>
        </pc:spChg>
      </pc:sldChg>
      <pc:sldChg chg="addSp modSp mod">
        <pc:chgData name="Yuli Jiang (CSD)" userId="7c291cd4-aa97-4867-8d2d-ebf5c1c3b419" providerId="ADAL" clId="{8FBD0129-C0BB-4F8A-B9D2-D31C5DC212F7}" dt="2025-09-21T17:47:33.917" v="14" actId="13822"/>
        <pc:sldMkLst>
          <pc:docMk/>
          <pc:sldMk cId="3552264314" sldId="316"/>
        </pc:sldMkLst>
        <pc:spChg chg="add mod">
          <ac:chgData name="Yuli Jiang (CSD)" userId="7c291cd4-aa97-4867-8d2d-ebf5c1c3b419" providerId="ADAL" clId="{8FBD0129-C0BB-4F8A-B9D2-D31C5DC212F7}" dt="2025-09-21T17:47:33.917" v="14" actId="13822"/>
          <ac:spMkLst>
            <pc:docMk/>
            <pc:sldMk cId="3552264314" sldId="316"/>
            <ac:spMk id="6" creationId="{F0D7379B-C77D-0C1B-9F1F-60250D4D8437}"/>
          </ac:spMkLst>
        </pc:spChg>
      </pc:sldChg>
      <pc:sldChg chg="addSp delSp modSp mod">
        <pc:chgData name="Yuli Jiang (CSD)" userId="7c291cd4-aa97-4867-8d2d-ebf5c1c3b419" providerId="ADAL" clId="{8FBD0129-C0BB-4F8A-B9D2-D31C5DC212F7}" dt="2025-09-21T17:54:11.910" v="54" actId="1076"/>
        <pc:sldMkLst>
          <pc:docMk/>
          <pc:sldMk cId="1148178541" sldId="318"/>
        </pc:sldMkLst>
        <pc:spChg chg="mod ord topLvl">
          <ac:chgData name="Yuli Jiang (CSD)" userId="7c291cd4-aa97-4867-8d2d-ebf5c1c3b419" providerId="ADAL" clId="{8FBD0129-C0BB-4F8A-B9D2-D31C5DC212F7}" dt="2025-09-21T17:53:34.206" v="30" actId="164"/>
          <ac:spMkLst>
            <pc:docMk/>
            <pc:sldMk cId="1148178541" sldId="318"/>
            <ac:spMk id="5" creationId="{EA7FC5D1-6BF6-102A-939D-A7AE8B9D55BB}"/>
          </ac:spMkLst>
        </pc:spChg>
        <pc:spChg chg="mod">
          <ac:chgData name="Yuli Jiang (CSD)" userId="7c291cd4-aa97-4867-8d2d-ebf5c1c3b419" providerId="ADAL" clId="{8FBD0129-C0BB-4F8A-B9D2-D31C5DC212F7}" dt="2025-09-21T17:53:48.463" v="35" actId="115"/>
          <ac:spMkLst>
            <pc:docMk/>
            <pc:sldMk cId="1148178541" sldId="318"/>
            <ac:spMk id="6" creationId="{00000000-0000-0000-0000-000000000000}"/>
          </ac:spMkLst>
        </pc:spChg>
        <pc:spChg chg="del mod topLvl">
          <ac:chgData name="Yuli Jiang (CSD)" userId="7c291cd4-aa97-4867-8d2d-ebf5c1c3b419" providerId="ADAL" clId="{8FBD0129-C0BB-4F8A-B9D2-D31C5DC212F7}" dt="2025-09-21T17:53:07.660" v="21" actId="478"/>
          <ac:spMkLst>
            <pc:docMk/>
            <pc:sldMk cId="1148178541" sldId="318"/>
            <ac:spMk id="7" creationId="{98967F89-6D81-CB96-2B5B-1BD6ECE872A3}"/>
          </ac:spMkLst>
        </pc:spChg>
        <pc:spChg chg="del mod topLvl">
          <ac:chgData name="Yuli Jiang (CSD)" userId="7c291cd4-aa97-4867-8d2d-ebf5c1c3b419" providerId="ADAL" clId="{8FBD0129-C0BB-4F8A-B9D2-D31C5DC212F7}" dt="2025-09-21T17:53:10.315" v="22" actId="478"/>
          <ac:spMkLst>
            <pc:docMk/>
            <pc:sldMk cId="1148178541" sldId="318"/>
            <ac:spMk id="8" creationId="{5224AF84-0988-FFC0-363C-A57C86D128CC}"/>
          </ac:spMkLst>
        </pc:spChg>
        <pc:spChg chg="add mod">
          <ac:chgData name="Yuli Jiang (CSD)" userId="7c291cd4-aa97-4867-8d2d-ebf5c1c3b419" providerId="ADAL" clId="{8FBD0129-C0BB-4F8A-B9D2-D31C5DC212F7}" dt="2025-09-21T17:54:11.910" v="54" actId="1076"/>
          <ac:spMkLst>
            <pc:docMk/>
            <pc:sldMk cId="1148178541" sldId="318"/>
            <ac:spMk id="9" creationId="{405354CF-00DB-27D4-DAA1-16A32B66FA56}"/>
          </ac:spMkLst>
        </pc:spChg>
        <pc:spChg chg="add mod ord">
          <ac:chgData name="Yuli Jiang (CSD)" userId="7c291cd4-aa97-4867-8d2d-ebf5c1c3b419" providerId="ADAL" clId="{8FBD0129-C0BB-4F8A-B9D2-D31C5DC212F7}" dt="2025-09-21T17:53:34.206" v="30" actId="164"/>
          <ac:spMkLst>
            <pc:docMk/>
            <pc:sldMk cId="1148178541" sldId="318"/>
            <ac:spMk id="10" creationId="{BEF186DB-C845-BA7F-29F0-4A677316047C}"/>
          </ac:spMkLst>
        </pc:spChg>
        <pc:grpChg chg="add del mod">
          <ac:chgData name="Yuli Jiang (CSD)" userId="7c291cd4-aa97-4867-8d2d-ebf5c1c3b419" providerId="ADAL" clId="{8FBD0129-C0BB-4F8A-B9D2-D31C5DC212F7}" dt="2025-09-21T17:53:01.156" v="20" actId="165"/>
          <ac:grpSpMkLst>
            <pc:docMk/>
            <pc:sldMk cId="1148178541" sldId="318"/>
            <ac:grpSpMk id="3" creationId="{3247114E-905C-49F0-8B0A-46E539FD1C1E}"/>
          </ac:grpSpMkLst>
        </pc:grpChg>
        <pc:grpChg chg="add mod">
          <ac:chgData name="Yuli Jiang (CSD)" userId="7c291cd4-aa97-4867-8d2d-ebf5c1c3b419" providerId="ADAL" clId="{8FBD0129-C0BB-4F8A-B9D2-D31C5DC212F7}" dt="2025-09-21T17:53:34.206" v="30" actId="164"/>
          <ac:grpSpMkLst>
            <pc:docMk/>
            <pc:sldMk cId="1148178541" sldId="318"/>
            <ac:grpSpMk id="11" creationId="{C06556EB-B378-470F-F492-51D67F61E384}"/>
          </ac:grpSpMkLst>
        </pc:grpChg>
      </pc:sldChg>
      <pc:sldChg chg="modSp mod ord">
        <pc:chgData name="Yuli Jiang (CSD)" userId="7c291cd4-aa97-4867-8d2d-ebf5c1c3b419" providerId="ADAL" clId="{8FBD0129-C0BB-4F8A-B9D2-D31C5DC212F7}" dt="2025-09-22T03:11:30.024" v="129" actId="20577"/>
        <pc:sldMkLst>
          <pc:docMk/>
          <pc:sldMk cId="1069267681" sldId="319"/>
        </pc:sldMkLst>
        <pc:spChg chg="mod">
          <ac:chgData name="Yuli Jiang (CSD)" userId="7c291cd4-aa97-4867-8d2d-ebf5c1c3b419" providerId="ADAL" clId="{8FBD0129-C0BB-4F8A-B9D2-D31C5DC212F7}" dt="2025-09-22T03:11:30.024" v="129" actId="20577"/>
          <ac:spMkLst>
            <pc:docMk/>
            <pc:sldMk cId="1069267681" sldId="319"/>
            <ac:spMk id="3" creationId="{00000000-0000-0000-0000-000000000000}"/>
          </ac:spMkLst>
        </pc:spChg>
      </pc:sldChg>
      <pc:sldChg chg="addSp modSp mod">
        <pc:chgData name="Yuli Jiang (CSD)" userId="7c291cd4-aa97-4867-8d2d-ebf5c1c3b419" providerId="ADAL" clId="{8FBD0129-C0BB-4F8A-B9D2-D31C5DC212F7}" dt="2025-09-22T02:46:43.776" v="83" actId="1076"/>
        <pc:sldMkLst>
          <pc:docMk/>
          <pc:sldMk cId="286734451" sldId="335"/>
        </pc:sldMkLst>
        <pc:spChg chg="mod">
          <ac:chgData name="Yuli Jiang (CSD)" userId="7c291cd4-aa97-4867-8d2d-ebf5c1c3b419" providerId="ADAL" clId="{8FBD0129-C0BB-4F8A-B9D2-D31C5DC212F7}" dt="2025-09-22T02:45:33.357" v="72" actId="948"/>
          <ac:spMkLst>
            <pc:docMk/>
            <pc:sldMk cId="286734451" sldId="335"/>
            <ac:spMk id="3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09-22T02:46:43.776" v="83" actId="1076"/>
          <ac:spMkLst>
            <pc:docMk/>
            <pc:sldMk cId="286734451" sldId="335"/>
            <ac:spMk id="4" creationId="{24207D40-EAA0-957D-9E1F-AA01B7932A13}"/>
          </ac:spMkLst>
        </pc:spChg>
        <pc:spChg chg="mod">
          <ac:chgData name="Yuli Jiang (CSD)" userId="7c291cd4-aa97-4867-8d2d-ebf5c1c3b419" providerId="ADAL" clId="{8FBD0129-C0BB-4F8A-B9D2-D31C5DC212F7}" dt="2025-09-22T02:46:05.007" v="77" actId="1076"/>
          <ac:spMkLst>
            <pc:docMk/>
            <pc:sldMk cId="286734451" sldId="335"/>
            <ac:spMk id="7" creationId="{334EFDAC-44C0-6E7F-4089-29F18D986F42}"/>
          </ac:spMkLst>
        </pc:spChg>
      </pc:sldChg>
      <pc:sldChg chg="del">
        <pc:chgData name="Yuli Jiang (CSD)" userId="7c291cd4-aa97-4867-8d2d-ebf5c1c3b419" providerId="ADAL" clId="{8FBD0129-C0BB-4F8A-B9D2-D31C5DC212F7}" dt="2025-09-21T17:41:48.691" v="0" actId="47"/>
        <pc:sldMkLst>
          <pc:docMk/>
          <pc:sldMk cId="546149137" sldId="336"/>
        </pc:sldMkLst>
      </pc:sldChg>
    </pc:docChg>
  </pc:docChgLst>
  <pc:docChgLst>
    <pc:chgData name="Yuli Jiang (CSD)" userId="7c291cd4-aa97-4867-8d2d-ebf5c1c3b419" providerId="ADAL" clId="{7AC5AC08-153C-44FC-8E1D-4EE4E289B1D3}"/>
    <pc:docChg chg="undo custSel modSld">
      <pc:chgData name="Yuli Jiang (CSD)" userId="7c291cd4-aa97-4867-8d2d-ebf5c1c3b419" providerId="ADAL" clId="{7AC5AC08-153C-44FC-8E1D-4EE4E289B1D3}" dt="2024-01-29T03:09:47.994" v="62" actId="20577"/>
      <pc:docMkLst>
        <pc:docMk/>
      </pc:docMkLst>
      <pc:sldChg chg="modSp mod">
        <pc:chgData name="Yuli Jiang (CSD)" userId="7c291cd4-aa97-4867-8d2d-ebf5c1c3b419" providerId="ADAL" clId="{7AC5AC08-153C-44FC-8E1D-4EE4E289B1D3}" dt="2024-01-29T03:07:18.617" v="10" actId="14100"/>
        <pc:sldMkLst>
          <pc:docMk/>
          <pc:sldMk cId="1174206557" sldId="317"/>
        </pc:sldMkLst>
      </pc:sldChg>
      <pc:sldChg chg="modSp mod">
        <pc:chgData name="Yuli Jiang (CSD)" userId="7c291cd4-aa97-4867-8d2d-ebf5c1c3b419" providerId="ADAL" clId="{7AC5AC08-153C-44FC-8E1D-4EE4E289B1D3}" dt="2024-01-29T03:09:47.994" v="62" actId="20577"/>
        <pc:sldMkLst>
          <pc:docMk/>
          <pc:sldMk cId="1069267681" sldId="319"/>
        </pc:sldMkLst>
      </pc:sldChg>
    </pc:docChg>
  </pc:docChgLst>
  <pc:docChgLst>
    <pc:chgData name="Yuli Jiang (CSD)" userId="7c291cd4-aa97-4867-8d2d-ebf5c1c3b419" providerId="ADAL" clId="{BAF0ACD9-B938-4458-AE1A-8F1826863559}"/>
    <pc:docChg chg="undo custSel addSld modSld">
      <pc:chgData name="Yuli Jiang (CSD)" userId="7c291cd4-aa97-4867-8d2d-ebf5c1c3b419" providerId="ADAL" clId="{BAF0ACD9-B938-4458-AE1A-8F1826863559}" dt="2024-09-22T14:30:57.596" v="899" actId="20577"/>
      <pc:docMkLst>
        <pc:docMk/>
      </pc:docMkLst>
      <pc:sldChg chg="modSp mod">
        <pc:chgData name="Yuli Jiang (CSD)" userId="7c291cd4-aa97-4867-8d2d-ebf5c1c3b419" providerId="ADAL" clId="{BAF0ACD9-B938-4458-AE1A-8F1826863559}" dt="2024-09-22T14:21:52.403" v="823" actId="20577"/>
        <pc:sldMkLst>
          <pc:docMk/>
          <pc:sldMk cId="0" sldId="256"/>
        </pc:sldMkLst>
      </pc:sldChg>
      <pc:sldChg chg="mod modShow">
        <pc:chgData name="Yuli Jiang (CSD)" userId="7c291cd4-aa97-4867-8d2d-ebf5c1c3b419" providerId="ADAL" clId="{BAF0ACD9-B938-4458-AE1A-8F1826863559}" dt="2024-09-22T14:22:04.685" v="824" actId="729"/>
        <pc:sldMkLst>
          <pc:docMk/>
          <pc:sldMk cId="452717289" sldId="257"/>
        </pc:sldMkLst>
      </pc:sldChg>
      <pc:sldChg chg="addSp modSp mod modAnim">
        <pc:chgData name="Yuli Jiang (CSD)" userId="7c291cd4-aa97-4867-8d2d-ebf5c1c3b419" providerId="ADAL" clId="{BAF0ACD9-B938-4458-AE1A-8F1826863559}" dt="2024-09-22T14:24:03.816" v="839"/>
        <pc:sldMkLst>
          <pc:docMk/>
          <pc:sldMk cId="21582805" sldId="297"/>
        </pc:sldMkLst>
      </pc:sldChg>
      <pc:sldChg chg="addSp modSp mod">
        <pc:chgData name="Yuli Jiang (CSD)" userId="7c291cd4-aa97-4867-8d2d-ebf5c1c3b419" providerId="ADAL" clId="{BAF0ACD9-B938-4458-AE1A-8F1826863559}" dt="2024-09-22T14:26:12.687" v="860" actId="20577"/>
        <pc:sldMkLst>
          <pc:docMk/>
          <pc:sldMk cId="2881607216" sldId="300"/>
        </pc:sldMkLst>
      </pc:sldChg>
      <pc:sldChg chg="modSp mod">
        <pc:chgData name="Yuli Jiang (CSD)" userId="7c291cd4-aa97-4867-8d2d-ebf5c1c3b419" providerId="ADAL" clId="{BAF0ACD9-B938-4458-AE1A-8F1826863559}" dt="2024-09-22T14:30:57.596" v="899" actId="20577"/>
        <pc:sldMkLst>
          <pc:docMk/>
          <pc:sldMk cId="2110856264" sldId="301"/>
        </pc:sldMkLst>
      </pc:sldChg>
      <pc:sldChg chg="modSp mod">
        <pc:chgData name="Yuli Jiang (CSD)" userId="7c291cd4-aa97-4867-8d2d-ebf5c1c3b419" providerId="ADAL" clId="{BAF0ACD9-B938-4458-AE1A-8F1826863559}" dt="2024-09-22T14:28:10.744" v="862" actId="115"/>
        <pc:sldMkLst>
          <pc:docMk/>
          <pc:sldMk cId="3552264314" sldId="316"/>
        </pc:sldMkLst>
      </pc:sldChg>
      <pc:sldChg chg="delSp modSp mod delAnim">
        <pc:chgData name="Yuli Jiang (CSD)" userId="7c291cd4-aa97-4867-8d2d-ebf5c1c3b419" providerId="ADAL" clId="{BAF0ACD9-B938-4458-AE1A-8F1826863559}" dt="2024-09-22T14:30:15.927" v="887" actId="478"/>
        <pc:sldMkLst>
          <pc:docMk/>
          <pc:sldMk cId="1148178541" sldId="318"/>
        </pc:sldMkLst>
      </pc:sldChg>
      <pc:sldChg chg="addSp delSp modSp mod">
        <pc:chgData name="Yuli Jiang (CSD)" userId="7c291cd4-aa97-4867-8d2d-ebf5c1c3b419" providerId="ADAL" clId="{BAF0ACD9-B938-4458-AE1A-8F1826863559}" dt="2024-09-22T14:10:17.284" v="179" actId="1076"/>
        <pc:sldMkLst>
          <pc:docMk/>
          <pc:sldMk cId="286734451" sldId="335"/>
        </pc:sldMkLst>
      </pc:sldChg>
      <pc:sldChg chg="modSp new mod">
        <pc:chgData name="Yuli Jiang (CSD)" userId="7c291cd4-aa97-4867-8d2d-ebf5c1c3b419" providerId="ADAL" clId="{BAF0ACD9-B938-4458-AE1A-8F1826863559}" dt="2024-09-22T14:19:40.397" v="758" actId="20577"/>
        <pc:sldMkLst>
          <pc:docMk/>
          <pc:sldMk cId="546149137" sldId="336"/>
        </pc:sldMkLst>
      </pc:sldChg>
    </pc:docChg>
  </pc:docChgLst>
  <pc:docChgLst>
    <pc:chgData name="Yuli Jiang (CSD)" userId="7c291cd4-aa97-4867-8d2d-ebf5c1c3b419" providerId="ADAL" clId="{36282A43-ADA3-4D17-B475-2DC8462E6632}"/>
    <pc:docChg chg="modSld">
      <pc:chgData name="Yuli Jiang (CSD)" userId="7c291cd4-aa97-4867-8d2d-ebf5c1c3b419" providerId="ADAL" clId="{36282A43-ADA3-4D17-B475-2DC8462E6632}" dt="2024-09-23T05:51:41.224" v="2" actId="20577"/>
      <pc:docMkLst>
        <pc:docMk/>
      </pc:docMkLst>
      <pc:sldChg chg="modSp mod">
        <pc:chgData name="Yuli Jiang (CSD)" userId="7c291cd4-aa97-4867-8d2d-ebf5c1c3b419" providerId="ADAL" clId="{36282A43-ADA3-4D17-B475-2DC8462E6632}" dt="2024-09-23T05:51:41.224" v="2" actId="20577"/>
        <pc:sldMkLst>
          <pc:docMk/>
          <pc:sldMk cId="546149137" sldId="336"/>
        </pc:sldMkLst>
      </pc:sldChg>
    </pc:docChg>
  </pc:docChgLst>
  <pc:docChgLst>
    <pc:chgData name="Chuck jee Chau (CSD)" userId="7aa7a09e-983f-4214-9e5a-071cbb678e81" providerId="ADAL" clId="{89C877F5-3E90-164E-B11B-D3A08120DB3B}"/>
    <pc:docChg chg="undo custSel modSld sldOrd">
      <pc:chgData name="Chuck jee Chau (CSD)" userId="7aa7a09e-983f-4214-9e5a-071cbb678e81" providerId="ADAL" clId="{89C877F5-3E90-164E-B11B-D3A08120DB3B}" dt="2019-09-20T07:10:33.654" v="530" actId="1592"/>
      <pc:docMkLst>
        <pc:docMk/>
      </pc:docMkLst>
      <pc:sldChg chg="modSp">
        <pc:chgData name="Chuck jee Chau (CSD)" userId="7aa7a09e-983f-4214-9e5a-071cbb678e81" providerId="ADAL" clId="{89C877F5-3E90-164E-B11B-D3A08120DB3B}" dt="2019-09-17T08:13:15.013" v="106" actId="20577"/>
        <pc:sldMkLst>
          <pc:docMk/>
          <pc:sldMk cId="452717289" sldId="257"/>
        </pc:sldMkLst>
      </pc:sldChg>
      <pc:sldChg chg="addSp delSp modSp addCm delCm modCm">
        <pc:chgData name="Chuck jee Chau (CSD)" userId="7aa7a09e-983f-4214-9e5a-071cbb678e81" providerId="ADAL" clId="{89C877F5-3E90-164E-B11B-D3A08120DB3B}" dt="2019-09-20T07:10:33.650" v="526" actId="1592"/>
        <pc:sldMkLst>
          <pc:docMk/>
          <pc:sldMk cId="219770612" sldId="296"/>
        </pc:sldMkLst>
      </pc:sldChg>
      <pc:sldChg chg="addSp delSp modSp modAnim addCm delCm modCm">
        <pc:chgData name="Chuck jee Chau (CSD)" userId="7aa7a09e-983f-4214-9e5a-071cbb678e81" providerId="ADAL" clId="{89C877F5-3E90-164E-B11B-D3A08120DB3B}" dt="2019-09-20T07:10:33.651" v="527" actId="1592"/>
        <pc:sldMkLst>
          <pc:docMk/>
          <pc:sldMk cId="21582805" sldId="297"/>
        </pc:sldMkLst>
      </pc:sldChg>
      <pc:sldChg chg="modSp">
        <pc:chgData name="Chuck jee Chau (CSD)" userId="7aa7a09e-983f-4214-9e5a-071cbb678e81" providerId="ADAL" clId="{89C877F5-3E90-164E-B11B-D3A08120DB3B}" dt="2019-09-17T08:43:47.859" v="517" actId="14100"/>
        <pc:sldMkLst>
          <pc:docMk/>
          <pc:sldMk cId="542192692" sldId="299"/>
        </pc:sldMkLst>
      </pc:sldChg>
      <pc:sldChg chg="addSp delSp modSp">
        <pc:chgData name="Chuck jee Chau (CSD)" userId="7aa7a09e-983f-4214-9e5a-071cbb678e81" providerId="ADAL" clId="{89C877F5-3E90-164E-B11B-D3A08120DB3B}" dt="2019-09-17T10:11:30.067" v="523"/>
        <pc:sldMkLst>
          <pc:docMk/>
          <pc:sldMk cId="2881607216" sldId="300"/>
        </pc:sldMkLst>
      </pc:sldChg>
      <pc:sldChg chg="modSp ord">
        <pc:chgData name="Chuck jee Chau (CSD)" userId="7aa7a09e-983f-4214-9e5a-071cbb678e81" providerId="ADAL" clId="{89C877F5-3E90-164E-B11B-D3A08120DB3B}" dt="2019-09-17T08:17:15.689" v="139" actId="20577"/>
        <pc:sldMkLst>
          <pc:docMk/>
          <pc:sldMk cId="2110856264" sldId="301"/>
        </pc:sldMkLst>
      </pc:sldChg>
      <pc:sldChg chg="modSp">
        <pc:chgData name="Chuck jee Chau (CSD)" userId="7aa7a09e-983f-4214-9e5a-071cbb678e81" providerId="ADAL" clId="{89C877F5-3E90-164E-B11B-D3A08120DB3B}" dt="2019-09-17T08:17:18.967" v="141" actId="20577"/>
        <pc:sldMkLst>
          <pc:docMk/>
          <pc:sldMk cId="4204601456" sldId="302"/>
        </pc:sldMkLst>
      </pc:sldChg>
      <pc:sldChg chg="modSp">
        <pc:chgData name="Chuck jee Chau (CSD)" userId="7aa7a09e-983f-4214-9e5a-071cbb678e81" providerId="ADAL" clId="{89C877F5-3E90-164E-B11B-D3A08120DB3B}" dt="2019-09-17T08:18:11.762" v="159" actId="20577"/>
        <pc:sldMkLst>
          <pc:docMk/>
          <pc:sldMk cId="2848364327" sldId="303"/>
        </pc:sldMkLst>
      </pc:sldChg>
      <pc:sldChg chg="modSp">
        <pc:chgData name="Chuck jee Chau (CSD)" userId="7aa7a09e-983f-4214-9e5a-071cbb678e81" providerId="ADAL" clId="{89C877F5-3E90-164E-B11B-D3A08120DB3B}" dt="2019-09-17T08:37:43.966" v="372" actId="113"/>
        <pc:sldMkLst>
          <pc:docMk/>
          <pc:sldMk cId="1960002503" sldId="311"/>
        </pc:sldMkLst>
      </pc:sldChg>
      <pc:sldChg chg="addSp modSp addCm delCm modCm">
        <pc:chgData name="Chuck jee Chau (CSD)" userId="7aa7a09e-983f-4214-9e5a-071cbb678e81" providerId="ADAL" clId="{89C877F5-3E90-164E-B11B-D3A08120DB3B}" dt="2019-09-20T07:10:33.653" v="529" actId="1592"/>
        <pc:sldMkLst>
          <pc:docMk/>
          <pc:sldMk cId="3338965574" sldId="314"/>
        </pc:sldMkLst>
      </pc:sldChg>
      <pc:sldChg chg="addSp modSp addCm delCm modCm">
        <pc:chgData name="Chuck jee Chau (CSD)" userId="7aa7a09e-983f-4214-9e5a-071cbb678e81" providerId="ADAL" clId="{89C877F5-3E90-164E-B11B-D3A08120DB3B}" dt="2019-09-17T08:43:18.440" v="498" actId="20577"/>
        <pc:sldMkLst>
          <pc:docMk/>
          <pc:sldMk cId="3552264314" sldId="316"/>
        </pc:sldMkLst>
      </pc:sldChg>
      <pc:sldChg chg="addSp delSp modSp modAnim addCm delCm modCm">
        <pc:chgData name="Chuck jee Chau (CSD)" userId="7aa7a09e-983f-4214-9e5a-071cbb678e81" providerId="ADAL" clId="{89C877F5-3E90-164E-B11B-D3A08120DB3B}" dt="2019-09-20T07:10:33.654" v="530" actId="1592"/>
        <pc:sldMkLst>
          <pc:docMk/>
          <pc:sldMk cId="1174206557" sldId="317"/>
        </pc:sldMkLst>
      </pc:sldChg>
      <pc:sldChg chg="modSp">
        <pc:chgData name="Chuck jee Chau (CSD)" userId="7aa7a09e-983f-4214-9e5a-071cbb678e81" providerId="ADAL" clId="{89C877F5-3E90-164E-B11B-D3A08120DB3B}" dt="2019-09-17T08:43:04.008" v="479" actId="20577"/>
        <pc:sldMkLst>
          <pc:docMk/>
          <pc:sldMk cId="1148178541" sldId="318"/>
        </pc:sldMkLst>
      </pc:sldChg>
      <pc:sldChg chg="modSp">
        <pc:chgData name="Chuck jee Chau (CSD)" userId="7aa7a09e-983f-4214-9e5a-071cbb678e81" providerId="ADAL" clId="{89C877F5-3E90-164E-B11B-D3A08120DB3B}" dt="2019-09-17T08:40:42.363" v="427" actId="14100"/>
        <pc:sldMkLst>
          <pc:docMk/>
          <pc:sldMk cId="79758550" sldId="320"/>
        </pc:sldMkLst>
      </pc:sldChg>
      <pc:sldChg chg="addSp delSp">
        <pc:chgData name="Chuck jee Chau (CSD)" userId="7aa7a09e-983f-4214-9e5a-071cbb678e81" providerId="ADAL" clId="{89C877F5-3E90-164E-B11B-D3A08120DB3B}" dt="2019-09-17T10:11:39.461" v="525"/>
        <pc:sldMkLst>
          <pc:docMk/>
          <pc:sldMk cId="1686404273" sldId="322"/>
        </pc:sldMkLst>
      </pc:sldChg>
    </pc:docChg>
  </pc:docChgLst>
  <pc:docChgLst>
    <pc:chgData name="Yuli Jiang (CSD)" userId="7c291cd4-aa97-4867-8d2d-ebf5c1c3b419" providerId="ADAL" clId="{52A7B9FF-49D6-4E9E-9753-C5D727667FF4}"/>
    <pc:docChg chg="undo redo custSel addSld delSld modSld modMainMaster modNotesMaster">
      <pc:chgData name="Yuli Jiang (CSD)" userId="7c291cd4-aa97-4867-8d2d-ebf5c1c3b419" providerId="ADAL" clId="{52A7B9FF-49D6-4E9E-9753-C5D727667FF4}" dt="2024-01-28T15:39:19.995" v="902" actId="123"/>
      <pc:docMkLst>
        <pc:docMk/>
      </pc:docMkLst>
      <pc:sldChg chg="modSp mod">
        <pc:chgData name="Yuli Jiang (CSD)" userId="7c291cd4-aa97-4867-8d2d-ebf5c1c3b419" providerId="ADAL" clId="{52A7B9FF-49D6-4E9E-9753-C5D727667FF4}" dt="2024-01-28T14:45:55.388" v="388"/>
        <pc:sldMkLst>
          <pc:docMk/>
          <pc:sldMk cId="0" sldId="256"/>
        </pc:sldMkLst>
      </pc:sldChg>
      <pc:sldChg chg="modSp mod">
        <pc:chgData name="Yuli Jiang (CSD)" userId="7c291cd4-aa97-4867-8d2d-ebf5c1c3b419" providerId="ADAL" clId="{52A7B9FF-49D6-4E9E-9753-C5D727667FF4}" dt="2024-01-28T14:46:35.914" v="390" actId="403"/>
        <pc:sldMkLst>
          <pc:docMk/>
          <pc:sldMk cId="452717289" sldId="257"/>
        </pc:sldMkLst>
      </pc:sldChg>
      <pc:sldChg chg="add del">
        <pc:chgData name="Yuli Jiang (CSD)" userId="7c291cd4-aa97-4867-8d2d-ebf5c1c3b419" providerId="ADAL" clId="{52A7B9FF-49D6-4E9E-9753-C5D727667FF4}" dt="2024-01-28T14:40:36.559" v="330" actId="2696"/>
        <pc:sldMkLst>
          <pc:docMk/>
          <pc:sldMk cId="3136977192" sldId="292"/>
        </pc:sldMkLst>
      </pc:sldChg>
      <pc:sldChg chg="modSp mod modNotes">
        <pc:chgData name="Yuli Jiang (CSD)" userId="7c291cd4-aa97-4867-8d2d-ebf5c1c3b419" providerId="ADAL" clId="{52A7B9FF-49D6-4E9E-9753-C5D727667FF4}" dt="2024-01-28T14:50:01.574" v="400" actId="207"/>
        <pc:sldMkLst>
          <pc:docMk/>
          <pc:sldMk cId="219770612" sldId="296"/>
        </pc:sldMkLst>
      </pc:sldChg>
      <pc:sldChg chg="modSp modNotes">
        <pc:chgData name="Yuli Jiang (CSD)" userId="7c291cd4-aa97-4867-8d2d-ebf5c1c3b419" providerId="ADAL" clId="{52A7B9FF-49D6-4E9E-9753-C5D727667FF4}" dt="2024-01-28T14:40:40.986" v="331"/>
        <pc:sldMkLst>
          <pc:docMk/>
          <pc:sldMk cId="21582805" sldId="297"/>
        </pc:sldMkLst>
      </pc:sldChg>
      <pc:sldChg chg="modSp mod modNotes">
        <pc:chgData name="Yuli Jiang (CSD)" userId="7c291cd4-aa97-4867-8d2d-ebf5c1c3b419" providerId="ADAL" clId="{52A7B9FF-49D6-4E9E-9753-C5D727667FF4}" dt="2024-01-28T14:53:04.272" v="421" actId="1076"/>
        <pc:sldMkLst>
          <pc:docMk/>
          <pc:sldMk cId="542192692" sldId="299"/>
        </pc:sldMkLst>
      </pc:sldChg>
      <pc:sldChg chg="modSp mod modNotes">
        <pc:chgData name="Yuli Jiang (CSD)" userId="7c291cd4-aa97-4867-8d2d-ebf5c1c3b419" providerId="ADAL" clId="{52A7B9FF-49D6-4E9E-9753-C5D727667FF4}" dt="2024-01-28T14:54:50.691" v="423" actId="1076"/>
        <pc:sldMkLst>
          <pc:docMk/>
          <pc:sldMk cId="2881607216" sldId="300"/>
        </pc:sldMkLst>
      </pc:sldChg>
      <pc:sldChg chg="modSp mod modNotes">
        <pc:chgData name="Yuli Jiang (CSD)" userId="7c291cd4-aa97-4867-8d2d-ebf5c1c3b419" providerId="ADAL" clId="{52A7B9FF-49D6-4E9E-9753-C5D727667FF4}" dt="2024-01-28T14:58:37.652" v="433" actId="207"/>
        <pc:sldMkLst>
          <pc:docMk/>
          <pc:sldMk cId="2110856264" sldId="301"/>
        </pc:sldMkLst>
      </pc:sldChg>
      <pc:sldChg chg="modSp mod modNotes">
        <pc:chgData name="Yuli Jiang (CSD)" userId="7c291cd4-aa97-4867-8d2d-ebf5c1c3b419" providerId="ADAL" clId="{52A7B9FF-49D6-4E9E-9753-C5D727667FF4}" dt="2024-01-28T14:59:15.633" v="435" actId="115"/>
        <pc:sldMkLst>
          <pc:docMk/>
          <pc:sldMk cId="4204601456" sldId="302"/>
        </pc:sldMkLst>
      </pc:sldChg>
      <pc:sldChg chg="addSp modSp mod">
        <pc:chgData name="Yuli Jiang (CSD)" userId="7c291cd4-aa97-4867-8d2d-ebf5c1c3b419" providerId="ADAL" clId="{52A7B9FF-49D6-4E9E-9753-C5D727667FF4}" dt="2024-01-28T15:18:33.086" v="462" actId="1076"/>
        <pc:sldMkLst>
          <pc:docMk/>
          <pc:sldMk cId="2848364327" sldId="303"/>
        </pc:sldMkLst>
      </pc:sldChg>
      <pc:sldChg chg="modSp">
        <pc:chgData name="Yuli Jiang (CSD)" userId="7c291cd4-aa97-4867-8d2d-ebf5c1c3b419" providerId="ADAL" clId="{52A7B9FF-49D6-4E9E-9753-C5D727667FF4}" dt="2024-01-28T14:40:40.986" v="331"/>
        <pc:sldMkLst>
          <pc:docMk/>
          <pc:sldMk cId="1960002503" sldId="311"/>
        </pc:sldMkLst>
      </pc:sldChg>
      <pc:sldChg chg="addSp modSp mod modAnim modNotes">
        <pc:chgData name="Yuli Jiang (CSD)" userId="7c291cd4-aa97-4867-8d2d-ebf5c1c3b419" providerId="ADAL" clId="{52A7B9FF-49D6-4E9E-9753-C5D727667FF4}" dt="2024-01-28T15:21:29.759" v="487" actId="1076"/>
        <pc:sldMkLst>
          <pc:docMk/>
          <pc:sldMk cId="3338965574" sldId="314"/>
        </pc:sldMkLst>
      </pc:sldChg>
      <pc:sldChg chg="addSp modSp mod">
        <pc:chgData name="Yuli Jiang (CSD)" userId="7c291cd4-aa97-4867-8d2d-ebf5c1c3b419" providerId="ADAL" clId="{52A7B9FF-49D6-4E9E-9753-C5D727667FF4}" dt="2024-01-28T15:23:31.899" v="555" actId="207"/>
        <pc:sldMkLst>
          <pc:docMk/>
          <pc:sldMk cId="3552264314" sldId="316"/>
        </pc:sldMkLst>
      </pc:sldChg>
      <pc:sldChg chg="modSp mod modAnim modNotes">
        <pc:chgData name="Yuli Jiang (CSD)" userId="7c291cd4-aa97-4867-8d2d-ebf5c1c3b419" providerId="ADAL" clId="{52A7B9FF-49D6-4E9E-9753-C5D727667FF4}" dt="2024-01-28T15:31:02.079" v="596" actId="14100"/>
        <pc:sldMkLst>
          <pc:docMk/>
          <pc:sldMk cId="1174206557" sldId="317"/>
        </pc:sldMkLst>
      </pc:sldChg>
      <pc:sldChg chg="addSp modSp mod modAnim modNotes">
        <pc:chgData name="Yuli Jiang (CSD)" userId="7c291cd4-aa97-4867-8d2d-ebf5c1c3b419" providerId="ADAL" clId="{52A7B9FF-49D6-4E9E-9753-C5D727667FF4}" dt="2024-01-28T15:39:19.995" v="902" actId="123"/>
        <pc:sldMkLst>
          <pc:docMk/>
          <pc:sldMk cId="1148178541" sldId="318"/>
        </pc:sldMkLst>
      </pc:sldChg>
      <pc:sldChg chg="modSp mod">
        <pc:chgData name="Yuli Jiang (CSD)" userId="7c291cd4-aa97-4867-8d2d-ebf5c1c3b419" providerId="ADAL" clId="{52A7B9FF-49D6-4E9E-9753-C5D727667FF4}" dt="2024-01-28T15:34:12.227" v="702" actId="27636"/>
        <pc:sldMkLst>
          <pc:docMk/>
          <pc:sldMk cId="1069267681" sldId="319"/>
        </pc:sldMkLst>
      </pc:sldChg>
      <pc:sldChg chg="modSp">
        <pc:chgData name="Yuli Jiang (CSD)" userId="7c291cd4-aa97-4867-8d2d-ebf5c1c3b419" providerId="ADAL" clId="{52A7B9FF-49D6-4E9E-9753-C5D727667FF4}" dt="2024-01-28T14:40:40.986" v="331"/>
        <pc:sldMkLst>
          <pc:docMk/>
          <pc:sldMk cId="79758550" sldId="320"/>
        </pc:sldMkLst>
      </pc:sldChg>
      <pc:sldChg chg="modSp">
        <pc:chgData name="Yuli Jiang (CSD)" userId="7c291cd4-aa97-4867-8d2d-ebf5c1c3b419" providerId="ADAL" clId="{52A7B9FF-49D6-4E9E-9753-C5D727667FF4}" dt="2024-01-28T14:40:40.986" v="331"/>
        <pc:sldMkLst>
          <pc:docMk/>
          <pc:sldMk cId="1686404273" sldId="322"/>
        </pc:sldMkLst>
      </pc:sldChg>
      <pc:sldChg chg="new del">
        <pc:chgData name="Yuli Jiang (CSD)" userId="7c291cd4-aa97-4867-8d2d-ebf5c1c3b419" providerId="ADAL" clId="{52A7B9FF-49D6-4E9E-9753-C5D727667FF4}" dt="2024-01-28T14:29:55.947" v="3" actId="47"/>
        <pc:sldMkLst>
          <pc:docMk/>
          <pc:sldMk cId="3932210282" sldId="324"/>
        </pc:sldMkLst>
      </pc:sldChg>
      <pc:sldChg chg="addSp delSp modSp add mod">
        <pc:chgData name="Yuli Jiang (CSD)" userId="7c291cd4-aa97-4867-8d2d-ebf5c1c3b419" providerId="ADAL" clId="{52A7B9FF-49D6-4E9E-9753-C5D727667FF4}" dt="2024-01-28T14:43:54.812" v="367" actId="1076"/>
        <pc:sldMkLst>
          <pc:docMk/>
          <pc:sldMk cId="286734451" sldId="335"/>
        </pc:sldMkLst>
      </pc:sldChg>
      <pc:sldMasterChg chg="modSp modSldLayout">
        <pc:chgData name="Yuli Jiang (CSD)" userId="7c291cd4-aa97-4867-8d2d-ebf5c1c3b419" providerId="ADAL" clId="{52A7B9FF-49D6-4E9E-9753-C5D727667FF4}" dt="2024-01-28T14:40:40.986" v="331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52A7B9FF-49D6-4E9E-9753-C5D727667FF4}" dt="2024-01-28T14:40:40.986" v="331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52A7B9FF-49D6-4E9E-9753-C5D727667FF4}" dt="2024-01-28T14:40:40.986" v="331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52A7B9FF-49D6-4E9E-9753-C5D727667FF4}" dt="2024-01-28T14:40:40.986" v="331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8EDD3453-1B5C-0B9C-B920-8C57A45CAB4C}"/>
    <pc:docChg chg="modSld">
      <pc:chgData name="William Hui (IEG)" userId="S::kyhui@cuhk.edu.hk::07728535-8fdc-4325-b24f-20cc4d58a3a3" providerId="AD" clId="Web-{8EDD3453-1B5C-0B9C-B920-8C57A45CAB4C}" dt="2019-09-20T02:21:30.540" v="4" actId="20577"/>
      <pc:docMkLst>
        <pc:docMk/>
      </pc:docMkLst>
      <pc:sldChg chg="modSp addCm">
        <pc:chgData name="William Hui (IEG)" userId="S::kyhui@cuhk.edu.hk::07728535-8fdc-4325-b24f-20cc4d58a3a3" providerId="AD" clId="Web-{8EDD3453-1B5C-0B9C-B920-8C57A45CAB4C}" dt="2019-09-20T02:21:30.540" v="3" actId="20577"/>
        <pc:sldMkLst>
          <pc:docMk/>
          <pc:sldMk cId="219770612" sldId="296"/>
        </pc:sldMkLst>
      </pc:sldChg>
    </pc:docChg>
  </pc:docChgLst>
  <pc:docChgLst>
    <pc:chgData name="Yim Pan Chui, Dr. (CSD)" userId="06f431c5-cc1a-4439-a61b-5f3af947c103" providerId="ADAL" clId="{AB50A52B-E09B-4731-B93B-38F60B6D20A0}"/>
    <pc:docChg chg="modSld">
      <pc:chgData name="Yim Pan Chui, Dr. (CSD)" userId="06f431c5-cc1a-4439-a61b-5f3af947c103" providerId="ADAL" clId="{AB50A52B-E09B-4731-B93B-38F60B6D20A0}" dt="2024-01-26T02:55:12.937" v="19" actId="2711"/>
      <pc:docMkLst>
        <pc:docMk/>
      </pc:docMkLst>
      <pc:sldChg chg="modSp mod">
        <pc:chgData name="Yim Pan Chui, Dr. (CSD)" userId="06f431c5-cc1a-4439-a61b-5f3af947c103" providerId="ADAL" clId="{AB50A52B-E09B-4731-B93B-38F60B6D20A0}" dt="2024-01-26T02:51:47.151" v="10" actId="2711"/>
        <pc:sldMkLst>
          <pc:docMk/>
          <pc:sldMk cId="542192692" sldId="299"/>
        </pc:sldMkLst>
      </pc:sldChg>
      <pc:sldChg chg="modSp mod">
        <pc:chgData name="Yim Pan Chui, Dr. (CSD)" userId="06f431c5-cc1a-4439-a61b-5f3af947c103" providerId="ADAL" clId="{AB50A52B-E09B-4731-B93B-38F60B6D20A0}" dt="2024-01-26T02:54:56.147" v="18" actId="403"/>
        <pc:sldMkLst>
          <pc:docMk/>
          <pc:sldMk cId="1960002503" sldId="311"/>
        </pc:sldMkLst>
      </pc:sldChg>
      <pc:sldChg chg="modSp mod">
        <pc:chgData name="Yim Pan Chui, Dr. (CSD)" userId="06f431c5-cc1a-4439-a61b-5f3af947c103" providerId="ADAL" clId="{AB50A52B-E09B-4731-B93B-38F60B6D20A0}" dt="2024-01-26T02:53:45.368" v="12" actId="2711"/>
        <pc:sldMkLst>
          <pc:docMk/>
          <pc:sldMk cId="3338965574" sldId="314"/>
        </pc:sldMkLst>
      </pc:sldChg>
      <pc:sldChg chg="modSp mod">
        <pc:chgData name="Yim Pan Chui, Dr. (CSD)" userId="06f431c5-cc1a-4439-a61b-5f3af947c103" providerId="ADAL" clId="{AB50A52B-E09B-4731-B93B-38F60B6D20A0}" dt="2024-01-26T02:54:08.497" v="14" actId="2711"/>
        <pc:sldMkLst>
          <pc:docMk/>
          <pc:sldMk cId="3552264314" sldId="316"/>
        </pc:sldMkLst>
      </pc:sldChg>
      <pc:sldChg chg="modSp mod">
        <pc:chgData name="Yim Pan Chui, Dr. (CSD)" userId="06f431c5-cc1a-4439-a61b-5f3af947c103" providerId="ADAL" clId="{AB50A52B-E09B-4731-B93B-38F60B6D20A0}" dt="2024-01-26T02:54:35.359" v="16" actId="2711"/>
        <pc:sldMkLst>
          <pc:docMk/>
          <pc:sldMk cId="1174206557" sldId="317"/>
        </pc:sldMkLst>
      </pc:sldChg>
      <pc:sldChg chg="modSp mod">
        <pc:chgData name="Yim Pan Chui, Dr. (CSD)" userId="06f431c5-cc1a-4439-a61b-5f3af947c103" providerId="ADAL" clId="{AB50A52B-E09B-4731-B93B-38F60B6D20A0}" dt="2024-01-26T02:55:12.937" v="19" actId="2711"/>
        <pc:sldMkLst>
          <pc:docMk/>
          <pc:sldMk cId="79758550" sldId="3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48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16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0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54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1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Using</a:t>
            </a:r>
            <a:r>
              <a:rPr lang="en-US" b="0" baseline="0"/>
              <a:t> </a:t>
            </a:r>
            <a:r>
              <a:rPr lang="en-US" b="0" u="sng" baseline="0" err="1"/>
              <a:t>int</a:t>
            </a:r>
            <a:r>
              <a:rPr lang="en-US" b="0" baseline="0"/>
              <a:t> type instead of </a:t>
            </a:r>
            <a:r>
              <a:rPr lang="en-US" b="0" u="sng" baseline="0"/>
              <a:t>char</a:t>
            </a:r>
            <a:r>
              <a:rPr lang="en-US" b="0" baseline="0"/>
              <a:t> type will be better as the range of char is only from -128 to 127.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04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57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8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8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19888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" y="1066800"/>
            <a:ext cx="11988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911" y="914400"/>
            <a:ext cx="6006557" cy="565467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b="1" dirty="0">
                <a:ea typeface="新細明體" charset="-120"/>
              </a:rPr>
              <a:t>Data type</a:t>
            </a:r>
          </a:p>
          <a:p>
            <a:pPr marL="857250" lvl="1" indent="-457200">
              <a:lnSpc>
                <a:spcPct val="80000"/>
              </a:lnSpc>
              <a:spcBef>
                <a:spcPts val="0"/>
              </a:spcBef>
            </a:pPr>
            <a:r>
              <a:rPr lang="en-US" altLang="zh-CN" sz="2800" dirty="0">
                <a:ea typeface="新細明體" charset="-120"/>
              </a:rPr>
              <a:t>i</a:t>
            </a:r>
            <a:r>
              <a:rPr lang="en-US" altLang="zh-TW" sz="2800" dirty="0">
                <a:ea typeface="新細明體" charset="-120"/>
              </a:rPr>
              <a:t>nt “</a:t>
            </a:r>
            <a:r>
              <a:rPr lang="en-US" altLang="zh-TW" sz="2800" b="1" dirty="0">
                <a:solidFill>
                  <a:srgbClr val="C00000"/>
                </a:solidFill>
                <a:ea typeface="新細明體" charset="-120"/>
              </a:rPr>
              <a:t>%d</a:t>
            </a:r>
            <a:r>
              <a:rPr lang="en-US" altLang="zh-TW" sz="2800" dirty="0">
                <a:ea typeface="新細明體" charset="-120"/>
              </a:rPr>
              <a:t>” </a:t>
            </a:r>
          </a:p>
          <a:p>
            <a:pPr marL="857250" lvl="1" indent="-457200">
              <a:lnSpc>
                <a:spcPct val="80000"/>
              </a:lnSpc>
              <a:spcBef>
                <a:spcPts val="0"/>
              </a:spcBef>
            </a:pPr>
            <a:r>
              <a:rPr lang="en-US" altLang="zh-TW" sz="2800" dirty="0">
                <a:ea typeface="新細明體" charset="-120"/>
              </a:rPr>
              <a:t>double</a:t>
            </a:r>
          </a:p>
          <a:p>
            <a:pPr marL="1257300" lvl="2" indent="-457200">
              <a:lnSpc>
                <a:spcPct val="80000"/>
              </a:lnSpc>
              <a:spcBef>
                <a:spcPts val="0"/>
              </a:spcBef>
            </a:pPr>
            <a:r>
              <a:rPr lang="en-US" altLang="zh-TW" sz="2400" dirty="0" err="1">
                <a:ea typeface="新細明體" charset="-120"/>
              </a:rPr>
              <a:t>scanf</a:t>
            </a:r>
            <a:r>
              <a:rPr lang="en-US" altLang="zh-TW" sz="2400" dirty="0">
                <a:ea typeface="新細明體" charset="-120"/>
              </a:rPr>
              <a:t>(</a:t>
            </a:r>
            <a:r>
              <a:rPr lang="en-US" altLang="zh-TW" sz="2400" b="1" dirty="0">
                <a:solidFill>
                  <a:srgbClr val="C00000"/>
                </a:solidFill>
                <a:ea typeface="新細明體" charset="-120"/>
              </a:rPr>
              <a:t>“%</a:t>
            </a:r>
            <a:r>
              <a:rPr lang="en-US" altLang="zh-TW" sz="2400" b="1" dirty="0" err="1">
                <a:solidFill>
                  <a:srgbClr val="C00000"/>
                </a:solidFill>
                <a:ea typeface="新細明體" charset="-120"/>
              </a:rPr>
              <a:t>lf</a:t>
            </a:r>
            <a:r>
              <a:rPr lang="en-US" altLang="zh-TW" sz="2400" b="1" dirty="0">
                <a:solidFill>
                  <a:srgbClr val="C00000"/>
                </a:solidFill>
                <a:ea typeface="新細明體" charset="-120"/>
              </a:rPr>
              <a:t>”,&amp;</a:t>
            </a:r>
            <a:r>
              <a:rPr lang="en-US" altLang="zh-TW" sz="2400" dirty="0">
                <a:ea typeface="新細明體" charset="-120"/>
              </a:rPr>
              <a:t>a)</a:t>
            </a:r>
          </a:p>
          <a:p>
            <a:pPr marL="1257300" lvl="2" indent="-457200">
              <a:lnSpc>
                <a:spcPct val="80000"/>
              </a:lnSpc>
              <a:spcBef>
                <a:spcPts val="0"/>
              </a:spcBef>
            </a:pPr>
            <a:r>
              <a:rPr lang="en-US" altLang="zh-TW" sz="2800" dirty="0">
                <a:ea typeface="新細明體" charset="-120"/>
              </a:rPr>
              <a:t>“%f” in </a:t>
            </a:r>
            <a:r>
              <a:rPr lang="en-US" altLang="zh-TW" sz="2800" dirty="0" err="1">
                <a:ea typeface="新細明體" charset="-120"/>
              </a:rPr>
              <a:t>printf</a:t>
            </a:r>
            <a:r>
              <a:rPr lang="en-US" altLang="zh-TW" sz="2800" dirty="0">
                <a:ea typeface="新細明體" charset="-120"/>
              </a:rPr>
              <a:t>(…)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altLang="zh-CN" sz="2800" dirty="0"/>
              <a:t>Bool</a:t>
            </a:r>
          </a:p>
          <a:p>
            <a:pPr lvl="2">
              <a:lnSpc>
                <a:spcPct val="80000"/>
              </a:lnSpc>
              <a:spcBef>
                <a:spcPts val="0"/>
              </a:spcBef>
            </a:pPr>
            <a:r>
              <a:rPr lang="en-US" altLang="zh-TW" sz="2400" dirty="0"/>
              <a:t>“%d” in </a:t>
            </a:r>
            <a:r>
              <a:rPr lang="en-US" altLang="zh-TW" sz="2400" dirty="0" err="1"/>
              <a:t>printf</a:t>
            </a:r>
            <a:r>
              <a:rPr lang="en-US" altLang="zh-TW" sz="2400" dirty="0"/>
              <a:t>(…), </a:t>
            </a:r>
            <a:r>
              <a:rPr lang="en-US" altLang="zh-CN" sz="2400" dirty="0"/>
              <a:t>true (1), false (0)</a:t>
            </a:r>
          </a:p>
          <a:p>
            <a:pPr lvl="2">
              <a:lnSpc>
                <a:spcPct val="80000"/>
              </a:lnSpc>
              <a:spcBef>
                <a:spcPts val="0"/>
              </a:spcBef>
            </a:pPr>
            <a:r>
              <a:rPr lang="en-US" altLang="zh-TW" sz="2400" dirty="0"/>
              <a:t>0 is true, non-zero is false</a:t>
            </a:r>
          </a:p>
          <a:p>
            <a:r>
              <a:rPr lang="en-US" altLang="zh-CN" sz="3200" b="1" dirty="0">
                <a:ea typeface="新細明體" charset="-120"/>
              </a:rPr>
              <a:t>if-else Statement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5" name="Group 55">
            <a:extLst>
              <a:ext uri="{FF2B5EF4-FFF2-40B4-BE49-F238E27FC236}">
                <a16:creationId xmlns:a16="http://schemas.microsoft.com/office/drawing/2014/main" id="{C9BEDC16-A503-EC93-430C-8BAA807F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377636"/>
              </p:ext>
            </p:extLst>
          </p:nvPr>
        </p:nvGraphicFramePr>
        <p:xfrm>
          <a:off x="6869723" y="582655"/>
          <a:ext cx="5057422" cy="5692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Associativity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Precedence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endParaRPr kumimoji="0" lang="en-US" altLang="zh-TW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Highest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(unary 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(unary)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!(Not)</a:t>
                      </a:r>
                      <a:endParaRPr kumimoji="0" lang="en-US" altLang="zh-TW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    </a:t>
                      </a:r>
                      <a:r>
                        <a:rPr kumimoji="0" lang="en-US" altLang="zh-TW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    %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     -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     &lt;=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     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==    !=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&amp;&amp; (and)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|| (or)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    +=    -=    *=    /=    </a:t>
                      </a: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etc.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Lowest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4EFDAC-44C0-6E7F-4089-29F18D986F42}"/>
              </a:ext>
            </a:extLst>
          </p:cNvPr>
          <p:cNvSpPr txBox="1"/>
          <p:nvPr/>
        </p:nvSpPr>
        <p:spPr>
          <a:xfrm>
            <a:off x="4599547" y="1116693"/>
            <a:ext cx="1966666" cy="16521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charset="-120"/>
                <a:cs typeface="+mn-cs"/>
              </a:rPr>
              <a:t>1/2   -&gt;  0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新細明體" charset="-120"/>
              </a:rPr>
              <a:t>1./0  -&gt; 0.5</a:t>
            </a:r>
          </a:p>
          <a:p>
            <a:pPr>
              <a:lnSpc>
                <a:spcPct val="80000"/>
              </a:lnSpc>
            </a:pPr>
            <a:endParaRPr lang="en-US" altLang="zh-CN" sz="1400" b="1" dirty="0">
              <a:solidFill>
                <a:prstClr val="black"/>
              </a:solidFill>
              <a:latin typeface="Calibri"/>
              <a:ea typeface="新細明體" charset="-120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新細明體" charset="-120"/>
              </a:rPr>
              <a:t>x&lt;y&lt;z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新細明體" charset="-120"/>
              </a:rPr>
              <a:t>x&lt;y&amp;&amp;y&lt;z</a:t>
            </a:r>
            <a:endParaRPr lang="zh-CN" alt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2F400-B34A-3E2F-66D3-D7F0C26BE895}"/>
              </a:ext>
            </a:extLst>
          </p:cNvPr>
          <p:cNvSpPr txBox="1"/>
          <p:nvPr/>
        </p:nvSpPr>
        <p:spPr>
          <a:xfrm>
            <a:off x="7366270" y="-16158"/>
            <a:ext cx="4216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charset="-120"/>
                <a:cs typeface="+mn-cs"/>
              </a:rPr>
              <a:t>Operator Precedence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207D40-EAA0-957D-9E1F-AA01B7932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138" y="4200807"/>
            <a:ext cx="3648075" cy="194731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ts val="12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){</a:t>
            </a: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statement(s)_1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else{</a:t>
            </a: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statement(s)_2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endParaRPr lang="en-US" altLang="zh-TW" sz="240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7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673445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534400" cy="289877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b="1" dirty="0"/>
              <a:t>Characters</a:t>
            </a:r>
            <a:br>
              <a:rPr lang="en-US" altLang="zh-TW" sz="8000" b="1" dirty="0"/>
            </a:br>
            <a:r>
              <a:rPr lang="en-US" altLang="zh-TW" sz="8000" b="1" dirty="0"/>
              <a:t>(</a:t>
            </a:r>
            <a:r>
              <a:rPr lang="zh-CN" altLang="en-US" sz="8000" b="1" dirty="0"/>
              <a:t>字符</a:t>
            </a:r>
            <a:r>
              <a:rPr lang="en-US" altLang="zh-TW" sz="8000" b="1" dirty="0"/>
              <a:t>)</a:t>
            </a:r>
            <a:br>
              <a:rPr lang="en-US" altLang="zh-TW" sz="8000" b="1" dirty="0"/>
            </a:br>
            <a:r>
              <a:rPr lang="en-US" altLang="zh-TW" sz="7300" dirty="0"/>
              <a:t>‘a’  ‘b’  ‘c’  ‘@’  ‘$’  ‘1’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Character Representation in C Language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Reading/Writing Characters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Character Operations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Appendix: Built-in Character-Related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1. Introduction</a:t>
            </a:r>
            <a:endParaRPr lang="en-US" altLang="zh-TW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332" y="2590801"/>
            <a:ext cx="10476089" cy="3679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A character (a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char</a:t>
            </a:r>
            <a:r>
              <a:rPr lang="en-US" altLang="zh-TW" dirty="0">
                <a:ea typeface="新細明體" pitchFamily="18" charset="-120"/>
              </a:rPr>
              <a:t>-type value) is represented as an </a:t>
            </a:r>
            <a:r>
              <a:rPr lang="en-US" altLang="zh-TW" b="1" u="sng" dirty="0">
                <a:solidFill>
                  <a:srgbClr val="C00000"/>
                </a:solidFill>
                <a:ea typeface="新細明體" pitchFamily="18" charset="-120"/>
              </a:rPr>
              <a:t>8-bit</a:t>
            </a:r>
            <a:r>
              <a:rPr lang="en-US" altLang="zh-TW" dirty="0">
                <a:ea typeface="新細明體" pitchFamily="18" charset="-120"/>
              </a:rPr>
              <a:t> integer that corresponds to the </a:t>
            </a:r>
            <a:r>
              <a:rPr lang="en-US" altLang="zh-TW" b="1" u="sng" dirty="0">
                <a:ea typeface="新細明體" pitchFamily="18" charset="-120"/>
              </a:rPr>
              <a:t>ASCII code </a:t>
            </a:r>
            <a:r>
              <a:rPr lang="en-US" altLang="zh-TW" dirty="0">
                <a:ea typeface="新細明體" pitchFamily="18" charset="-120"/>
              </a:rPr>
              <a:t>of the character.</a:t>
            </a:r>
          </a:p>
          <a:p>
            <a:pPr eaLnBrk="1" hangingPunct="1"/>
            <a:endParaRPr lang="en-US" altLang="zh-TW" sz="2000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A character constant (in a C source file) is </a:t>
            </a:r>
            <a:r>
              <a:rPr lang="en-US" altLang="zh-TW" u="sng" dirty="0">
                <a:ea typeface="新細明體" pitchFamily="18" charset="-120"/>
              </a:rPr>
              <a:t>enclosed by </a:t>
            </a:r>
            <a:r>
              <a:rPr lang="en-US" altLang="zh-TW" b="1" u="sng" dirty="0">
                <a:solidFill>
                  <a:srgbClr val="C00000"/>
                </a:solidFill>
                <a:ea typeface="新細明體" pitchFamily="18" charset="-120"/>
              </a:rPr>
              <a:t>a single quote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800" dirty="0">
                <a:ea typeface="新細明體" pitchFamily="18" charset="-120"/>
              </a:rPr>
              <a:t>'A' – This is a </a:t>
            </a:r>
            <a:r>
              <a:rPr lang="en-US" altLang="zh-TW" sz="2800" u="sng" dirty="0">
                <a:ea typeface="新細明體" pitchFamily="18" charset="-120"/>
              </a:rPr>
              <a:t>character</a:t>
            </a:r>
            <a:r>
              <a:rPr lang="en-US" altLang="zh-TW" sz="2800" dirty="0">
                <a:ea typeface="新細明體" pitchFamily="18" charset="-120"/>
              </a:rPr>
              <a:t>  (a value of type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800" dirty="0">
                <a:ea typeface="新細明體" pitchFamily="18" charset="-120"/>
              </a:rPr>
              <a:t>).</a:t>
            </a:r>
            <a:endParaRPr lang="en-US" altLang="zh-TW" sz="2800" dirty="0">
              <a:ea typeface="新細明體" pitchFamily="18" charset="-120"/>
              <a:cs typeface="Calibri"/>
            </a:endParaRPr>
          </a:p>
          <a:p>
            <a:pPr lvl="1"/>
            <a:r>
              <a:rPr lang="en-US" altLang="zh-TW" sz="2800" dirty="0">
                <a:ea typeface="新細明體"/>
              </a:rPr>
              <a:t>"A" – This is a </a:t>
            </a:r>
            <a:r>
              <a:rPr lang="en-US" altLang="zh-TW" sz="2800" u="sng" dirty="0">
                <a:ea typeface="新細明體"/>
              </a:rPr>
              <a:t>string</a:t>
            </a:r>
            <a:r>
              <a:rPr lang="en-US" altLang="zh-TW" sz="2800" dirty="0">
                <a:ea typeface="新細明體"/>
              </a:rPr>
              <a:t> with one character. (A string is a sequence of characters.)</a:t>
            </a:r>
            <a:endParaRPr lang="en-US" altLang="zh-TW" sz="2800" dirty="0">
              <a:ea typeface="新細明體"/>
              <a:cs typeface="Calibri"/>
            </a:endParaRPr>
          </a:p>
          <a:p>
            <a:pPr marL="457200" lvl="1" indent="0">
              <a:buNone/>
            </a:pP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0" y="1219200"/>
            <a:ext cx="1828800" cy="12954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1"/>
                </a:solidFill>
                <a:latin typeface="Consolas" pitchFamily="49" charset="0"/>
              </a:rPr>
              <a:t>char</a:t>
            </a:r>
            <a:r>
              <a:rPr lang="en-US" sz="2400" b="1" dirty="0">
                <a:latin typeface="Consolas" pitchFamily="49" charset="0"/>
              </a:rPr>
              <a:t> </a:t>
            </a:r>
            <a:r>
              <a:rPr lang="en-US" sz="2400" b="1" dirty="0" err="1">
                <a:latin typeface="Consolas" pitchFamily="49" charset="0"/>
              </a:rPr>
              <a:t>ch</a:t>
            </a:r>
            <a:r>
              <a:rPr lang="en-US" sz="2400" b="1" dirty="0">
                <a:latin typeface="Consolas" pitchFamily="49" charset="0"/>
              </a:rPr>
              <a:t>;</a:t>
            </a:r>
          </a:p>
          <a:p>
            <a:r>
              <a:rPr lang="en-US" sz="2400" b="1" dirty="0" err="1">
                <a:latin typeface="Consolas" pitchFamily="49" charset="0"/>
              </a:rPr>
              <a:t>ch</a:t>
            </a:r>
            <a:r>
              <a:rPr lang="en-US" sz="2400" b="1" dirty="0">
                <a:latin typeface="Consolas" pitchFamily="49" charset="0"/>
              </a:rPr>
              <a:t> = </a:t>
            </a:r>
            <a:r>
              <a:rPr lang="en-US" sz="2400" b="1" dirty="0">
                <a:solidFill>
                  <a:schemeClr val="accent5"/>
                </a:solidFill>
                <a:latin typeface="Consolas" pitchFamily="49" charset="0"/>
              </a:rPr>
              <a:t>'A'</a:t>
            </a:r>
            <a:r>
              <a:rPr lang="en-US" sz="2400" b="1" dirty="0">
                <a:latin typeface="Consolas" pitchFamily="49" charset="0"/>
              </a:rPr>
              <a:t>;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E77891-26C7-0047-9113-326C2005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06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4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35132"/>
              </p:ext>
            </p:extLst>
          </p:nvPr>
        </p:nvGraphicFramePr>
        <p:xfrm>
          <a:off x="2807495" y="990600"/>
          <a:ext cx="6705599" cy="5090160"/>
        </p:xfrm>
        <a:graphic>
          <a:graphicData uri="http://schemas.openxmlformats.org/drawingml/2006/table">
            <a:tbl>
              <a:tblPr/>
              <a:tblGrid>
                <a:gridCol w="60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7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45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ESC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5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[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\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`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{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279" name="Text Box 209"/>
          <p:cNvSpPr txBox="1">
            <a:spLocks noChangeArrowheads="1"/>
          </p:cNvSpPr>
          <p:nvPr/>
        </p:nvSpPr>
        <p:spPr bwMode="auto">
          <a:xfrm>
            <a:off x="4984751" y="168276"/>
            <a:ext cx="20842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3200">
                <a:latin typeface="+mj-lt"/>
                <a:ea typeface="新細明體" pitchFamily="18" charset="-120"/>
              </a:rPr>
              <a:t>ASCII Chart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C99999A-1ADA-7547-AB34-AC65A03E492F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6232525"/>
            <a:ext cx="4343400" cy="457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For example, ASCII code of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is 65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AB60A273-A840-4547-9ED0-E5CF6C7592D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477000" y="3733801"/>
            <a:ext cx="304800" cy="27273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14B65271-F8BE-7D49-9EE4-32337CA6E5EF}"/>
              </a:ext>
            </a:extLst>
          </p:cNvPr>
          <p:cNvSpPr/>
          <p:nvPr/>
        </p:nvSpPr>
        <p:spPr>
          <a:xfrm>
            <a:off x="9538855" y="1295400"/>
            <a:ext cx="228600" cy="1143000"/>
          </a:xfrm>
          <a:prstGeom prst="righ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E8A0C-AB0D-584B-A105-7D7C85C609C8}"/>
              </a:ext>
            </a:extLst>
          </p:cNvPr>
          <p:cNvSpPr txBox="1"/>
          <p:nvPr/>
        </p:nvSpPr>
        <p:spPr>
          <a:xfrm>
            <a:off x="9655135" y="1574513"/>
            <a:ext cx="1057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i="1"/>
              <a:t>Special</a:t>
            </a:r>
            <a:br>
              <a:rPr lang="en-GB" sz="1600" i="1"/>
            </a:br>
            <a:r>
              <a:rPr lang="en-GB" sz="1600" i="1"/>
              <a:t>characters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4CAA371-914E-F540-876A-FACBFD7F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8FB574-6354-9B14-D941-70AEA2B2B603}"/>
              </a:ext>
            </a:extLst>
          </p:cNvPr>
          <p:cNvSpPr/>
          <p:nvPr/>
        </p:nvSpPr>
        <p:spPr>
          <a:xfrm>
            <a:off x="2801010" y="3536816"/>
            <a:ext cx="486383" cy="393970"/>
          </a:xfrm>
          <a:prstGeom prst="round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C3144F-47C8-AFBE-BFBE-5ECD99DA2E22}"/>
              </a:ext>
            </a:extLst>
          </p:cNvPr>
          <p:cNvSpPr/>
          <p:nvPr/>
        </p:nvSpPr>
        <p:spPr>
          <a:xfrm>
            <a:off x="6453746" y="990600"/>
            <a:ext cx="486383" cy="393970"/>
          </a:xfrm>
          <a:prstGeom prst="round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6DEBBD-5EA4-C7B1-5575-7A0D7E24D15C}"/>
              </a:ext>
            </a:extLst>
          </p:cNvPr>
          <p:cNvSpPr/>
          <p:nvPr/>
        </p:nvSpPr>
        <p:spPr>
          <a:xfrm>
            <a:off x="6453190" y="3542492"/>
            <a:ext cx="486383" cy="393970"/>
          </a:xfrm>
          <a:prstGeom prst="round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28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>
                <a:ea typeface="新細明體" pitchFamily="18" charset="-120"/>
              </a:rPr>
              <a:t>Special characters shown in the previous slide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623" y="1082676"/>
            <a:ext cx="10385777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							</a:t>
            </a:r>
            <a:endParaRPr lang="en-US" altLang="zh-TW" sz="2400" b="1" u="sng" dirty="0">
              <a:ea typeface="新細明體" pitchFamily="18" charset="-120"/>
            </a:endParaRP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u="sng" dirty="0">
                <a:ea typeface="新細明體" pitchFamily="18" charset="-120"/>
              </a:rPr>
              <a:t>Symbol</a:t>
            </a:r>
            <a:r>
              <a:rPr lang="en-US" altLang="zh-TW" sz="2400" b="1" dirty="0">
                <a:ea typeface="新細明體" pitchFamily="18" charset="-120"/>
              </a:rPr>
              <a:t>		</a:t>
            </a:r>
            <a:r>
              <a:rPr lang="en-US" altLang="zh-TW" sz="2400" b="1" u="sng" dirty="0">
                <a:ea typeface="新細明體" pitchFamily="18" charset="-120"/>
              </a:rPr>
              <a:t>ASCII</a:t>
            </a:r>
            <a:r>
              <a:rPr lang="en-US" altLang="zh-TW" sz="2400" dirty="0">
                <a:ea typeface="新細明體" pitchFamily="18" charset="-120"/>
              </a:rPr>
              <a:t>	</a:t>
            </a:r>
            <a:r>
              <a:rPr lang="en-US" altLang="zh-TW" sz="2400" b="1" u="sng" dirty="0">
                <a:ea typeface="新細明體" pitchFamily="18" charset="-120"/>
              </a:rPr>
              <a:t>Description</a:t>
            </a:r>
            <a:r>
              <a:rPr lang="en-US" altLang="zh-TW" sz="2400" b="1" dirty="0">
                <a:ea typeface="新細明體" pitchFamily="18" charset="-120"/>
              </a:rPr>
              <a:t> 		</a:t>
            </a:r>
            <a:r>
              <a:rPr lang="en-US" altLang="zh-TW" sz="2400" b="1" u="sng" dirty="0">
                <a:ea typeface="新細明體" pitchFamily="18" charset="-120"/>
              </a:rPr>
              <a:t>Escaped  characters in C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dirty="0">
                <a:ea typeface="新細明體" pitchFamily="18" charset="-120"/>
              </a:rPr>
              <a:t>NUL		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400" b="1" dirty="0">
                <a:ea typeface="新細明體" pitchFamily="18" charset="-120"/>
              </a:rPr>
              <a:t>	</a:t>
            </a:r>
            <a:r>
              <a:rPr lang="en-US" altLang="zh-TW" sz="2400" b="1" dirty="0">
                <a:solidFill>
                  <a:srgbClr val="0000FF"/>
                </a:solidFill>
                <a:ea typeface="新細明體" pitchFamily="18" charset="-120"/>
              </a:rPr>
              <a:t>null character	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'\0'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BEL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7</a:t>
            </a:r>
            <a:r>
              <a:rPr lang="en-US" altLang="zh-TW" sz="2400" dirty="0">
                <a:ea typeface="新細明體" pitchFamily="18" charset="-120"/>
              </a:rPr>
              <a:t>	Bell (Cause a beep)</a:t>
            </a:r>
            <a:r>
              <a:rPr lang="en-US" altLang="zh-TW" sz="2400" b="1" dirty="0">
                <a:ea typeface="新細明體" pitchFamily="18" charset="-120"/>
              </a:rPr>
              <a:t>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'\a'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BS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8</a:t>
            </a:r>
            <a:r>
              <a:rPr lang="en-US" altLang="zh-TW" sz="2400" dirty="0">
                <a:ea typeface="新細明體" pitchFamily="18" charset="-120"/>
              </a:rPr>
              <a:t>	Backspace</a:t>
            </a:r>
            <a:r>
              <a:rPr lang="en-US" altLang="zh-TW" sz="2400" b="1" dirty="0">
                <a:ea typeface="新細明體" pitchFamily="18" charset="-120"/>
              </a:rPr>
              <a:t>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'\b'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dirty="0">
                <a:ea typeface="新細明體" pitchFamily="18" charset="-120"/>
              </a:rPr>
              <a:t>HT		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9</a:t>
            </a:r>
            <a:r>
              <a:rPr lang="en-US" altLang="zh-TW" sz="2400" b="1" dirty="0">
                <a:ea typeface="新細明體" pitchFamily="18" charset="-120"/>
              </a:rPr>
              <a:t>	</a:t>
            </a:r>
            <a:r>
              <a:rPr lang="en-US" altLang="zh-TW" sz="2400" b="1" dirty="0">
                <a:solidFill>
                  <a:srgbClr val="0000FF"/>
                </a:solidFill>
                <a:ea typeface="新細明體" pitchFamily="18" charset="-120"/>
              </a:rPr>
              <a:t>Horizontal Tab	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'\t'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dirty="0">
                <a:ea typeface="新細明體" pitchFamily="18" charset="-120"/>
              </a:rPr>
              <a:t>LF			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10</a:t>
            </a:r>
            <a:r>
              <a:rPr lang="en-US" altLang="zh-TW" sz="2400" b="1" dirty="0">
                <a:ea typeface="新細明體" pitchFamily="18" charset="-120"/>
              </a:rPr>
              <a:t>	</a:t>
            </a:r>
            <a:r>
              <a:rPr lang="en-US" altLang="zh-TW" sz="2400" b="1" dirty="0">
                <a:solidFill>
                  <a:srgbClr val="0000FF"/>
                </a:solidFill>
                <a:ea typeface="新細明體" pitchFamily="18" charset="-120"/>
              </a:rPr>
              <a:t>Line feed (New line)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'\n'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VT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11</a:t>
            </a:r>
            <a:r>
              <a:rPr lang="en-US" altLang="zh-TW" sz="2400" dirty="0">
                <a:ea typeface="新細明體" pitchFamily="18" charset="-120"/>
              </a:rPr>
              <a:t>	Vertical Tab</a:t>
            </a:r>
            <a:r>
              <a:rPr lang="en-US" altLang="zh-TW" sz="2400" b="1" dirty="0">
                <a:ea typeface="新細明體" pitchFamily="18" charset="-120"/>
              </a:rPr>
              <a:t>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'\v'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FF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12</a:t>
            </a:r>
            <a:r>
              <a:rPr lang="en-US" altLang="zh-TW" sz="2400" dirty="0">
                <a:ea typeface="新細明體" pitchFamily="18" charset="-120"/>
              </a:rPr>
              <a:t>	</a:t>
            </a:r>
            <a:r>
              <a:rPr lang="en-US" altLang="zh-TW" sz="2400" dirty="0" err="1">
                <a:ea typeface="新細明體" pitchFamily="18" charset="-120"/>
              </a:rPr>
              <a:t>Formfeed</a:t>
            </a:r>
            <a:r>
              <a:rPr lang="en-US" altLang="zh-TW" sz="2400" b="1" dirty="0">
                <a:ea typeface="新細明體" pitchFamily="18" charset="-120"/>
              </a:rPr>
              <a:t>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'\f'</a:t>
            </a:r>
            <a:endParaRPr lang="en-US" altLang="zh-TW" sz="240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CR	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13</a:t>
            </a:r>
            <a:r>
              <a:rPr lang="en-US" altLang="zh-TW" sz="2400" dirty="0">
                <a:ea typeface="新細明體" pitchFamily="18" charset="-120"/>
              </a:rPr>
              <a:t>	Carriage Return</a:t>
            </a:r>
            <a:r>
              <a:rPr lang="en-US" altLang="zh-TW" sz="2400" b="1" dirty="0">
                <a:ea typeface="新細明體" pitchFamily="18" charset="-120"/>
              </a:rPr>
              <a:t>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'\r'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ESC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27</a:t>
            </a:r>
            <a:r>
              <a:rPr lang="en-US" altLang="zh-TW" sz="2400" dirty="0">
                <a:ea typeface="新細明體" pitchFamily="18" charset="-120"/>
              </a:rPr>
              <a:t>	Escape	</a:t>
            </a:r>
            <a:r>
              <a:rPr lang="en-US" altLang="zh-TW" sz="2400" b="1" dirty="0">
                <a:ea typeface="新細明體" pitchFamily="18" charset="-120"/>
              </a:rPr>
              <a:t>			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dirty="0">
                <a:ea typeface="新細明體" pitchFamily="18" charset="-120"/>
              </a:rPr>
              <a:t>SP			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32</a:t>
            </a:r>
            <a:r>
              <a:rPr lang="en-US" altLang="zh-TW" sz="2400" b="1" dirty="0">
                <a:ea typeface="新細明體" pitchFamily="18" charset="-120"/>
              </a:rPr>
              <a:t>	</a:t>
            </a:r>
            <a:r>
              <a:rPr lang="en-US" altLang="zh-TW" sz="2400" b="1" dirty="0">
                <a:solidFill>
                  <a:srgbClr val="0000FF"/>
                </a:solidFill>
                <a:ea typeface="新細明體" pitchFamily="18" charset="-120"/>
              </a:rPr>
              <a:t>Space		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 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dirty="0">
                <a:ea typeface="新細明體" pitchFamily="18" charset="-120"/>
              </a:rPr>
              <a:t>DEL	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127</a:t>
            </a:r>
            <a:r>
              <a:rPr lang="en-US" altLang="zh-TW" sz="2400" dirty="0">
                <a:ea typeface="新細明體" pitchFamily="18" charset="-120"/>
              </a:rPr>
              <a:t>	Delete				</a:t>
            </a:r>
            <a:endParaRPr lang="en-US" altLang="zh-TW" sz="2400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926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 pitchFamily="18" charset="-120"/>
              </a:rPr>
              <a:t>1.1. </a:t>
            </a:r>
            <a:r>
              <a:rPr lang="en-US" altLang="zh-TW" sz="40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4000">
                <a:ea typeface="新細明體" pitchFamily="18" charset="-120"/>
              </a:rPr>
              <a:t>-type value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num;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Assign the ASCII code of 'A' to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// Same as writing:     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65;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All three lines output "A 65"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num, num);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1729580" y="4954588"/>
            <a:ext cx="4747420" cy="1217613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b="1">
                <a:ea typeface="新細明體" pitchFamily="18" charset="-120"/>
                <a:cs typeface="Times New Roman" pitchFamily="18" charset="0"/>
              </a:rPr>
              <a:t>"%c"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tells </a:t>
            </a:r>
            <a:r>
              <a:rPr kumimoji="1" lang="en-US" altLang="zh-TW" sz="2400" b="1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to treat an integer as the ASCII code of a character and output the character.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 flipV="1">
            <a:off x="3352800" y="4688083"/>
            <a:ext cx="0" cy="2665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>
          <a:xfrm>
            <a:off x="7873019" y="3059288"/>
            <a:ext cx="4087020" cy="1600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A character can be outputted as an integer or as a character depending on "how" we format its value.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1E1AE1D-3E63-9440-B102-150A1BF9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016DC-D1E0-8467-EABB-A8AD7BFA1B5B}"/>
              </a:ext>
            </a:extLst>
          </p:cNvPr>
          <p:cNvSpPr txBox="1"/>
          <p:nvPr/>
        </p:nvSpPr>
        <p:spPr>
          <a:xfrm>
            <a:off x="6763155" y="4907756"/>
            <a:ext cx="1816641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400" b="0" dirty="0">
                <a:solidFill>
                  <a:schemeClr val="bg1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 65</a:t>
            </a:r>
          </a:p>
          <a:p>
            <a:r>
              <a:rPr lang="en-US" altLang="zh-TW" sz="2400" b="0" dirty="0">
                <a:solidFill>
                  <a:schemeClr val="bg1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 65</a:t>
            </a:r>
            <a:endParaRPr lang="zh-CN" altLang="en-US" sz="2400" dirty="0">
              <a:solidFill>
                <a:schemeClr val="bg1"/>
              </a:solidFill>
            </a:endParaRPr>
          </a:p>
          <a:p>
            <a:r>
              <a:rPr lang="en-US" altLang="zh-TW" sz="2400" b="0" dirty="0">
                <a:solidFill>
                  <a:schemeClr val="bg1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 65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6072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animBg="1"/>
      <p:bldP spid="11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2.1. Character Processing (Input)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Input: reading one character at a time.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837594"/>
              </p:ext>
            </p:extLst>
          </p:nvPr>
        </p:nvGraphicFramePr>
        <p:xfrm>
          <a:off x="2133600" y="1828800"/>
          <a:ext cx="8153400" cy="36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Function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 = </a:t>
                      </a:r>
                      <a:r>
                        <a:rPr lang="en-US" sz="2000" b="1" baseline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dirty="0"/>
                        <a:t> returns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="1" u="sng" baseline="0" dirty="0">
                          <a:solidFill>
                            <a:srgbClr val="C00000"/>
                          </a:solidFill>
                        </a:rPr>
                        <a:t>one</a:t>
                      </a:r>
                      <a:r>
                        <a:rPr lang="en-US" sz="2000" baseline="0" dirty="0"/>
                        <a:t> character.</a:t>
                      </a:r>
                    </a:p>
                    <a:p>
                      <a:endParaRPr lang="en-US" sz="2000" baseline="0" dirty="0"/>
                    </a:p>
                    <a:p>
                      <a:r>
                        <a:rPr lang="en-US" sz="2000" baseline="0" dirty="0"/>
                        <a:t>Note that, </a:t>
                      </a:r>
                      <a:r>
                        <a:rPr lang="en-US" sz="2000" baseline="0"/>
                        <a:t>we can also </a:t>
                      </a:r>
                      <a:r>
                        <a:rPr lang="en-US" sz="2000" baseline="0" dirty="0"/>
                        <a:t>use </a:t>
                      </a:r>
                      <a:r>
                        <a:rPr lang="en-US" sz="2000" b="1" u="none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2000" baseline="0" dirty="0"/>
                        <a:t> type to store the return value of </a:t>
                      </a:r>
                      <a:r>
                        <a:rPr lang="en-US" sz="2000" b="1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 dirty="0"/>
                        <a:t>.</a:t>
                      </a:r>
                    </a:p>
                    <a:p>
                      <a:endParaRPr lang="en-US" sz="2000" dirty="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input;</a:t>
                      </a:r>
                    </a:p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</a:t>
                      </a:r>
                      <a:r>
                        <a:rPr lang="en-US" sz="2000" b="1" u="sng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%c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", </a:t>
                      </a:r>
                      <a:r>
                        <a:rPr lang="en-US" sz="2000" b="1" u="sng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input);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("%c", ...) </a:t>
                      </a:r>
                      <a:r>
                        <a:rPr lang="en-US" sz="2000" dirty="0"/>
                        <a:t>when the  pattern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"%c"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000" dirty="0"/>
                        <a:t>appears,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="1" baseline="0" dirty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baseline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expects</a:t>
                      </a:r>
                      <a:r>
                        <a:rPr lang="en-US" sz="2000" baseline="0" dirty="0"/>
                        <a:t> an input of size </a:t>
                      </a:r>
                      <a:r>
                        <a:rPr lang="en-US" sz="2000" b="1" u="sng" baseline="0" dirty="0">
                          <a:solidFill>
                            <a:srgbClr val="C00000"/>
                          </a:solidFill>
                        </a:rPr>
                        <a:t>one byte </a:t>
                      </a:r>
                      <a:r>
                        <a:rPr lang="en-US" sz="2000" baseline="0" dirty="0"/>
                        <a:t>(i.e., char type).</a:t>
                      </a:r>
                    </a:p>
                    <a:p>
                      <a:endParaRPr lang="en-US" sz="2000" dirty="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8562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2.2. Character Processing (Output)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Output: printing one character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54515"/>
              </p:ext>
            </p:extLst>
          </p:nvPr>
        </p:nvGraphicFramePr>
        <p:xfrm>
          <a:off x="2133600" y="1828800"/>
          <a:ext cx="8153400" cy="30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Function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 = 'a';</a:t>
                      </a:r>
                    </a:p>
                    <a:p>
                      <a:r>
                        <a:rPr lang="en-US" sz="2000" b="1" baseline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putchar</a:t>
                      </a:r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(input);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putchar</a:t>
                      </a:r>
                      <a:r>
                        <a:rPr lang="en-US" sz="20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/>
                        <a:t> expects</a:t>
                      </a:r>
                      <a:r>
                        <a:rPr lang="en-US" sz="2000" baseline="0"/>
                        <a:t> a number in [0, 255] and prints the corresponding character out.</a:t>
                      </a:r>
                    </a:p>
                    <a:p>
                      <a:endParaRPr lang="en-US" sz="200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 = 'a';</a:t>
                      </a:r>
                    </a:p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</a:t>
                      </a:r>
                      <a:r>
                        <a:rPr lang="en-US" sz="2000" b="1" u="sng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%c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", input);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("%c", ...) </a:t>
                      </a:r>
                      <a:r>
                        <a:rPr lang="en-US" sz="2000" dirty="0"/>
                        <a:t>when the  pattern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"%c"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000" dirty="0"/>
                        <a:t>appears,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="1" baseline="0" dirty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 baseline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expects</a:t>
                      </a:r>
                      <a:r>
                        <a:rPr lang="en-US" sz="2000" baseline="0" dirty="0"/>
                        <a:t> a number in the range [0, 255].</a:t>
                      </a:r>
                    </a:p>
                    <a:p>
                      <a:endParaRPr lang="en-US" sz="2000" dirty="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60145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3. Character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4" y="1542288"/>
            <a:ext cx="11910647" cy="4319016"/>
          </a:xfrm>
        </p:spPr>
        <p:txBody>
          <a:bodyPr>
            <a:normAutofit/>
          </a:bodyPr>
          <a:lstStyle/>
          <a:p>
            <a:r>
              <a:rPr lang="en-US" sz="3600" dirty="0"/>
              <a:t>Since characters are integers, we can apply </a:t>
            </a:r>
            <a:r>
              <a:rPr lang="en-US" altLang="zh-CN" sz="3600" dirty="0"/>
              <a:t>operations on characters.</a:t>
            </a:r>
            <a:endParaRPr lang="en-US" sz="3600" dirty="0"/>
          </a:p>
          <a:p>
            <a:pPr lvl="1"/>
            <a:r>
              <a:rPr lang="en-US" sz="3200" dirty="0"/>
              <a:t>arithmetic operations (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3200" dirty="0"/>
              <a:t>), and </a:t>
            </a:r>
          </a:p>
          <a:p>
            <a:pPr lvl="1"/>
            <a:r>
              <a:rPr lang="en-US" sz="3200" dirty="0"/>
              <a:t>relational operations (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sz="3200" dirty="0"/>
              <a:t>, etc.)</a:t>
            </a: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0CC97-3172-AFFB-094C-023D8D901DEC}"/>
              </a:ext>
            </a:extLst>
          </p:cNvPr>
          <p:cNvSpPr txBox="1"/>
          <p:nvPr/>
        </p:nvSpPr>
        <p:spPr>
          <a:xfrm>
            <a:off x="187569" y="4515350"/>
            <a:ext cx="7774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</a:rPr>
              <a:t>E.g. Checking if a character is a digit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1B080-3B66-D0E0-60DD-DAF7BF4486EC}"/>
              </a:ext>
            </a:extLst>
          </p:cNvPr>
          <p:cNvSpPr txBox="1"/>
          <p:nvPr/>
        </p:nvSpPr>
        <p:spPr>
          <a:xfrm>
            <a:off x="8542433" y="2828835"/>
            <a:ext cx="21416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</a:rPr>
              <a:t>‘A’ + 1</a:t>
            </a:r>
          </a:p>
          <a:p>
            <a:r>
              <a:rPr lang="en-US" altLang="zh-CN" sz="3600" b="1" dirty="0" err="1">
                <a:solidFill>
                  <a:schemeClr val="tx2"/>
                </a:solidFill>
              </a:rPr>
              <a:t>ch</a:t>
            </a:r>
            <a:r>
              <a:rPr lang="en-US" altLang="zh-CN" sz="3600" b="1" dirty="0">
                <a:solidFill>
                  <a:schemeClr val="tx2"/>
                </a:solidFill>
              </a:rPr>
              <a:t> &gt;= ‘A’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3643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3.1. Checking if a character is a digit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218944"/>
            <a:ext cx="11265408" cy="123035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ASCII codes for digits are in the range [48-57], and there is no non-digit characters inside that range.</a:t>
            </a:r>
          </a:p>
          <a:p>
            <a:pPr lvl="1"/>
            <a:r>
              <a:rPr lang="en-US" dirty="0"/>
              <a:t>Note: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'0' !=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855001"/>
              </p:ext>
            </p:extLst>
          </p:nvPr>
        </p:nvGraphicFramePr>
        <p:xfrm>
          <a:off x="521208" y="1066800"/>
          <a:ext cx="11061193" cy="103632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298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6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0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1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2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3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4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6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7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8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9</a:t>
                      </a:r>
                      <a:endParaRPr lang="en-US" sz="2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ASCII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23001" y="5647730"/>
            <a:ext cx="4631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This version is more readable.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475638-DF61-97AC-6AC5-7CDB8C22DFCF}"/>
              </a:ext>
            </a:extLst>
          </p:cNvPr>
          <p:cNvGrpSpPr/>
          <p:nvPr/>
        </p:nvGrpSpPr>
        <p:grpSpPr>
          <a:xfrm>
            <a:off x="1496220" y="3494048"/>
            <a:ext cx="4523580" cy="2133600"/>
            <a:chOff x="1496220" y="3494048"/>
            <a:chExt cx="4523580" cy="2133600"/>
          </a:xfrm>
        </p:grpSpPr>
        <p:sp>
          <p:nvSpPr>
            <p:cNvPr id="8" name="Rectangle 7"/>
            <p:cNvSpPr/>
            <p:nvPr/>
          </p:nvSpPr>
          <p:spPr>
            <a:xfrm>
              <a:off x="2260600" y="4186198"/>
              <a:ext cx="32004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803400" y="3494048"/>
              <a:ext cx="42164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char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getchar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();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&gt;= </a:t>
              </a:r>
              <a:r>
                <a:rPr lang="en-US" altLang="zh-TW" sz="20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48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&amp;&amp; 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&lt;= </a:t>
              </a:r>
              <a:r>
                <a:rPr lang="en-US" altLang="zh-TW" sz="20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57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"A digit!\n"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else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"Not a digit!\n"</a:t>
              </a:r>
              <a:r>
                <a:rPr lang="en-US" altLang="zh-TW" sz="20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  <a:endPara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34B56C9-696D-824C-9B95-30730B0B9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220" y="3494048"/>
              <a:ext cx="307181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Ins="0"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15DF60-7F2C-12A4-309D-61ADC2EEF51A}"/>
              </a:ext>
            </a:extLst>
          </p:cNvPr>
          <p:cNvGrpSpPr/>
          <p:nvPr/>
        </p:nvGrpSpPr>
        <p:grpSpPr>
          <a:xfrm>
            <a:off x="6093620" y="3494048"/>
            <a:ext cx="4574380" cy="2133600"/>
            <a:chOff x="6093620" y="3494048"/>
            <a:chExt cx="4574380" cy="2133600"/>
          </a:xfrm>
        </p:grpSpPr>
        <p:sp>
          <p:nvSpPr>
            <p:cNvPr id="9" name="Rectangle 8"/>
            <p:cNvSpPr/>
            <p:nvPr/>
          </p:nvSpPr>
          <p:spPr>
            <a:xfrm>
              <a:off x="6896100" y="4186198"/>
              <a:ext cx="33909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6400800" y="3494048"/>
              <a:ext cx="42672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char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getchar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();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&gt;= 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'0'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&amp;&amp;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&lt;= 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'9'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"A digit!\n"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else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"Not a digit!\n"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  <a:endPara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6F8F5188-84FB-5347-9557-60EB7D3AF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3620" y="3494048"/>
              <a:ext cx="307181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Ins="0"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965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1058227-42B0-6682-BBBC-6DD1A2ED82D5}"/>
              </a:ext>
            </a:extLst>
          </p:cNvPr>
          <p:cNvGrpSpPr/>
          <p:nvPr/>
        </p:nvGrpSpPr>
        <p:grpSpPr>
          <a:xfrm>
            <a:off x="1519238" y="3860800"/>
            <a:ext cx="8920162" cy="2133600"/>
            <a:chOff x="1519238" y="3860800"/>
            <a:chExt cx="8920162" cy="2133600"/>
          </a:xfrm>
        </p:grpSpPr>
        <p:sp>
          <p:nvSpPr>
            <p:cNvPr id="9" name="Rectangle 8"/>
            <p:cNvSpPr/>
            <p:nvPr/>
          </p:nvSpPr>
          <p:spPr>
            <a:xfrm>
              <a:off x="2514600" y="4495800"/>
              <a:ext cx="7543800" cy="50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981200" y="3860800"/>
              <a:ext cx="84582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char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getchar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sz="2000" u="sng" dirty="0">
                  <a:solidFill>
                    <a:srgbClr val="C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???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"An alphabet!\n"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else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"Not an alphabet!\n"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  <a:endPara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D0CE2F54-2BB8-2E4D-BC14-D5E2E31B2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238" y="3860800"/>
              <a:ext cx="461963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Ins="0"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000" b="0">
                  <a:solidFill>
                    <a:srgbClr val="5F5F5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3.2. Checking if a character is an </a:t>
            </a:r>
            <a:r>
              <a:rPr lang="en-US" sz="4000" b="1" u="sng" dirty="0"/>
              <a:t>alphabet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" y="2819400"/>
            <a:ext cx="11375135" cy="990600"/>
          </a:xfrm>
        </p:spPr>
        <p:txBody>
          <a:bodyPr>
            <a:normAutofit/>
          </a:bodyPr>
          <a:lstStyle/>
          <a:p>
            <a:r>
              <a:rPr lang="en-US" sz="2400" dirty="0"/>
              <a:t>Uppercase and lowercase alphabets reside in two different ranges but they are arranged alphabetically within their respective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4506"/>
              </p:ext>
            </p:extLst>
          </p:nvPr>
        </p:nvGraphicFramePr>
        <p:xfrm>
          <a:off x="438912" y="1066800"/>
          <a:ext cx="11375135" cy="7924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3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A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...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Z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ASCII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056179"/>
              </p:ext>
            </p:extLst>
          </p:nvPr>
        </p:nvGraphicFramePr>
        <p:xfrm>
          <a:off x="440620" y="1905000"/>
          <a:ext cx="11375135" cy="7924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3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11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a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...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z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ASCII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nsolas" panose="020B0609020204030204" pitchFamily="49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</a:rP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D7379B-C77D-0C1B-9F1F-60250D4D8437}"/>
              </a:ext>
            </a:extLst>
          </p:cNvPr>
          <p:cNvSpPr/>
          <p:nvPr/>
        </p:nvSpPr>
        <p:spPr>
          <a:xfrm>
            <a:off x="9169399" y="4058485"/>
            <a:ext cx="2844800" cy="1531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 err="1"/>
              <a:t>Ureply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5522643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438400" y="4648200"/>
            <a:ext cx="28956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41500" y="3657600"/>
            <a:ext cx="4098254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"Result = %c\n"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97700" y="4648200"/>
            <a:ext cx="19177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6400800" y="3657600"/>
            <a:ext cx="42545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32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"Result = %c\n"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3.3. Converting uppercase to lowercase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1435" y="2743200"/>
            <a:ext cx="9045330" cy="990600"/>
          </a:xfrm>
        </p:spPr>
        <p:txBody>
          <a:bodyPr>
            <a:normAutofit/>
          </a:bodyPr>
          <a:lstStyle/>
          <a:p>
            <a:r>
              <a:rPr lang="en-US" sz="2400" dirty="0"/>
              <a:t>The difference between the ASCII codes of a lowercase and the corresponding uppercase letter is 32 (i.e.,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'a'-'A'</a:t>
            </a:r>
            <a:r>
              <a:rPr lang="en-US" sz="240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582028"/>
              </p:ext>
            </p:extLst>
          </p:nvPr>
        </p:nvGraphicFramePr>
        <p:xfrm>
          <a:off x="1611435" y="1066800"/>
          <a:ext cx="10387735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5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US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61214"/>
              </p:ext>
            </p:extLst>
          </p:nvPr>
        </p:nvGraphicFramePr>
        <p:xfrm>
          <a:off x="1613143" y="1905000"/>
          <a:ext cx="10387735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5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2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41501" y="5791200"/>
            <a:ext cx="3992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This version is more readable.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D9613DC-A413-1545-94F0-2FFF74242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620" y="3657600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2C085D6-318A-7943-A987-00FD106E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620" y="3657600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E8BAABE5-3712-934B-85B0-BDDDA6DE78FD}"/>
              </a:ext>
            </a:extLst>
          </p:cNvPr>
          <p:cNvSpPr txBox="1">
            <a:spLocks noChangeArrowheads="1"/>
          </p:cNvSpPr>
          <p:nvPr/>
        </p:nvSpPr>
        <p:spPr>
          <a:xfrm>
            <a:off x="163909" y="2406846"/>
            <a:ext cx="1677591" cy="672708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000" b="1" dirty="0">
                <a:ea typeface="新細明體" pitchFamily="18" charset="-120"/>
                <a:cs typeface="Times New Roman" pitchFamily="18" charset="0"/>
              </a:rPr>
              <a:t>A difference of 32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A4BF1796-DBC4-3340-A92E-58B4FDAC12F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841500" y="1600200"/>
            <a:ext cx="2207986" cy="1143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6828CC5-9BA7-5343-B8B9-51A011B66C3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841500" y="2504440"/>
            <a:ext cx="2207986" cy="23876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206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3" grpId="0" animBg="1"/>
      <p:bldP spid="14" grpId="0" animBg="1"/>
      <p:bldP spid="15" grpId="0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Characters representation in C Language</a:t>
            </a:r>
          </a:p>
          <a:p>
            <a:pPr lvl="1"/>
            <a:r>
              <a:rPr lang="en-US" sz="3200" dirty="0"/>
              <a:t>1 byte</a:t>
            </a:r>
            <a:r>
              <a:rPr lang="en-US" sz="3200"/>
              <a:t>, </a:t>
            </a:r>
            <a:r>
              <a:rPr lang="en-US" altLang="zh-CN" sz="3200"/>
              <a:t>‘A‘ </a:t>
            </a:r>
            <a:endParaRPr lang="en-US" altLang="zh-CN" sz="3200" dirty="0"/>
          </a:p>
          <a:p>
            <a:pPr lvl="1"/>
            <a:r>
              <a:rPr lang="en-US" sz="3200" dirty="0"/>
              <a:t>can be view as integers</a:t>
            </a:r>
          </a:p>
          <a:p>
            <a:pPr lvl="1"/>
            <a:r>
              <a:rPr lang="en-US" sz="3200" dirty="0"/>
              <a:t>ASCII code</a:t>
            </a:r>
          </a:p>
          <a:p>
            <a:r>
              <a:rPr lang="en-US" sz="3600" dirty="0"/>
              <a:t>Reading/writing Characters</a:t>
            </a:r>
          </a:p>
          <a:p>
            <a:pPr lvl="1"/>
            <a:r>
              <a:rPr lang="en-US" altLang="zh-CN" sz="3200" dirty="0"/>
              <a:t>%c , </a:t>
            </a:r>
            <a:r>
              <a:rPr lang="en-US" altLang="zh-CN" sz="3200" dirty="0" err="1"/>
              <a:t>getchar</a:t>
            </a:r>
            <a:r>
              <a:rPr lang="en-US" altLang="zh-CN" sz="3200" dirty="0"/>
              <a:t>() , </a:t>
            </a:r>
            <a:r>
              <a:rPr lang="en-US" altLang="zh-CN" sz="3200" dirty="0" err="1"/>
              <a:t>putchar</a:t>
            </a:r>
            <a:r>
              <a:rPr lang="en-US" altLang="zh-CN" sz="3200" dirty="0"/>
              <a:t>()</a:t>
            </a:r>
            <a:endParaRPr lang="en-US" sz="3600" dirty="0"/>
          </a:p>
          <a:p>
            <a:r>
              <a:rPr lang="en-US" sz="3600" dirty="0"/>
              <a:t>Character operations</a:t>
            </a:r>
          </a:p>
          <a:p>
            <a:pPr lvl="1"/>
            <a:r>
              <a:rPr lang="en-US" sz="3200" dirty="0"/>
              <a:t>Same as int   (&gt; &gt;= &lt; &lt;= == != &amp;&amp; || 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676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3.4. Additional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6556EB-B378-470F-F492-51D67F61E384}"/>
              </a:ext>
            </a:extLst>
          </p:cNvPr>
          <p:cNvGrpSpPr/>
          <p:nvPr/>
        </p:nvGrpSpPr>
        <p:grpSpPr>
          <a:xfrm>
            <a:off x="1985982" y="2209800"/>
            <a:ext cx="8559800" cy="3810000"/>
            <a:chOff x="1985982" y="2209800"/>
            <a:chExt cx="8559800" cy="381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7FC5D1-6BF6-102A-939D-A7AE8B9D55BB}"/>
                </a:ext>
              </a:extLst>
            </p:cNvPr>
            <p:cNvSpPr/>
            <p:nvPr/>
          </p:nvSpPr>
          <p:spPr>
            <a:xfrm>
              <a:off x="8242299" y="3474285"/>
              <a:ext cx="578428" cy="50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F186DB-C845-BA7F-29F0-4A677316047C}"/>
                </a:ext>
              </a:extLst>
            </p:cNvPr>
            <p:cNvSpPr/>
            <p:nvPr/>
          </p:nvSpPr>
          <p:spPr>
            <a:xfrm>
              <a:off x="8261412" y="4239042"/>
              <a:ext cx="578428" cy="50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985982" y="2209800"/>
              <a:ext cx="8559800" cy="3810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t"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char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= </a:t>
              </a:r>
              <a:r>
                <a:rPr lang="en-US" altLang="zh-TW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getchar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();</a:t>
              </a:r>
            </a:p>
            <a:p>
              <a:pPr>
                <a:lnSpc>
                  <a:spcPct val="110000"/>
                </a:lnSpc>
              </a:pPr>
              <a:endParaRPr lang="en-US" altLang="zh-TW" sz="2000" b="0" dirty="0">
                <a:latin typeface="Consolas"/>
                <a:ea typeface="新細明體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(</a:t>
              </a:r>
              <a:r>
                <a:rPr lang="en-US" altLang="zh-TW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&gt;= 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'a'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&amp;&amp; </a:t>
              </a:r>
              <a:r>
                <a:rPr lang="en-US" altLang="zh-TW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&lt;= </a:t>
              </a:r>
              <a:r>
                <a:rPr lang="en-US" altLang="zh-TW" sz="2000" b="0" dirty="0">
                  <a:solidFill>
                    <a:srgbClr val="3399FF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'z'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) {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 err="1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printf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(</a:t>
              </a:r>
              <a:r>
                <a:rPr lang="en-US" altLang="zh-TW" sz="2000" b="0" dirty="0">
                  <a:solidFill>
                    <a:schemeClr val="accent1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"%c is the %</a:t>
              </a:r>
              <a:r>
                <a:rPr lang="en-US" altLang="zh-TW" sz="2000" b="0" dirty="0" err="1">
                  <a:solidFill>
                    <a:schemeClr val="accent1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dth</a:t>
              </a:r>
              <a:r>
                <a:rPr lang="en-US" altLang="zh-TW" sz="2000" b="0" dirty="0">
                  <a:solidFill>
                    <a:schemeClr val="accent1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 character\n"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, </a:t>
              </a:r>
              <a:r>
                <a:rPr lang="en-US" altLang="zh-TW" sz="2000" b="0" dirty="0" err="1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, </a:t>
              </a:r>
              <a:r>
                <a:rPr lang="en-US" altLang="zh-TW" sz="2000" u="sng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???</a:t>
              </a:r>
              <a:r>
                <a:rPr lang="en-US" altLang="zh-TW" sz="2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} </a:t>
              </a: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else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 </a:t>
              </a:r>
              <a:r>
                <a:rPr lang="en-US" sz="2000" b="0" dirty="0">
                  <a:latin typeface="Consolas"/>
                  <a:ea typeface="新細明體"/>
                  <a:cs typeface="Consolas" panose="020B0609020204030204" pitchFamily="49" charset="0"/>
                </a:rPr>
                <a:t>(</a:t>
              </a:r>
              <a:r>
                <a:rPr lang="en-US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&gt;= </a:t>
              </a:r>
              <a:r>
                <a:rPr lang="en-US" sz="2000" b="0" dirty="0">
                  <a:solidFill>
                    <a:srgbClr val="3399FF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'A'</a:t>
              </a:r>
              <a:r>
                <a:rPr lang="en-US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&amp;&amp; </a:t>
              </a:r>
              <a:r>
                <a:rPr lang="en-US" sz="2000" b="0" dirty="0" err="1">
                  <a:latin typeface="Consolas"/>
                  <a:ea typeface="新細明體"/>
                  <a:cs typeface="Consolas" panose="020B0609020204030204" pitchFamily="49" charset="0"/>
                </a:rPr>
                <a:t>ch</a:t>
              </a:r>
              <a:r>
                <a:rPr lang="en-US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&lt;= </a:t>
              </a:r>
              <a:r>
                <a:rPr lang="en-US" sz="2000" b="0" dirty="0">
                  <a:solidFill>
                    <a:srgbClr val="3399FF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'Z'</a:t>
              </a:r>
              <a:r>
                <a:rPr lang="en-US" sz="2000" b="0" dirty="0">
                  <a:solidFill>
                    <a:srgbClr val="000000"/>
                  </a:solidFill>
                  <a:latin typeface="Consolas"/>
                  <a:ea typeface="新細明體"/>
                  <a:cs typeface="Consolas" panose="020B0609020204030204" pitchFamily="49" charset="0"/>
                </a:rPr>
                <a:t>) {</a:t>
              </a:r>
              <a:endParaRPr lang="en-US" altLang="zh-TW" sz="2000" b="0" dirty="0">
                <a:latin typeface="Consolas"/>
                <a:ea typeface="新細明體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/>
                  <a:ea typeface="新細明體"/>
                  <a:cs typeface="Arial"/>
                </a:rPr>
                <a:t>    </a:t>
              </a:r>
              <a:r>
                <a:rPr lang="en-US" sz="2000" b="0" dirty="0" err="1">
                  <a:latin typeface="Consolas"/>
                  <a:ea typeface="新細明體" pitchFamily="18" charset="-120"/>
                  <a:cs typeface="Arial"/>
                </a:rPr>
                <a:t>printf</a:t>
              </a:r>
              <a:r>
                <a:rPr lang="en-US" sz="2000" b="0" dirty="0">
                  <a:latin typeface="Consolas"/>
                  <a:ea typeface="新細明體" pitchFamily="18" charset="-120"/>
                  <a:cs typeface="Arial"/>
                </a:rPr>
                <a:t>(</a:t>
              </a:r>
              <a:r>
                <a:rPr lang="en-US" sz="2000" b="0" dirty="0">
                  <a:solidFill>
                    <a:schemeClr val="accent1"/>
                  </a:solidFill>
                  <a:latin typeface="Consolas"/>
                  <a:ea typeface="新細明體" pitchFamily="18" charset="-120"/>
                  <a:cs typeface="Arial"/>
                </a:rPr>
                <a:t>"%c is the %</a:t>
              </a:r>
              <a:r>
                <a:rPr lang="en-US" sz="2000" b="0" dirty="0" err="1">
                  <a:solidFill>
                    <a:schemeClr val="accent1"/>
                  </a:solidFill>
                  <a:latin typeface="Consolas"/>
                  <a:ea typeface="新細明體" pitchFamily="18" charset="-120"/>
                  <a:cs typeface="Arial"/>
                </a:rPr>
                <a:t>dth</a:t>
              </a:r>
              <a:r>
                <a:rPr lang="en-US" sz="2000" b="0" dirty="0">
                  <a:solidFill>
                    <a:schemeClr val="accent1"/>
                  </a:solidFill>
                  <a:latin typeface="Consolas"/>
                  <a:ea typeface="新細明體" pitchFamily="18" charset="-120"/>
                  <a:cs typeface="Arial"/>
                </a:rPr>
                <a:t> character\n"</a:t>
              </a:r>
              <a:r>
                <a:rPr lang="en-US" sz="2000" b="0" dirty="0">
                  <a:solidFill>
                    <a:srgbClr val="000000"/>
                  </a:solidFill>
                  <a:latin typeface="Consolas"/>
                  <a:ea typeface="新細明體" pitchFamily="18" charset="-120"/>
                  <a:cs typeface="Arial"/>
                </a:rPr>
                <a:t>, </a:t>
              </a:r>
              <a:r>
                <a:rPr lang="en-US" sz="2000" b="0" dirty="0" err="1">
                  <a:solidFill>
                    <a:srgbClr val="000000"/>
                  </a:solidFill>
                  <a:latin typeface="Consolas"/>
                  <a:ea typeface="新細明體" pitchFamily="18" charset="-120"/>
                  <a:cs typeface="Arial"/>
                </a:rPr>
                <a:t>ch</a:t>
              </a:r>
              <a:r>
                <a:rPr lang="en-US" sz="2000" b="0" dirty="0">
                  <a:solidFill>
                    <a:srgbClr val="000000"/>
                  </a:solidFill>
                  <a:latin typeface="Consolas"/>
                  <a:ea typeface="新細明體" pitchFamily="18" charset="-120"/>
                  <a:cs typeface="Arial"/>
                </a:rPr>
                <a:t>, </a:t>
              </a:r>
              <a:r>
                <a:rPr lang="en-US" altLang="zh-TW" sz="2000" u="sng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???</a:t>
              </a:r>
              <a:r>
                <a:rPr lang="en-US" altLang="zh-TW" sz="2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b="0" dirty="0">
                  <a:latin typeface="Consolas"/>
                  <a:ea typeface="新細明體" pitchFamily="18" charset="-120"/>
                  <a:cs typeface="Arial"/>
                </a:rPr>
                <a:t>);</a:t>
              </a:r>
              <a:endParaRPr lang="en-US" sz="2000" b="0" dirty="0">
                <a:latin typeface="Arial"/>
                <a:ea typeface="新細明體" pitchFamily="18" charset="-120"/>
                <a:cs typeface="Arial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} </a:t>
              </a: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else</a:t>
              </a: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 {</a:t>
              </a:r>
              <a:endPara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r>
                <a:rPr lang="en-US" sz="2000" b="0" dirty="0">
                  <a:latin typeface="Consolas"/>
                  <a:ea typeface="新細明體"/>
                  <a:cs typeface="Arial"/>
                </a:rPr>
                <a:t>    </a:t>
              </a:r>
              <a:r>
                <a:rPr lang="en-US" sz="2000" b="0" dirty="0" err="1">
                  <a:latin typeface="Consolas"/>
                  <a:ea typeface="新細明體"/>
                  <a:cs typeface="Arial"/>
                </a:rPr>
                <a:t>printf</a:t>
              </a:r>
              <a:r>
                <a:rPr lang="en-US" sz="2000" b="0" dirty="0">
                  <a:latin typeface="Consolas"/>
                  <a:ea typeface="新細明體"/>
                  <a:cs typeface="Arial"/>
                </a:rPr>
                <a:t>(</a:t>
              </a:r>
              <a:r>
                <a:rPr lang="en-US" sz="2000" b="0" dirty="0">
                  <a:solidFill>
                    <a:srgbClr val="3399FF"/>
                  </a:solidFill>
                  <a:latin typeface="Consolas"/>
                  <a:ea typeface="新細明體"/>
                  <a:cs typeface="Arial"/>
                </a:rPr>
                <a:t>"Not an alphabet.\n"</a:t>
              </a:r>
              <a:r>
                <a:rPr lang="en-US" sz="2000" b="0" dirty="0">
                  <a:latin typeface="Consolas"/>
                  <a:ea typeface="新細明體"/>
                  <a:cs typeface="Arial"/>
                </a:rPr>
                <a:t>);</a:t>
              </a:r>
              <a:endParaRPr lang="en-US" sz="2000" b="0" dirty="0">
                <a:latin typeface="Arial"/>
                <a:ea typeface="新細明體"/>
                <a:cs typeface="Arial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2000" b="0" dirty="0">
                  <a:latin typeface="Consolas"/>
                  <a:ea typeface="新細明體"/>
                  <a:cs typeface="Consolas" panose="020B0609020204030204" pitchFamily="49" charset="0"/>
                </a:rPr>
                <a:t>}</a:t>
              </a:r>
              <a:endPara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560635" y="1066800"/>
            <a:ext cx="9045330" cy="9906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 dirty="0"/>
              <a:t>This example expects an alphabet character input and replies with the order of the character in the alphabet. It's not perfect though. How can you improve it? </a:t>
            </a:r>
            <a:r>
              <a:rPr lang="en-US" sz="2400" b="1" u="sng" dirty="0">
                <a:solidFill>
                  <a:srgbClr val="C00000"/>
                </a:solidFill>
              </a:rPr>
              <a:t>(Hint: 1st, 2nd, 3rd, 4th...11th,…, 21st)</a:t>
            </a:r>
            <a:endParaRPr lang="en-US" sz="2400" b="1" u="sng" dirty="0">
              <a:solidFill>
                <a:srgbClr val="C00000"/>
              </a:solidFill>
              <a:cs typeface="Calibri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524001" y="2209800"/>
            <a:ext cx="461963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5354CF-00DB-27D4-DAA1-16A32B66FA56}"/>
              </a:ext>
            </a:extLst>
          </p:cNvPr>
          <p:cNvSpPr/>
          <p:nvPr/>
        </p:nvSpPr>
        <p:spPr>
          <a:xfrm>
            <a:off x="8506404" y="1692690"/>
            <a:ext cx="3685596" cy="152483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 err="1"/>
              <a:t>Ureply</a:t>
            </a:r>
            <a:endParaRPr lang="en-US" altLang="zh-CN" sz="4800" b="1" dirty="0"/>
          </a:p>
          <a:p>
            <a:pPr algn="ctr"/>
            <a:r>
              <a:rPr lang="en-US" altLang="zh-CN" sz="4800" b="1" dirty="0"/>
              <a:t>5 min Break</a:t>
            </a:r>
            <a:endParaRPr lang="zh-CN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1481785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Appendix: Built-in Character-Related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Remember to add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b="1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525805"/>
              </p:ext>
            </p:extLst>
          </p:nvPr>
        </p:nvGraphicFramePr>
        <p:xfrm>
          <a:off x="1688123" y="1571913"/>
          <a:ext cx="8839200" cy="48261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536">
                <a:tc>
                  <a:txBody>
                    <a:bodyPr/>
                    <a:lstStyle/>
                    <a:p>
                      <a:r>
                        <a:rPr lang="en-US"/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</a:t>
                      </a:r>
                      <a:r>
                        <a:rPr lang="en-US" baseline="0"/>
                        <a:t>n (return 0 or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sz="18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isascii</a:t>
                      </a: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</a:t>
                      </a:r>
                      <a:r>
                        <a:rPr lang="en-US" sz="1800" baseline="0">
                          <a:latin typeface="Consolas" panose="020B0609020204030204" pitchFamily="49" charset="0"/>
                        </a:rPr>
                        <a:t>[0,127]</a:t>
                      </a:r>
                      <a:r>
                        <a:rPr lang="en-US" sz="1700" baseline="0"/>
                        <a:t>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isdigit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'0'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'9'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638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isspace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If an integer represents</a:t>
                      </a:r>
                      <a:r>
                        <a:rPr lang="en-US" sz="1700" baseline="0"/>
                        <a:t> </a:t>
                      </a:r>
                      <a:r>
                        <a:rPr lang="en-US" sz="1700"/>
                        <a:t>a whitespace (space, t</a:t>
                      </a:r>
                      <a:r>
                        <a:rPr lang="en-US" sz="1700" baseline="0"/>
                        <a:t>ab, or newline) character,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00250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prstClr val="black"/>
                </a:solidFill>
              </a:rPr>
              <a:t>Appendix: Built-in Character-Related Functions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Remember to add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b="1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58724"/>
              </p:ext>
            </p:extLst>
          </p:nvPr>
        </p:nvGraphicFramePr>
        <p:xfrm>
          <a:off x="1664677" y="1828800"/>
          <a:ext cx="8850924" cy="3760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4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42">
                <a:tc>
                  <a:txBody>
                    <a:bodyPr/>
                    <a:lstStyle/>
                    <a:p>
                      <a:r>
                        <a:rPr lang="en-US"/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</a:t>
                      </a:r>
                      <a:r>
                        <a:rPr lang="en-US" baseline="0"/>
                        <a:t>n (return </a:t>
                      </a:r>
                      <a:r>
                        <a:rPr lang="en-US" baseline="0"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aseline="0"/>
                        <a:t> or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3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isalpha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the same as:</a:t>
                      </a:r>
                    </a:p>
                    <a:p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77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isalnum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the same as:</a:t>
                      </a:r>
                    </a:p>
                    <a:p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isdigit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9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tolower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I</a:t>
                      </a:r>
                      <a:r>
                        <a:rPr lang="en-US"/>
                        <a:t>f an integer</a:t>
                      </a:r>
                      <a:r>
                        <a:rPr lang="en-US" baseline="0"/>
                        <a:t> is in the range [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baseline="0"/>
                        <a:t>, 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baseline="0"/>
                        <a:t>], return</a:t>
                      </a:r>
                      <a:r>
                        <a:rPr lang="en-US" sz="18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lower-case</a:t>
                      </a:r>
                      <a:r>
                        <a:rPr lang="en-US" sz="1800" b="1" kern="1200" baseline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representation of the input</a:t>
                      </a:r>
                    </a:p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Else, return the input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981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toupper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I</a:t>
                      </a:r>
                      <a:r>
                        <a:rPr lang="en-US"/>
                        <a:t>f an integer</a:t>
                      </a:r>
                      <a:r>
                        <a:rPr lang="en-US" baseline="0"/>
                        <a:t> is in the range [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baseline="0"/>
                        <a:t>, 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baseline="0"/>
                        <a:t>], return</a:t>
                      </a:r>
                      <a:r>
                        <a:rPr lang="en-US" sz="18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upper-case</a:t>
                      </a:r>
                      <a:r>
                        <a:rPr lang="en-US" sz="1800" b="1" kern="1200" baseline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representation of the input</a:t>
                      </a:r>
                    </a:p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Else, return the input value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5855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sz="2800"/>
              <a:t>Appendix: Built-in Character-Related Functions (Example)</a:t>
            </a:r>
            <a:endParaRPr lang="en-US" altLang="zh-TW" sz="280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144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ctype.h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main(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isdigit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 digit\n"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sz="2000" b="0" err="1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isupper</a:t>
            </a:r>
            <a:r>
              <a:rPr lang="en-US" altLang="zh-TW" sz="2000" b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tolower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lowercase of %c is %c.\n"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144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9B1366-D391-054C-B437-48B17B47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0427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8 C Characters and Strings</a:t>
            </a:r>
          </a:p>
          <a:p>
            <a:pPr lvl="1"/>
            <a:r>
              <a:rPr lang="en-US"/>
              <a:t>Sections 8.1 – 8.3: Fundamentals of Characters and Related Library Functions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326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2074</Words>
  <Application>Microsoft Office PowerPoint</Application>
  <PresentationFormat>Widescreen</PresentationFormat>
  <Paragraphs>583</Paragraphs>
  <Slides>19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Consolas</vt:lpstr>
      <vt:lpstr>Wingdings</vt:lpstr>
      <vt:lpstr>新細明體</vt:lpstr>
      <vt:lpstr>Calibri</vt:lpstr>
      <vt:lpstr>Office Theme</vt:lpstr>
      <vt:lpstr>Review:</vt:lpstr>
      <vt:lpstr>Characters (字符) ‘a’  ‘b’  ‘c’  ‘@’  ‘$’  ‘1’</vt:lpstr>
      <vt:lpstr>Outline</vt:lpstr>
      <vt:lpstr>1. Introduction</vt:lpstr>
      <vt:lpstr>PowerPoint Presentation</vt:lpstr>
      <vt:lpstr>Special characters shown in the previous slide</vt:lpstr>
      <vt:lpstr>1.1. char-type value</vt:lpstr>
      <vt:lpstr>2.1. Character Processing (Input)</vt:lpstr>
      <vt:lpstr>2.2. Character Processing (Output)</vt:lpstr>
      <vt:lpstr>3. Character Operations</vt:lpstr>
      <vt:lpstr>3.1. Checking if a character is a digit</vt:lpstr>
      <vt:lpstr>3.2. Checking if a character is an alphabet</vt:lpstr>
      <vt:lpstr>3.3. Converting uppercase to lowercase</vt:lpstr>
      <vt:lpstr>Summary</vt:lpstr>
      <vt:lpstr>3.4. Additional Example</vt:lpstr>
      <vt:lpstr>Appendix: Built-in Character-Related Functions</vt:lpstr>
      <vt:lpstr>Appendix: Built-in Character-Related Functions</vt:lpstr>
      <vt:lpstr>Appendix: Built-in Character-Related Functions (Example)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Characters</dc:title>
  <dc:subject/>
  <dc:creator/>
  <cp:keywords/>
  <dc:description/>
  <cp:lastModifiedBy>Yuli Jiang (CSD)</cp:lastModifiedBy>
  <cp:revision>1</cp:revision>
  <dcterms:created xsi:type="dcterms:W3CDTF">2011-07-19T12:51:33Z</dcterms:created>
  <dcterms:modified xsi:type="dcterms:W3CDTF">2025-09-22T03:11:31Z</dcterms:modified>
  <cp:category/>
</cp:coreProperties>
</file>
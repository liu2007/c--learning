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95" r:id="rId3"/>
    <p:sldId id="296" r:id="rId4"/>
    <p:sldId id="388" r:id="rId5"/>
    <p:sldId id="298" r:id="rId6"/>
    <p:sldId id="299" r:id="rId7"/>
    <p:sldId id="300" r:id="rId8"/>
    <p:sldId id="390" r:id="rId9"/>
    <p:sldId id="306" r:id="rId10"/>
    <p:sldId id="305" r:id="rId11"/>
    <p:sldId id="307" r:id="rId12"/>
    <p:sldId id="389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 jee Chau (CSD)" initials="CjC(" lastIdx="1" clrIdx="0">
    <p:extLst>
      <p:ext uri="{19B8F6BF-5375-455C-9EA6-DF929625EA0E}">
        <p15:presenceInfo xmlns:p15="http://schemas.microsoft.com/office/powerpoint/2012/main" userId="Chuck jee Chau (CSD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3333FF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E5C80-979F-47E2-98B5-BADA5FB2B617}" v="45" dt="2025-10-02T05:54:13.3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7" autoAdjust="0"/>
    <p:restoredTop sz="82454" autoAdjust="0"/>
  </p:normalViewPr>
  <p:slideViewPr>
    <p:cSldViewPr>
      <p:cViewPr varScale="1">
        <p:scale>
          <a:sx n="91" d="100"/>
          <a:sy n="91" d="100"/>
        </p:scale>
        <p:origin x="96" y="516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-354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ck jee Chau (CSD)" userId="7aa7a09e-983f-4214-9e5a-071cbb678e81" providerId="ADAL" clId="{7984264B-C8D6-7840-A82B-2BC98E1B4D87}"/>
    <pc:docChg chg="custSel">
      <pc:chgData name="Chuck jee Chau (CSD)" userId="7aa7a09e-983f-4214-9e5a-071cbb678e81" providerId="ADAL" clId="{7984264B-C8D6-7840-A82B-2BC98E1B4D87}" dt="2019-09-28T14:00:15.292" v="0" actId="1592"/>
      <pc:docMkLst>
        <pc:docMk/>
      </pc:docMkLst>
      <pc:sldChg chg="delCm">
        <pc:chgData name="Chuck jee Chau (CSD)" userId="7aa7a09e-983f-4214-9e5a-071cbb678e81" providerId="ADAL" clId="{7984264B-C8D6-7840-A82B-2BC98E1B4D87}" dt="2019-09-28T14:00:15.292" v="0" actId="1592"/>
        <pc:sldMkLst>
          <pc:docMk/>
          <pc:sldMk cId="3986881255" sldId="299"/>
        </pc:sldMkLst>
      </pc:sldChg>
    </pc:docChg>
  </pc:docChgLst>
  <pc:docChgLst>
    <pc:chgData name="Yim Pan Chui, Dr. (CSD)" userId="06f431c5-cc1a-4439-a61b-5f3af947c103" providerId="ADAL" clId="{7E64EEB2-D5D1-4E8E-9E1A-FFFF43B18033}"/>
    <pc:docChg chg="undo custSel modSld">
      <pc:chgData name="Yim Pan Chui, Dr. (CSD)" userId="06f431c5-cc1a-4439-a61b-5f3af947c103" providerId="ADAL" clId="{7E64EEB2-D5D1-4E8E-9E1A-FFFF43B18033}" dt="2024-02-02T08:54:59.678" v="3" actId="13926"/>
      <pc:docMkLst>
        <pc:docMk/>
      </pc:docMkLst>
      <pc:sldChg chg="modSp mod">
        <pc:chgData name="Yim Pan Chui, Dr. (CSD)" userId="06f431c5-cc1a-4439-a61b-5f3af947c103" providerId="ADAL" clId="{7E64EEB2-D5D1-4E8E-9E1A-FFFF43B18033}" dt="2024-02-02T08:54:59.678" v="3" actId="13926"/>
        <pc:sldMkLst>
          <pc:docMk/>
          <pc:sldMk cId="3986881255" sldId="299"/>
        </pc:sldMkLst>
      </pc:sldChg>
    </pc:docChg>
  </pc:docChgLst>
  <pc:docChgLst>
    <pc:chgData name="Michael PF Fung (CSD)" userId="f1fbcc7d-b65c-4009-a6fb-0bd17f4bf7ea" providerId="ADAL" clId="{6018751E-A85D-41BD-820B-7F27AFEEA5A0}"/>
    <pc:docChg chg="undo custSel modSld">
      <pc:chgData name="Michael PF Fung (CSD)" userId="f1fbcc7d-b65c-4009-a6fb-0bd17f4bf7ea" providerId="ADAL" clId="{6018751E-A85D-41BD-820B-7F27AFEEA5A0}" dt="2023-10-06T09:43:23.514" v="5" actId="478"/>
      <pc:docMkLst>
        <pc:docMk/>
      </pc:docMkLst>
      <pc:sldChg chg="delSp modSp mod">
        <pc:chgData name="Michael PF Fung (CSD)" userId="f1fbcc7d-b65c-4009-a6fb-0bd17f4bf7ea" providerId="ADAL" clId="{6018751E-A85D-41BD-820B-7F27AFEEA5A0}" dt="2023-10-06T09:43:23.514" v="5" actId="478"/>
        <pc:sldMkLst>
          <pc:docMk/>
          <pc:sldMk cId="4016554590" sldId="295"/>
        </pc:sldMkLst>
      </pc:sldChg>
    </pc:docChg>
  </pc:docChgLst>
  <pc:docChgLst>
    <pc:chgData name="Yuli Jiang (CSD)" userId="7c291cd4-aa97-4867-8d2d-ebf5c1c3b419" providerId="ADAL" clId="{8FBD0129-C0BB-4F8A-B9D2-D31C5DC212F7}"/>
    <pc:docChg chg="undo custSel addSld modSld sldOrd">
      <pc:chgData name="Yuli Jiang (CSD)" userId="7c291cd4-aa97-4867-8d2d-ebf5c1c3b419" providerId="ADAL" clId="{8FBD0129-C0BB-4F8A-B9D2-D31C5DC212F7}" dt="2025-10-02T05:55:36.210" v="700" actId="1076"/>
      <pc:docMkLst>
        <pc:docMk/>
      </pc:docMkLst>
      <pc:sldChg chg="modSp mod">
        <pc:chgData name="Yuli Jiang (CSD)" userId="7c291cd4-aa97-4867-8d2d-ebf5c1c3b419" providerId="ADAL" clId="{8FBD0129-C0BB-4F8A-B9D2-D31C5DC212F7}" dt="2025-10-02T05:18:09.840" v="3" actId="115"/>
        <pc:sldMkLst>
          <pc:docMk/>
          <pc:sldMk cId="4016554590" sldId="295"/>
        </pc:sldMkLst>
        <pc:spChg chg="mod">
          <ac:chgData name="Yuli Jiang (CSD)" userId="7c291cd4-aa97-4867-8d2d-ebf5c1c3b419" providerId="ADAL" clId="{8FBD0129-C0BB-4F8A-B9D2-D31C5DC212F7}" dt="2025-10-02T05:18:09.840" v="3" actId="115"/>
          <ac:spMkLst>
            <pc:docMk/>
            <pc:sldMk cId="4016554590" sldId="295"/>
            <ac:spMk id="21508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0-02T05:34:04.208" v="92" actId="20577"/>
        <pc:sldMkLst>
          <pc:docMk/>
          <pc:sldMk cId="2559229086" sldId="298"/>
        </pc:sldMkLst>
        <pc:spChg chg="mod">
          <ac:chgData name="Yuli Jiang (CSD)" userId="7c291cd4-aa97-4867-8d2d-ebf5c1c3b419" providerId="ADAL" clId="{8FBD0129-C0BB-4F8A-B9D2-D31C5DC212F7}" dt="2025-10-02T05:34:04.208" v="92" actId="20577"/>
          <ac:spMkLst>
            <pc:docMk/>
            <pc:sldMk cId="2559229086" sldId="298"/>
            <ac:spMk id="22531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0-02T05:34:01.710" v="91" actId="20577"/>
        <pc:sldMkLst>
          <pc:docMk/>
          <pc:sldMk cId="3986881255" sldId="299"/>
        </pc:sldMkLst>
        <pc:spChg chg="mod">
          <ac:chgData name="Yuli Jiang (CSD)" userId="7c291cd4-aa97-4867-8d2d-ebf5c1c3b419" providerId="ADAL" clId="{8FBD0129-C0BB-4F8A-B9D2-D31C5DC212F7}" dt="2025-10-02T05:34:01.710" v="91" actId="20577"/>
          <ac:spMkLst>
            <pc:docMk/>
            <pc:sldMk cId="3986881255" sldId="299"/>
            <ac:spMk id="22531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0-02T05:55:36.210" v="700" actId="1076"/>
        <pc:sldMkLst>
          <pc:docMk/>
          <pc:sldMk cId="1635924655" sldId="300"/>
        </pc:sldMkLst>
        <pc:spChg chg="mod">
          <ac:chgData name="Yuli Jiang (CSD)" userId="7c291cd4-aa97-4867-8d2d-ebf5c1c3b419" providerId="ADAL" clId="{8FBD0129-C0BB-4F8A-B9D2-D31C5DC212F7}" dt="2025-10-02T05:55:36.210" v="700" actId="1076"/>
          <ac:spMkLst>
            <pc:docMk/>
            <pc:sldMk cId="1635924655" sldId="300"/>
            <ac:spMk id="4" creationId="{D50D23F4-79E9-AF01-71F2-487B29093982}"/>
          </ac:spMkLst>
        </pc:spChg>
      </pc:sldChg>
      <pc:sldChg chg="modSp mod ord modAnim">
        <pc:chgData name="Yuli Jiang (CSD)" userId="7c291cd4-aa97-4867-8d2d-ebf5c1c3b419" providerId="ADAL" clId="{8FBD0129-C0BB-4F8A-B9D2-D31C5DC212F7}" dt="2025-10-02T05:55:13.269" v="692"/>
        <pc:sldMkLst>
          <pc:docMk/>
          <pc:sldMk cId="2280612692" sldId="306"/>
        </pc:sldMkLst>
        <pc:spChg chg="mod">
          <ac:chgData name="Yuli Jiang (CSD)" userId="7c291cd4-aa97-4867-8d2d-ebf5c1c3b419" providerId="ADAL" clId="{8FBD0129-C0BB-4F8A-B9D2-D31C5DC212F7}" dt="2025-10-02T05:36:44.258" v="103" actId="1076"/>
          <ac:spMkLst>
            <pc:docMk/>
            <pc:sldMk cId="2280612692" sldId="306"/>
            <ac:spMk id="2" creationId="{C3C5E05E-D961-491D-91D6-1422B012CA78}"/>
          </ac:spMkLst>
        </pc:spChg>
        <pc:spChg chg="mod">
          <ac:chgData name="Yuli Jiang (CSD)" userId="7c291cd4-aa97-4867-8d2d-ebf5c1c3b419" providerId="ADAL" clId="{8FBD0129-C0BB-4F8A-B9D2-D31C5DC212F7}" dt="2025-10-02T05:38:13.438" v="154" actId="20577"/>
          <ac:spMkLst>
            <pc:docMk/>
            <pc:sldMk cId="2280612692" sldId="306"/>
            <ac:spMk id="22531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10-02T05:37:21.018" v="136" actId="20577"/>
        <pc:sldMkLst>
          <pc:docMk/>
          <pc:sldMk cId="1069561671" sldId="307"/>
        </pc:sldMkLst>
        <pc:spChg chg="mod">
          <ac:chgData name="Yuli Jiang (CSD)" userId="7c291cd4-aa97-4867-8d2d-ebf5c1c3b419" providerId="ADAL" clId="{8FBD0129-C0BB-4F8A-B9D2-D31C5DC212F7}" dt="2025-10-02T05:37:21.018" v="136" actId="20577"/>
          <ac:spMkLst>
            <pc:docMk/>
            <pc:sldMk cId="1069561671" sldId="307"/>
            <ac:spMk id="22531" creationId="{00000000-0000-0000-0000-000000000000}"/>
          </ac:spMkLst>
        </pc:spChg>
      </pc:sldChg>
      <pc:sldChg chg="modSp add mod">
        <pc:chgData name="Yuli Jiang (CSD)" userId="7c291cd4-aa97-4867-8d2d-ebf5c1c3b419" providerId="ADAL" clId="{8FBD0129-C0BB-4F8A-B9D2-D31C5DC212F7}" dt="2025-10-02T05:34:36.928" v="102" actId="113"/>
        <pc:sldMkLst>
          <pc:docMk/>
          <pc:sldMk cId="4225439082" sldId="388"/>
        </pc:sldMkLst>
        <pc:spChg chg="mod">
          <ac:chgData name="Yuli Jiang (CSD)" userId="7c291cd4-aa97-4867-8d2d-ebf5c1c3b419" providerId="ADAL" clId="{8FBD0129-C0BB-4F8A-B9D2-D31C5DC212F7}" dt="2025-10-02T05:34:14.048" v="94" actId="14100"/>
          <ac:spMkLst>
            <pc:docMk/>
            <pc:sldMk cId="4225439082" sldId="388"/>
            <ac:spMk id="2" creationId="{38F31C96-441C-5D23-C977-2C37FFAE14F3}"/>
          </ac:spMkLst>
        </pc:spChg>
        <pc:spChg chg="mod">
          <ac:chgData name="Yuli Jiang (CSD)" userId="7c291cd4-aa97-4867-8d2d-ebf5c1c3b419" providerId="ADAL" clId="{8FBD0129-C0BB-4F8A-B9D2-D31C5DC212F7}" dt="2025-10-02T05:34:36.928" v="102" actId="113"/>
          <ac:spMkLst>
            <pc:docMk/>
            <pc:sldMk cId="4225439082" sldId="388"/>
            <ac:spMk id="6" creationId="{3E330F00-46FA-1781-9009-E2F950C22A38}"/>
          </ac:spMkLst>
        </pc:spChg>
        <pc:spChg chg="mod">
          <ac:chgData name="Yuli Jiang (CSD)" userId="7c291cd4-aa97-4867-8d2d-ebf5c1c3b419" providerId="ADAL" clId="{8FBD0129-C0BB-4F8A-B9D2-D31C5DC212F7}" dt="2025-10-02T05:34:29.423" v="100" actId="1076"/>
          <ac:spMkLst>
            <pc:docMk/>
            <pc:sldMk cId="4225439082" sldId="388"/>
            <ac:spMk id="8" creationId="{10BE1CE2-EF9B-2D42-2AB0-4135EB5935B3}"/>
          </ac:spMkLst>
        </pc:spChg>
        <pc:spChg chg="mod">
          <ac:chgData name="Yuli Jiang (CSD)" userId="7c291cd4-aa97-4867-8d2d-ebf5c1c3b419" providerId="ADAL" clId="{8FBD0129-C0BB-4F8A-B9D2-D31C5DC212F7}" dt="2025-10-02T05:33:14.573" v="65" actId="1076"/>
          <ac:spMkLst>
            <pc:docMk/>
            <pc:sldMk cId="4225439082" sldId="388"/>
            <ac:spMk id="10" creationId="{D68F8A31-F194-F7AA-C02D-231A7776DF25}"/>
          </ac:spMkLst>
        </pc:spChg>
      </pc:sldChg>
      <pc:sldChg chg="addSp modSp new mod">
        <pc:chgData name="Yuli Jiang (CSD)" userId="7c291cd4-aa97-4867-8d2d-ebf5c1c3b419" providerId="ADAL" clId="{8FBD0129-C0BB-4F8A-B9D2-D31C5DC212F7}" dt="2025-10-02T05:51:57.133" v="686" actId="113"/>
        <pc:sldMkLst>
          <pc:docMk/>
          <pc:sldMk cId="4118250279" sldId="389"/>
        </pc:sldMkLst>
        <pc:spChg chg="mod">
          <ac:chgData name="Yuli Jiang (CSD)" userId="7c291cd4-aa97-4867-8d2d-ebf5c1c3b419" providerId="ADAL" clId="{8FBD0129-C0BB-4F8A-B9D2-D31C5DC212F7}" dt="2025-10-02T05:38:37.369" v="159" actId="20577"/>
          <ac:spMkLst>
            <pc:docMk/>
            <pc:sldMk cId="4118250279" sldId="389"/>
            <ac:spMk id="2" creationId="{F219163A-3D74-D698-BCE0-2BCACA93A247}"/>
          </ac:spMkLst>
        </pc:spChg>
        <pc:spChg chg="mod">
          <ac:chgData name="Yuli Jiang (CSD)" userId="7c291cd4-aa97-4867-8d2d-ebf5c1c3b419" providerId="ADAL" clId="{8FBD0129-C0BB-4F8A-B9D2-D31C5DC212F7}" dt="2025-10-02T05:51:57.133" v="686" actId="113"/>
          <ac:spMkLst>
            <pc:docMk/>
            <pc:sldMk cId="4118250279" sldId="389"/>
            <ac:spMk id="3" creationId="{2C660E1F-11B6-0942-2B5F-B7EBC41EA196}"/>
          </ac:spMkLst>
        </pc:spChg>
        <pc:spChg chg="add mod">
          <ac:chgData name="Yuli Jiang (CSD)" userId="7c291cd4-aa97-4867-8d2d-ebf5c1c3b419" providerId="ADAL" clId="{8FBD0129-C0BB-4F8A-B9D2-D31C5DC212F7}" dt="2025-10-02T05:50:20.074" v="680" actId="1076"/>
          <ac:spMkLst>
            <pc:docMk/>
            <pc:sldMk cId="4118250279" sldId="389"/>
            <ac:spMk id="6" creationId="{C682EE13-F4A2-AC5C-FB2B-3C2161E6698F}"/>
          </ac:spMkLst>
        </pc:spChg>
      </pc:sldChg>
      <pc:sldChg chg="modSp add mod">
        <pc:chgData name="Yuli Jiang (CSD)" userId="7c291cd4-aa97-4867-8d2d-ebf5c1c3b419" providerId="ADAL" clId="{8FBD0129-C0BB-4F8A-B9D2-D31C5DC212F7}" dt="2025-10-02T05:54:21.419" v="690" actId="14100"/>
        <pc:sldMkLst>
          <pc:docMk/>
          <pc:sldMk cId="258543633" sldId="390"/>
        </pc:sldMkLst>
        <pc:spChg chg="mod">
          <ac:chgData name="Yuli Jiang (CSD)" userId="7c291cd4-aa97-4867-8d2d-ebf5c1c3b419" providerId="ADAL" clId="{8FBD0129-C0BB-4F8A-B9D2-D31C5DC212F7}" dt="2025-10-02T05:54:21.419" v="690" actId="14100"/>
          <ac:spMkLst>
            <pc:docMk/>
            <pc:sldMk cId="258543633" sldId="390"/>
            <ac:spMk id="21508" creationId="{688BE607-FD5B-C55A-9B2E-79A07CBB40D9}"/>
          </ac:spMkLst>
        </pc:spChg>
      </pc:sldChg>
    </pc:docChg>
  </pc:docChgLst>
  <pc:docChgLst>
    <pc:chgData name="William Hui (IEG)" userId="S::kyhui@cuhk.edu.hk::07728535-8fdc-4325-b24f-20cc4d58a3a3" providerId="AD" clId="Web-{FEB7CAEE-CCE0-12A1-1C76-E33844E78286}"/>
    <pc:docChg chg="addSld delSld modSld">
      <pc:chgData name="William Hui (IEG)" userId="S::kyhui@cuhk.edu.hk::07728535-8fdc-4325-b24f-20cc4d58a3a3" providerId="AD" clId="Web-{FEB7CAEE-CCE0-12A1-1C76-E33844E78286}" dt="2019-08-25T12:46:01.127" v="752" actId="20577"/>
      <pc:docMkLst>
        <pc:docMk/>
      </pc:docMkLst>
      <pc:sldChg chg="modSp">
        <pc:chgData name="William Hui (IEG)" userId="S::kyhui@cuhk.edu.hk::07728535-8fdc-4325-b24f-20cc4d58a3a3" providerId="AD" clId="Web-{FEB7CAEE-CCE0-12A1-1C76-E33844E78286}" dt="2019-08-25T12:29:33.576" v="18" actId="20577"/>
        <pc:sldMkLst>
          <pc:docMk/>
          <pc:sldMk cId="0" sldId="256"/>
        </pc:sldMkLst>
      </pc:sldChg>
      <pc:sldChg chg="del">
        <pc:chgData name="William Hui (IEG)" userId="S::kyhui@cuhk.edu.hk::07728535-8fdc-4325-b24f-20cc4d58a3a3" providerId="AD" clId="Web-{FEB7CAEE-CCE0-12A1-1C76-E33844E78286}" dt="2019-08-25T12:29:36.545" v="20"/>
        <pc:sldMkLst>
          <pc:docMk/>
          <pc:sldMk cId="713600060" sldId="294"/>
        </pc:sldMkLst>
      </pc:sldChg>
      <pc:sldChg chg="modSp">
        <pc:chgData name="William Hui (IEG)" userId="S::kyhui@cuhk.edu.hk::07728535-8fdc-4325-b24f-20cc4d58a3a3" providerId="AD" clId="Web-{FEB7CAEE-CCE0-12A1-1C76-E33844E78286}" dt="2019-08-25T12:43:50.514" v="714" actId="20577"/>
        <pc:sldMkLst>
          <pc:docMk/>
          <pc:sldMk cId="3926871548" sldId="296"/>
        </pc:sldMkLst>
      </pc:sldChg>
      <pc:sldChg chg="del">
        <pc:chgData name="William Hui (IEG)" userId="S::kyhui@cuhk.edu.hk::07728535-8fdc-4325-b24f-20cc4d58a3a3" providerId="AD" clId="Web-{FEB7CAEE-CCE0-12A1-1C76-E33844E78286}" dt="2019-08-25T12:30:33" v="81"/>
        <pc:sldMkLst>
          <pc:docMk/>
          <pc:sldMk cId="3506844935" sldId="303"/>
        </pc:sldMkLst>
      </pc:sldChg>
      <pc:sldChg chg="del">
        <pc:chgData name="William Hui (IEG)" userId="S::kyhui@cuhk.edu.hk::07728535-8fdc-4325-b24f-20cc4d58a3a3" providerId="AD" clId="Web-{FEB7CAEE-CCE0-12A1-1C76-E33844E78286}" dt="2019-08-25T12:30:36.235" v="82"/>
        <pc:sldMkLst>
          <pc:docMk/>
          <pc:sldMk cId="519658567" sldId="304"/>
        </pc:sldMkLst>
      </pc:sldChg>
      <pc:sldChg chg="modSp">
        <pc:chgData name="William Hui (IEG)" userId="S::kyhui@cuhk.edu.hk::07728535-8fdc-4325-b24f-20cc4d58a3a3" providerId="AD" clId="Web-{FEB7CAEE-CCE0-12A1-1C76-E33844E78286}" dt="2019-08-25T12:46:01.111" v="751" actId="20577"/>
        <pc:sldMkLst>
          <pc:docMk/>
          <pc:sldMk cId="1518402331" sldId="305"/>
        </pc:sldMkLst>
      </pc:sldChg>
      <pc:sldChg chg="addSp modSp">
        <pc:chgData name="William Hui (IEG)" userId="S::kyhui@cuhk.edu.hk::07728535-8fdc-4325-b24f-20cc4d58a3a3" providerId="AD" clId="Web-{FEB7CAEE-CCE0-12A1-1C76-E33844E78286}" dt="2019-08-25T12:41:28.493" v="515" actId="20577"/>
        <pc:sldMkLst>
          <pc:docMk/>
          <pc:sldMk cId="2280612692" sldId="306"/>
        </pc:sldMkLst>
      </pc:sldChg>
      <pc:sldChg chg="addSp modSp add replId">
        <pc:chgData name="William Hui (IEG)" userId="S::kyhui@cuhk.edu.hk::07728535-8fdc-4325-b24f-20cc4d58a3a3" providerId="AD" clId="Web-{FEB7CAEE-CCE0-12A1-1C76-E33844E78286}" dt="2019-08-25T12:43:26.357" v="672" actId="20577"/>
        <pc:sldMkLst>
          <pc:docMk/>
          <pc:sldMk cId="1069561671" sldId="307"/>
        </pc:sldMkLst>
      </pc:sldChg>
      <pc:sldChg chg="del">
        <pc:chgData name="William Hui (IEG)" userId="S::kyhui@cuhk.edu.hk::07728535-8fdc-4325-b24f-20cc4d58a3a3" providerId="AD" clId="Web-{FEB7CAEE-CCE0-12A1-1C76-E33844E78286}" dt="2019-08-25T12:31:55.409" v="233"/>
        <pc:sldMkLst>
          <pc:docMk/>
          <pc:sldMk cId="4173803028" sldId="307"/>
        </pc:sldMkLst>
      </pc:sldChg>
      <pc:sldChg chg="del">
        <pc:chgData name="William Hui (IEG)" userId="S::kyhui@cuhk.edu.hk::07728535-8fdc-4325-b24f-20cc4d58a3a3" providerId="AD" clId="Web-{FEB7CAEE-CCE0-12A1-1C76-E33844E78286}" dt="2019-08-25T12:31:57.941" v="234"/>
        <pc:sldMkLst>
          <pc:docMk/>
          <pc:sldMk cId="3143085640" sldId="308"/>
        </pc:sldMkLst>
      </pc:sldChg>
    </pc:docChg>
  </pc:docChgLst>
  <pc:docChgLst>
    <pc:chgData name="Yuli Jiang (CSD)" userId="7c291cd4-aa97-4867-8d2d-ebf5c1c3b419" providerId="ADAL" clId="{BD115E88-3467-4FBB-AC55-A4B7022095D7}"/>
    <pc:docChg chg="custSel delSld modSld modMainMaster modNotesMaster">
      <pc:chgData name="Yuli Jiang (CSD)" userId="7c291cd4-aa97-4867-8d2d-ebf5c1c3b419" providerId="ADAL" clId="{BD115E88-3467-4FBB-AC55-A4B7022095D7}" dt="2024-10-02T11:04:11.483" v="336" actId="13926"/>
      <pc:docMkLst>
        <pc:docMk/>
      </pc:docMkLst>
      <pc:sldChg chg="modSp">
        <pc:chgData name="Yuli Jiang (CSD)" userId="7c291cd4-aa97-4867-8d2d-ebf5c1c3b419" providerId="ADAL" clId="{BD115E88-3467-4FBB-AC55-A4B7022095D7}" dt="2024-10-02T10:58:55.881" v="93"/>
        <pc:sldMkLst>
          <pc:docMk/>
          <pc:sldMk cId="0" sldId="256"/>
        </pc:sldMkLst>
      </pc:sldChg>
      <pc:sldChg chg="modSp mod modNotes">
        <pc:chgData name="Yuli Jiang (CSD)" userId="7c291cd4-aa97-4867-8d2d-ebf5c1c3b419" providerId="ADAL" clId="{BD115E88-3467-4FBB-AC55-A4B7022095D7}" dt="2024-10-02T10:59:15.223" v="116" actId="20577"/>
        <pc:sldMkLst>
          <pc:docMk/>
          <pc:sldMk cId="4016554590" sldId="295"/>
        </pc:sldMkLst>
      </pc:sldChg>
      <pc:sldChg chg="modSp modNotes">
        <pc:chgData name="Yuli Jiang (CSD)" userId="7c291cd4-aa97-4867-8d2d-ebf5c1c3b419" providerId="ADAL" clId="{BD115E88-3467-4FBB-AC55-A4B7022095D7}" dt="2024-10-02T10:58:55.881" v="93"/>
        <pc:sldMkLst>
          <pc:docMk/>
          <pc:sldMk cId="3926871548" sldId="296"/>
        </pc:sldMkLst>
      </pc:sldChg>
      <pc:sldChg chg="modSp modNotes">
        <pc:chgData name="Yuli Jiang (CSD)" userId="7c291cd4-aa97-4867-8d2d-ebf5c1c3b419" providerId="ADAL" clId="{BD115E88-3467-4FBB-AC55-A4B7022095D7}" dt="2024-10-02T10:58:55.881" v="93"/>
        <pc:sldMkLst>
          <pc:docMk/>
          <pc:sldMk cId="2559229086" sldId="298"/>
        </pc:sldMkLst>
      </pc:sldChg>
      <pc:sldChg chg="modSp modNotes">
        <pc:chgData name="Yuli Jiang (CSD)" userId="7c291cd4-aa97-4867-8d2d-ebf5c1c3b419" providerId="ADAL" clId="{BD115E88-3467-4FBB-AC55-A4B7022095D7}" dt="2024-10-02T10:58:55.881" v="93"/>
        <pc:sldMkLst>
          <pc:docMk/>
          <pc:sldMk cId="3986881255" sldId="299"/>
        </pc:sldMkLst>
      </pc:sldChg>
      <pc:sldChg chg="addSp modSp mod modNotes">
        <pc:chgData name="Yuli Jiang (CSD)" userId="7c291cd4-aa97-4867-8d2d-ebf5c1c3b419" providerId="ADAL" clId="{BD115E88-3467-4FBB-AC55-A4B7022095D7}" dt="2024-10-02T11:02:28.986" v="230" actId="1076"/>
        <pc:sldMkLst>
          <pc:docMk/>
          <pc:sldMk cId="1635924655" sldId="300"/>
        </pc:sldMkLst>
      </pc:sldChg>
      <pc:sldChg chg="del">
        <pc:chgData name="Yuli Jiang (CSD)" userId="7c291cd4-aa97-4867-8d2d-ebf5c1c3b419" providerId="ADAL" clId="{BD115E88-3467-4FBB-AC55-A4B7022095D7}" dt="2024-10-02T10:56:17.787" v="92" actId="47"/>
        <pc:sldMkLst>
          <pc:docMk/>
          <pc:sldMk cId="52076711" sldId="301"/>
        </pc:sldMkLst>
      </pc:sldChg>
      <pc:sldChg chg="modSp mod modNotes">
        <pc:chgData name="Yuli Jiang (CSD)" userId="7c291cd4-aa97-4867-8d2d-ebf5c1c3b419" providerId="ADAL" clId="{BD115E88-3467-4FBB-AC55-A4B7022095D7}" dt="2024-10-02T11:01:21.105" v="162" actId="27636"/>
        <pc:sldMkLst>
          <pc:docMk/>
          <pc:sldMk cId="1518402331" sldId="305"/>
        </pc:sldMkLst>
      </pc:sldChg>
      <pc:sldChg chg="addSp modSp mod modNotes">
        <pc:chgData name="Yuli Jiang (CSD)" userId="7c291cd4-aa97-4867-8d2d-ebf5c1c3b419" providerId="ADAL" clId="{BD115E88-3467-4FBB-AC55-A4B7022095D7}" dt="2024-10-02T11:04:11.483" v="336" actId="13926"/>
        <pc:sldMkLst>
          <pc:docMk/>
          <pc:sldMk cId="2280612692" sldId="306"/>
        </pc:sldMkLst>
      </pc:sldChg>
      <pc:sldChg chg="modSp modNotes">
        <pc:chgData name="Yuli Jiang (CSD)" userId="7c291cd4-aa97-4867-8d2d-ebf5c1c3b419" providerId="ADAL" clId="{BD115E88-3467-4FBB-AC55-A4B7022095D7}" dt="2024-10-02T10:58:55.881" v="93"/>
        <pc:sldMkLst>
          <pc:docMk/>
          <pc:sldMk cId="1069561671" sldId="307"/>
        </pc:sldMkLst>
      </pc:sldChg>
      <pc:sldMasterChg chg="modSp modSldLayout">
        <pc:chgData name="Yuli Jiang (CSD)" userId="7c291cd4-aa97-4867-8d2d-ebf5c1c3b419" providerId="ADAL" clId="{BD115E88-3467-4FBB-AC55-A4B7022095D7}" dt="2024-10-02T10:58:55.881" v="93"/>
        <pc:sldMasterMkLst>
          <pc:docMk/>
          <pc:sldMasterMk cId="0" sldId="2147483648"/>
        </pc:sldMasterMkLst>
        <pc:sldLayoutChg chg="modSp">
          <pc:chgData name="Yuli Jiang (CSD)" userId="7c291cd4-aa97-4867-8d2d-ebf5c1c3b419" providerId="ADAL" clId="{BD115E88-3467-4FBB-AC55-A4B7022095D7}" dt="2024-10-02T10:58:55.881" v="93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Yuli Jiang (CSD)" userId="7c291cd4-aa97-4867-8d2d-ebf5c1c3b419" providerId="ADAL" clId="{BD115E88-3467-4FBB-AC55-A4B7022095D7}" dt="2024-10-02T10:58:55.881" v="93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Yuli Jiang (CSD)" userId="7c291cd4-aa97-4867-8d2d-ebf5c1c3b419" providerId="ADAL" clId="{BD115E88-3467-4FBB-AC55-A4B7022095D7}" dt="2024-10-02T10:58:55.881" v="93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18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20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1E85-176D-50D1-8986-119E9A51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56150-5583-5559-BAD9-E5022315B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B0FE3-D59B-6917-426F-FB049F9AB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B354D-21BC-68C2-1358-A90D78C445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18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EC08A-2819-A62C-7018-FC447169B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3861C7-268D-9FFE-12F3-26502608E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7ED19-AA4A-ABE5-1176-FE32102E9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3036F-4FB4-6A44-0EA8-21D360D515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79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5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09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34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2130428"/>
            <a:ext cx="8382000" cy="1470025"/>
          </a:xfrm>
        </p:spPr>
        <p:txBody>
          <a:bodyPr>
            <a:normAutofit/>
          </a:bodyPr>
          <a:lstStyle/>
          <a:p>
            <a:r>
              <a:rPr lang="en-US" b="1" dirty="0"/>
              <a:t>Additional Examples of</a:t>
            </a:r>
            <a:br>
              <a:rPr lang="en-US" b="1" dirty="0"/>
            </a:br>
            <a:r>
              <a:rPr lang="en-US" b="1" dirty="0">
                <a:latin typeface="Calibri"/>
                <a:cs typeface="Calibri"/>
              </a:rPr>
              <a:t>While Loops</a:t>
            </a:r>
            <a:endParaRPr lang="en-US" b="1" dirty="0">
              <a:latin typeface="Consolas"/>
              <a:ea typeface="新細明體" pitchFamily="18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65100"/>
            <a:ext cx="88392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 dirty="0">
                <a:ea typeface="新細明體" pitchFamily="18" charset="-120"/>
              </a:rPr>
              <a:t>Example 1: find maximum number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9710739" cy="54340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b="1" dirty="0">
                <a:ea typeface="新細明體" pitchFamily="18" charset="-120"/>
              </a:rPr>
              <a:t>Objective:</a:t>
            </a:r>
            <a:r>
              <a:rPr lang="en-US" altLang="zh-TW" dirty="0">
                <a:ea typeface="新細明體" pitchFamily="18" charset="-120"/>
              </a:rPr>
              <a:t> To </a:t>
            </a:r>
            <a:r>
              <a:rPr lang="en-US" altLang="zh-TW" b="1" dirty="0">
                <a:ea typeface="新細明體" pitchFamily="18" charset="-120"/>
              </a:rPr>
              <a:t>read </a:t>
            </a:r>
            <a:r>
              <a:rPr lang="en-US" altLang="zh-TW" b="1" i="1" dirty="0">
                <a:ea typeface="新細明體" pitchFamily="18" charset="-120"/>
              </a:rPr>
              <a:t>N</a:t>
            </a:r>
            <a:r>
              <a:rPr lang="en-US" altLang="zh-TW" b="1" dirty="0">
                <a:ea typeface="新細明體" pitchFamily="18" charset="-120"/>
              </a:rPr>
              <a:t> integers </a:t>
            </a:r>
            <a:r>
              <a:rPr lang="en-US" altLang="zh-TW" dirty="0">
                <a:ea typeface="新細明體" pitchFamily="18" charset="-120"/>
              </a:rPr>
              <a:t>from the user one by one, and </a:t>
            </a:r>
            <a:r>
              <a:rPr lang="en-US" altLang="zh-TW" b="1" u="sng" dirty="0">
                <a:ea typeface="新細明體" pitchFamily="18" charset="-120"/>
              </a:rPr>
              <a:t>output the largest number </a:t>
            </a:r>
            <a:r>
              <a:rPr lang="en-US" altLang="zh-TW" dirty="0">
                <a:ea typeface="新細明體" pitchFamily="18" charset="-120"/>
              </a:rPr>
              <a:t>among the input values.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The value of N will be read from the user.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The N numbers are separated by whitespace characters.</a:t>
            </a:r>
            <a:endParaRPr lang="en-US" altLang="zh-TW" sz="3200" dirty="0">
              <a:ea typeface="新細明體" pitchFamily="18" charset="-120"/>
            </a:endParaRPr>
          </a:p>
          <a:p>
            <a:pPr marL="457200" lvl="1" indent="0">
              <a:buNone/>
            </a:pPr>
            <a:endParaRPr lang="en-US" altLang="zh-TW" dirty="0">
              <a:ea typeface="新細明體" pitchFamily="18" charset="-120"/>
            </a:endParaRPr>
          </a:p>
          <a:p>
            <a:pPr marL="457200" lvl="1" indent="0">
              <a:buNone/>
            </a:pPr>
            <a:endParaRPr lang="en-US" altLang="zh-TW" dirty="0">
              <a:ea typeface="新細明體" pitchFamily="18" charset="-120"/>
            </a:endParaRPr>
          </a:p>
          <a:p>
            <a:pPr eaLnBrk="1" hangingPunct="1"/>
            <a:endParaRPr lang="en-US" altLang="zh-TW" dirty="0">
              <a:ea typeface="新細明體" pitchFamily="18" charset="-120"/>
              <a:sym typeface="Wingdings" pitchFamily="2" charset="2"/>
            </a:endParaRPr>
          </a:p>
          <a:p>
            <a:pPr eaLnBrk="1" hangingPunct="1"/>
            <a:endParaRPr lang="en-US" altLang="zh-TW" dirty="0">
              <a:ea typeface="新細明體" pitchFamily="18" charset="-120"/>
              <a:sym typeface="Wingdings" pitchFamily="2" charset="2"/>
            </a:endParaRPr>
          </a:p>
          <a:p>
            <a:pPr marL="0" indent="0">
              <a:buNone/>
            </a:pPr>
            <a:endParaRPr lang="en-US" altLang="zh-TW" sz="2800" dirty="0">
              <a:ea typeface="新細明體" pitchFamily="18" charset="-120"/>
              <a:sym typeface="Wingdings" pitchFamily="2" charset="2"/>
            </a:endParaRPr>
          </a:p>
          <a:p>
            <a:pPr lvl="1" eaLnBrk="1" hangingPunct="1"/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55459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1: Solution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cs typeface="Calibri"/>
              </a:rPr>
              <a:t>It can be identified as:</a:t>
            </a:r>
          </a:p>
          <a:p>
            <a:pPr lvl="1"/>
            <a:r>
              <a:rPr lang="en-US" sz="2400" dirty="0">
                <a:cs typeface="Calibri"/>
              </a:rPr>
              <a:t>Aggregate data to generate a certain statistic</a:t>
            </a:r>
            <a:endParaRPr lang="en-US" sz="2400" dirty="0"/>
          </a:p>
          <a:p>
            <a:r>
              <a:rPr lang="en-US" sz="2800" dirty="0"/>
              <a:t>Plan:</a:t>
            </a:r>
          </a:p>
          <a:p>
            <a:pPr lvl="1"/>
            <a:r>
              <a:rPr lang="en-US" sz="2400" dirty="0"/>
              <a:t>Use a variable to remember the largest value. Let's name this variable </a:t>
            </a:r>
            <a:r>
              <a:rPr lang="en-US" sz="2400" b="1" dirty="0">
                <a:latin typeface="Consolas" panose="020B0609020204030204" pitchFamily="49" charset="0"/>
              </a:rPr>
              <a:t>max</a:t>
            </a:r>
            <a:r>
              <a:rPr lang="en-US" sz="2400" dirty="0"/>
              <a:t>.</a:t>
            </a:r>
            <a:endParaRPr lang="en-US" sz="2400" dirty="0">
              <a:cs typeface="Calibri"/>
            </a:endParaRPr>
          </a:p>
          <a:p>
            <a:pPr lvl="1"/>
            <a:r>
              <a:rPr lang="en-US" sz="2400" dirty="0"/>
              <a:t>Read the input values one by one.</a:t>
            </a:r>
            <a:endParaRPr lang="en-US" sz="2400" dirty="0">
              <a:cs typeface="Calibri"/>
            </a:endParaRPr>
          </a:p>
          <a:p>
            <a:pPr lvl="1"/>
            <a:r>
              <a:rPr lang="en-US" sz="2400" dirty="0"/>
              <a:t>For each input value, if its value is larger than </a:t>
            </a:r>
            <a:r>
              <a:rPr lang="en-US" sz="2400" b="1" dirty="0">
                <a:latin typeface="Consolas" panose="020B0609020204030204" pitchFamily="49" charset="0"/>
              </a:rPr>
              <a:t>max</a:t>
            </a:r>
            <a:r>
              <a:rPr lang="en-US" sz="2400" dirty="0"/>
              <a:t>, replace the value of </a:t>
            </a:r>
            <a:r>
              <a:rPr lang="en-US" sz="2400" b="1" dirty="0">
                <a:latin typeface="Consolas" panose="020B0609020204030204" pitchFamily="49" charset="0"/>
              </a:rPr>
              <a:t>max</a:t>
            </a:r>
            <a:r>
              <a:rPr lang="en-US" sz="2400" dirty="0"/>
              <a:t> by this input value.</a:t>
            </a:r>
            <a:endParaRPr lang="en-US" sz="2400" dirty="0">
              <a:cs typeface="Calibri"/>
            </a:endParaRPr>
          </a:p>
          <a:p>
            <a:pPr lvl="1"/>
            <a:r>
              <a:rPr lang="en-US" sz="2400" dirty="0"/>
              <a:t>How do we choose an initial value for </a:t>
            </a:r>
            <a:r>
              <a:rPr lang="en-US" sz="2400" b="1" dirty="0">
                <a:latin typeface="Consolas" panose="020B0609020204030204" pitchFamily="49" charset="0"/>
              </a:rPr>
              <a:t>max</a:t>
            </a:r>
            <a:r>
              <a:rPr lang="en-US" sz="2400" dirty="0"/>
              <a:t> so that its value will get updated when we encounter a larger input?</a:t>
            </a:r>
            <a:endParaRPr lang="en-US" sz="2400" dirty="0">
              <a:cs typeface="Calibri"/>
            </a:endParaRPr>
          </a:p>
          <a:p>
            <a:pPr lvl="2"/>
            <a:r>
              <a:rPr lang="en-US" sz="1800" dirty="0"/>
              <a:t>Approach 1: Select a very small value</a:t>
            </a:r>
            <a:endParaRPr lang="en-US" sz="1800" dirty="0">
              <a:cs typeface="Calibri"/>
            </a:endParaRPr>
          </a:p>
          <a:p>
            <a:pPr lvl="2"/>
            <a:r>
              <a:rPr lang="en-US" sz="1800" dirty="0"/>
              <a:t>Approach 2: Use the 1</a:t>
            </a:r>
            <a:r>
              <a:rPr lang="en-US" sz="1800" baseline="30000" dirty="0"/>
              <a:t>st</a:t>
            </a:r>
            <a:r>
              <a:rPr lang="en-US" sz="1800" dirty="0"/>
              <a:t> input value</a:t>
            </a:r>
            <a:endParaRPr lang="en-US" sz="1800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87154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4396A-988A-3B0F-9517-0F8D838B6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1C96-441C-5D23-C977-2C37FFAE1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9759462" cy="8382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1: Solution (Approach #1)  key code</a:t>
            </a:r>
            <a:endParaRPr lang="en-US" sz="4000" dirty="0">
              <a:ea typeface="新細明體" pitchFamily="18" charset="-12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49FE0-AE75-5E1A-0BB7-A1C9666F6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4339" y="1066801"/>
            <a:ext cx="8932985" cy="81333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Here we want to ask for </a:t>
            </a:r>
            <a:r>
              <a:rPr lang="en-US" u="sng" dirty="0"/>
              <a:t>several inputs from the user</a:t>
            </a:r>
            <a:r>
              <a:rPr lang="en-US" dirty="0"/>
              <a:t> and print the </a:t>
            </a:r>
            <a:r>
              <a:rPr lang="en-US" u="sng" dirty="0"/>
              <a:t>Maximum value</a:t>
            </a:r>
            <a:r>
              <a:rPr lang="en-US" dirty="0"/>
              <a:t> out: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832FA-FC56-FD05-1839-4C934CC4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E330F00-46FA-1781-9009-E2F950C22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032533"/>
            <a:ext cx="8677276" cy="370014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endParaRPr lang="en-US" sz="2400" b="0" dirty="0">
              <a:solidFill>
                <a:srgbClr val="0000FF"/>
              </a:solidFill>
              <a:latin typeface="Consolas"/>
              <a:ea typeface="新細明體"/>
              <a:cs typeface="Times New Roman"/>
            </a:endParaRPr>
          </a:p>
          <a:p>
            <a:pPr>
              <a:lnSpc>
                <a:spcPct val="110000"/>
              </a:lnSpc>
            </a:pPr>
            <a:r>
              <a:rPr lang="en-US" sz="2400" b="0" dirty="0">
                <a:latin typeface="Consolas"/>
                <a:ea typeface="新細明體"/>
                <a:cs typeface="Times New Roman"/>
              </a:rPr>
              <a:t>max=</a:t>
            </a:r>
            <a:r>
              <a:rPr lang="en-US" sz="2400" dirty="0">
                <a:solidFill>
                  <a:srgbClr val="7030A0"/>
                </a:solidFill>
                <a:latin typeface="Consolas"/>
                <a:ea typeface="新細明體"/>
                <a:cs typeface="Times New Roman"/>
              </a:rPr>
              <a:t>INT_MIN</a:t>
            </a:r>
            <a:r>
              <a:rPr lang="en-US" sz="2400" b="0" dirty="0">
                <a:latin typeface="Consolas"/>
                <a:ea typeface="新細明體"/>
                <a:cs typeface="Times New Roman"/>
              </a:rPr>
              <a:t>;</a:t>
            </a:r>
            <a:endParaRPr lang="en-US" sz="2400" b="0" dirty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endParaRPr lang="en-US" sz="2400" b="0" dirty="0">
              <a:latin typeface="Consolas"/>
              <a:ea typeface="新細明體"/>
              <a:cs typeface="Times New Roman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while (</a:t>
            </a:r>
            <a:r>
              <a:rPr lang="en-US" altLang="zh-TW" sz="2400" b="0" dirty="0" err="1"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 &lt; N) {</a:t>
            </a: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400" b="0" dirty="0" err="1"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400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400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if (input&gt;max)</a:t>
            </a:r>
          </a:p>
          <a:p>
            <a:pPr>
              <a:lnSpc>
                <a:spcPct val="110000"/>
              </a:lnSpc>
            </a:pPr>
            <a:r>
              <a:rPr lang="en-US" altLang="zh-TW" sz="2400" dirty="0">
                <a:solidFill>
                  <a:srgbClr val="FF0000"/>
                </a:solidFill>
                <a:latin typeface="Consolas"/>
                <a:ea typeface="新細明體"/>
                <a:cs typeface="Consolas" panose="020B0609020204030204" pitchFamily="49" charset="0"/>
              </a:rPr>
              <a:t>			  max=input;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400" b="0" dirty="0" err="1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i</a:t>
            </a:r>
            <a:r>
              <a:rPr lang="en-US" altLang="zh-TW" sz="2400" b="0" dirty="0">
                <a:highlight>
                  <a:srgbClr val="C0C0C0"/>
                </a:highlight>
                <a:latin typeface="Consolas"/>
                <a:ea typeface="新細明體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sz="2400" b="0" dirty="0">
                <a:latin typeface="Consolas"/>
                <a:ea typeface="新細明體"/>
                <a:cs typeface="Consolas" panose="020B0609020204030204" pitchFamily="49" charset="0"/>
              </a:rPr>
              <a:t>} </a:t>
            </a:r>
          </a:p>
          <a:p>
            <a:pPr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400" b="0" dirty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0BE1CE2-EF9B-2D42-2AB0-4135EB593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2032533"/>
            <a:ext cx="461962" cy="370014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 anchor="t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2</a:t>
            </a:r>
            <a:endParaRPr lang="en-US" altLang="zh-TW" sz="24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3</a:t>
            </a:r>
            <a:endParaRPr lang="en-US" altLang="zh-TW" sz="24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4</a:t>
            </a:r>
            <a:endParaRPr lang="en-US" altLang="zh-TW" sz="2400" b="0" dirty="0">
              <a:solidFill>
                <a:srgbClr val="00000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b="0" dirty="0">
                <a:solidFill>
                  <a:srgbClr val="5F5F5F"/>
                </a:solidFill>
                <a:latin typeface="Consolas"/>
                <a:ea typeface="新細明體"/>
                <a:cs typeface="Consolas" panose="020B0609020204030204" pitchFamily="49" charset="0"/>
              </a:rPr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8F8A31-F194-F7AA-C02D-231A7776DF25}"/>
              </a:ext>
            </a:extLst>
          </p:cNvPr>
          <p:cNvSpPr txBox="1"/>
          <p:nvPr/>
        </p:nvSpPr>
        <p:spPr>
          <a:xfrm>
            <a:off x="7620000" y="2420936"/>
            <a:ext cx="4038600" cy="335258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  <a:cs typeface="Calibri"/>
              </a:rPr>
              <a:t>Maximum Value</a:t>
            </a:r>
          </a:p>
          <a:p>
            <a:endParaRPr lang="en-US" sz="500" dirty="0">
              <a:solidFill>
                <a:schemeClr val="tx1"/>
              </a:solidFill>
              <a:highlight>
                <a:srgbClr val="C0C0C0"/>
              </a:highlight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altLang="zh-TW" sz="2000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Must add "</a:t>
            </a:r>
            <a:r>
              <a:rPr lang="en-US" altLang="zh-TW" sz="200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dirty="0" err="1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limits.h</a:t>
            </a:r>
            <a:r>
              <a:rPr lang="en-US" altLang="zh-TW" sz="200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  <a:r>
              <a:rPr lang="en-US" altLang="zh-TW" sz="2000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" to use </a:t>
            </a:r>
            <a:r>
              <a:rPr lang="en-US" altLang="zh-TW" sz="2000" b="1" dirty="0">
                <a:solidFill>
                  <a:srgbClr val="7030A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INT_MIN</a:t>
            </a:r>
            <a:r>
              <a:rPr lang="en-US" altLang="zh-TW" sz="2000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 (a predefined named constant that represents the smallest possible value of type </a:t>
            </a:r>
            <a:r>
              <a:rPr lang="en-US" altLang="zh-TW" sz="200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endParaRPr lang="en-US" altLang="zh-TW" sz="800" dirty="0">
              <a:solidFill>
                <a:srgbClr val="002060"/>
              </a:solidFill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800" dirty="0">
                <a:solidFill>
                  <a:srgbClr val="C00000"/>
                </a:solidFill>
                <a:ea typeface="新細明體" pitchFamily="18" charset="-120"/>
                <a:cs typeface="Consolas" panose="020B0609020204030204" pitchFamily="49" charset="0"/>
              </a:rPr>
              <a:t>Update max whenever read in a larger number</a:t>
            </a:r>
          </a:p>
        </p:txBody>
      </p:sp>
    </p:spTree>
    <p:extLst>
      <p:ext uri="{BB962C8B-B14F-4D97-AF65-F5344CB8AC3E}">
        <p14:creationId xmlns:p14="http://schemas.microsoft.com/office/powerpoint/2010/main" val="422543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1"/>
            <a:ext cx="98297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1: Solution (Approach #1) Full code1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b="0" dirty="0" err="1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b="0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dirty="0" err="1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limits.h</a:t>
            </a:r>
            <a:r>
              <a:rPr lang="en-US" altLang="zh-TW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main(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void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{</a:t>
            </a:r>
            <a:endParaRPr lang="en-US" altLang="zh-TW" b="0" dirty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max,  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remember the largest input value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input,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To hold the input value temporarily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N,        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# of input to be read from the user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       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 = ? 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&amp;N);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max = </a:t>
            </a:r>
            <a:r>
              <a:rPr lang="en-US" altLang="zh-TW" dirty="0">
                <a:solidFill>
                  <a:srgbClr val="7030A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INT_MIN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  </a:t>
            </a: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Let "max" be a very small value first, 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// we will update its value when we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// encounter a larger input. 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Rectangle 23"/>
          <p:cNvSpPr txBox="1">
            <a:spLocks noChangeArrowheads="1"/>
          </p:cNvSpPr>
          <p:nvPr/>
        </p:nvSpPr>
        <p:spPr bwMode="auto">
          <a:xfrm>
            <a:off x="5257800" y="990601"/>
            <a:ext cx="5410200" cy="97998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Must add "</a:t>
            </a:r>
            <a:r>
              <a:rPr lang="en-US" altLang="zh-TW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dirty="0" err="1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limits.h</a:t>
            </a:r>
            <a:r>
              <a:rPr lang="en-US" altLang="zh-TW" dirty="0">
                <a:solidFill>
                  <a:srgbClr val="339933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  <a:r>
              <a:rPr lang="en-US" altLang="zh-TW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" to use </a:t>
            </a:r>
            <a:r>
              <a:rPr lang="en-US" altLang="zh-TW" b="1" dirty="0">
                <a:solidFill>
                  <a:srgbClr val="7030A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INT_MIN</a:t>
            </a:r>
            <a:r>
              <a:rPr lang="en-US" altLang="zh-TW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 (a predefined named constant that represents the smallest possible value of type </a:t>
            </a:r>
            <a:r>
              <a:rPr lang="en-US" altLang="zh-TW" dirty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dirty="0">
                <a:solidFill>
                  <a:srgbClr val="002060"/>
                </a:solidFill>
                <a:ea typeface="新細明體" pitchFamily="18" charset="-12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22908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1"/>
            <a:ext cx="99059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1: Solution (Approach #1)</a:t>
            </a:r>
            <a:r>
              <a:rPr lang="en-US" altLang="zh-TW" sz="4000" dirty="0"/>
              <a:t> Full code2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32004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while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 N) {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&amp;input);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(input &gt; max)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	            max = input;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++;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 err="1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"The largest number is %d.\n"</a:t>
            </a: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max);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32004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27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4191000"/>
            <a:ext cx="9144000" cy="2209800"/>
          </a:xfrm>
          <a:prstGeom prst="rect">
            <a:avLst/>
          </a:prstGeom>
          <a:solidFill>
            <a:srgbClr val="CCCC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>
            <a:lvl1pPr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914400" algn="l"/>
                <a:tab pos="1376363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 = ? </a:t>
            </a: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-10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99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3333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The largest number is 99.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88125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9C99CFFA-D5B1-CCA8-EA33-4C6C2BFD6D96}"/>
              </a:ext>
            </a:extLst>
          </p:cNvPr>
          <p:cNvGrpSpPr/>
          <p:nvPr/>
        </p:nvGrpSpPr>
        <p:grpSpPr>
          <a:xfrm>
            <a:off x="1985964" y="990600"/>
            <a:ext cx="8682037" cy="5257800"/>
            <a:chOff x="461963" y="990600"/>
            <a:chExt cx="8682037" cy="5257800"/>
          </a:xfrm>
        </p:grpSpPr>
        <p:sp>
          <p:nvSpPr>
            <p:cNvPr id="2" name="Rectangle 1"/>
            <p:cNvSpPr/>
            <p:nvPr/>
          </p:nvSpPr>
          <p:spPr>
            <a:xfrm>
              <a:off x="990600" y="2743200"/>
              <a:ext cx="2743200" cy="76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32" name="Rectangle 4"/>
            <p:cNvSpPr>
              <a:spLocks noChangeArrowheads="1"/>
            </p:cNvSpPr>
            <p:nvPr/>
          </p:nvSpPr>
          <p:spPr bwMode="auto">
            <a:xfrm>
              <a:off x="461963" y="990600"/>
              <a:ext cx="8682037" cy="525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1pPr>
              <a:lvl2pPr marL="742950" indent="-28575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2pPr>
              <a:lvl3pPr marL="11430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3pPr>
              <a:lvl4pPr marL="16002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4pPr>
              <a:lvl5pPr marL="2057400" indent="-228600" defTabSz="463550"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5pPr>
              <a:lvl6pPr marL="25146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6pPr>
              <a:lvl7pPr marL="29718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7pPr>
              <a:lvl8pPr marL="34290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8pPr>
              <a:lvl9pPr marL="3886200" indent="-228600" defTabSz="4635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b="1">
                  <a:solidFill>
                    <a:schemeClr val="tx1"/>
                  </a:solidFill>
                  <a:latin typeface="Arial" charset="0"/>
                  <a:cs typeface="Times New Roman" pitchFamily="18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zh-TW" b="0" dirty="0">
                  <a:solidFill>
                    <a:srgbClr val="339933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#include &lt;</a:t>
              </a:r>
              <a:r>
                <a:rPr lang="en-US" altLang="zh-TW" b="0" dirty="0" err="1">
                  <a:solidFill>
                    <a:srgbClr val="339933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stdio.h</a:t>
              </a:r>
              <a:r>
                <a:rPr lang="en-US" altLang="zh-TW" b="0" dirty="0">
                  <a:solidFill>
                    <a:srgbClr val="339933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&gt;</a:t>
              </a:r>
              <a:endPara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b="0" dirty="0" err="1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</a:t>
              </a:r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main(</a:t>
              </a:r>
              <a:r>
                <a:rPr lang="en-US" altLang="zh-TW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void</a:t>
              </a:r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 {</a:t>
              </a:r>
              <a:endParaRPr lang="en-US" altLang="zh-TW" b="0" dirty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int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max, input, N, </a:t>
              </a:r>
              <a:r>
                <a:rPr lang="en-US" altLang="zh-TW" b="0" dirty="0" err="1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=0;            </a:t>
              </a: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b="0" dirty="0" err="1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"N = ? "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);</a:t>
              </a: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b="0" dirty="0" err="1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scanf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"%d"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&amp;N);</a:t>
              </a:r>
            </a:p>
            <a:p>
              <a:pPr>
                <a:lnSpc>
                  <a:spcPct val="110000"/>
                </a:lnSpc>
              </a:pPr>
              <a:endPara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b="0" dirty="0" err="1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scanf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"%d"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&amp;input);</a:t>
              </a:r>
              <a:r>
                <a:rPr lang="en-US" altLang="zh-TW" b="0" dirty="0">
                  <a:solidFill>
                    <a:srgbClr val="00B05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// So far we have seen only one input,</a:t>
              </a:r>
              <a:endPara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max = input;         </a:t>
              </a:r>
              <a:r>
                <a:rPr lang="en-US" altLang="zh-TW" b="0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Assume it is current MAX</a:t>
              </a:r>
              <a:endPara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while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(</a:t>
              </a:r>
              <a:r>
                <a:rPr lang="en-US" altLang="zh-TW" b="0" dirty="0" err="1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&lt; </a:t>
              </a:r>
              <a:r>
                <a:rPr lang="en-US" altLang="zh-TW" dirty="0">
                  <a:solidFill>
                    <a:srgbClr val="C0000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N-1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) { </a:t>
              </a:r>
              <a:r>
                <a:rPr lang="en-US" altLang="zh-TW" b="0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Process the remaining N-1 input values</a:t>
              </a:r>
              <a:endPara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    </a:t>
              </a:r>
              <a:r>
                <a:rPr lang="en-US" altLang="zh-TW" b="0" dirty="0" err="1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scanf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"%d"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&amp;input);</a:t>
              </a: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    </a:t>
              </a:r>
              <a:r>
                <a:rPr lang="en-US" altLang="zh-TW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if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(input &gt; max)</a:t>
              </a: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	            max = input;</a:t>
              </a: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    </a:t>
              </a:r>
              <a:r>
                <a:rPr lang="en-US" altLang="zh-TW" b="0" dirty="0" err="1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++;</a:t>
              </a:r>
              <a:endPara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}</a:t>
              </a: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b="0" dirty="0" err="1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printf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(</a:t>
              </a:r>
              <a:r>
                <a:rPr lang="en-US" altLang="zh-TW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"The largest number is %d.\n"</a:t>
              </a:r>
              <a:r>
                <a:rPr lang="en-US" altLang="zh-TW" b="0" dirty="0">
                  <a:solidFill>
                    <a:srgbClr val="002060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, max);</a:t>
              </a: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   </a:t>
              </a:r>
              <a:r>
                <a:rPr lang="en-US" altLang="zh-TW" b="0" dirty="0">
                  <a:solidFill>
                    <a:srgbClr val="0000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return</a:t>
              </a:r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 </a:t>
              </a:r>
              <a:r>
                <a:rPr lang="en-US" altLang="zh-TW" b="0" dirty="0">
                  <a:solidFill>
                    <a:srgbClr val="3399FF"/>
                  </a:solidFill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0</a:t>
              </a:r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;</a:t>
              </a:r>
            </a:p>
            <a:p>
              <a:pPr>
                <a:lnSpc>
                  <a:spcPct val="110000"/>
                </a:lnSpc>
              </a:pPr>
              <a:r>
                <a:rPr lang="en-US" altLang="zh-TW" b="0" dirty="0">
                  <a:latin typeface="Consolas" panose="020B0609020204030204" pitchFamily="49" charset="0"/>
                  <a:ea typeface="新細明體" pitchFamily="18" charset="-120"/>
                  <a:cs typeface="Consolas" panose="020B0609020204030204" pitchFamily="49" charset="0"/>
                </a:rPr>
                <a:t>}</a:t>
              </a:r>
              <a:endPara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endParaRPr>
            </a:p>
          </p:txBody>
        </p:sp>
      </p:grp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1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Example 1: Solution (Approach #2)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50D23F4-79E9-AF01-71F2-487B29093982}"/>
              </a:ext>
            </a:extLst>
          </p:cNvPr>
          <p:cNvSpPr txBox="1"/>
          <p:nvPr/>
        </p:nvSpPr>
        <p:spPr>
          <a:xfrm>
            <a:off x="7162800" y="865763"/>
            <a:ext cx="4800600" cy="18774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A better solution</a:t>
            </a:r>
          </a:p>
          <a:p>
            <a:endParaRPr lang="en-US" sz="800" dirty="0"/>
          </a:p>
          <a:p>
            <a:r>
              <a:rPr lang="en-US" sz="3200" dirty="0"/>
              <a:t>Assume the first number is current max</a:t>
            </a:r>
            <a:endParaRPr lang="LID4096" sz="3200" dirty="0"/>
          </a:p>
        </p:txBody>
      </p:sp>
    </p:spTree>
    <p:extLst>
      <p:ext uri="{BB962C8B-B14F-4D97-AF65-F5344CB8AC3E}">
        <p14:creationId xmlns:p14="http://schemas.microsoft.com/office/powerpoint/2010/main" val="163592465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BB4E0-4909-3B94-BE4A-88EB510EF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BBD6CDA9-0337-AC97-0A82-5D4F9AB03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165100"/>
            <a:ext cx="88392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 dirty="0">
                <a:ea typeface="新細明體"/>
              </a:rPr>
              <a:t>Example 2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688BE607-FD5B-C55A-9B2E-79A07CBB4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76365"/>
            <a:ext cx="11734800" cy="53244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/>
            <a:r>
              <a:rPr lang="en-US" altLang="zh-TW" sz="3900" b="1" dirty="0">
                <a:ea typeface="新細明體"/>
              </a:rPr>
              <a:t>Objective:</a:t>
            </a:r>
            <a:r>
              <a:rPr lang="en-US" altLang="zh-TW" sz="3900" dirty="0">
                <a:ea typeface="新細明體"/>
              </a:rPr>
              <a:t> To compute the sum of digits of a positive integer.</a:t>
            </a:r>
            <a:endParaRPr lang="en-US" altLang="zh-TW" sz="39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en-US" altLang="zh-TW" sz="2800" dirty="0">
              <a:ea typeface="新細明體" pitchFamily="18" charset="-120"/>
            </a:endParaRPr>
          </a:p>
          <a:p>
            <a:endParaRPr lang="en-US" altLang="zh-TW" sz="2400" dirty="0">
              <a:ea typeface="新細明體"/>
              <a:cs typeface="Calibr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D5A9097-31E9-E613-FE7B-B43BE92E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4363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1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Example 2: Solution      key idea: get digits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 = ? "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while 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&gt;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 {       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Loop until no digit left</a:t>
            </a:r>
          </a:p>
          <a:p>
            <a:pPr>
              <a:lnSpc>
                <a:spcPct val="110000"/>
              </a:lnSpc>
            </a:pPr>
            <a:r>
              <a:rPr lang="en-US" b="0" dirty="0">
                <a:latin typeface="Consolas"/>
                <a:ea typeface="新細明體"/>
                <a:cs typeface="Times New Roman"/>
              </a:rPr>
              <a:t>   </a:t>
            </a:r>
            <a:r>
              <a:rPr lang="en-US" b="0" dirty="0" err="1">
                <a:latin typeface="Consolas"/>
                <a:ea typeface="新細明體"/>
                <a:cs typeface="Times New Roman"/>
              </a:rPr>
              <a:t>printf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(</a:t>
            </a:r>
            <a:r>
              <a:rPr lang="en-US" b="0" dirty="0">
                <a:solidFill>
                  <a:srgbClr val="00B0F0"/>
                </a:solidFill>
                <a:latin typeface="Consolas"/>
                <a:ea typeface="新細明體"/>
                <a:cs typeface="Times New Roman"/>
              </a:rPr>
              <a:t>"%d\n"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, </a:t>
            </a:r>
            <a:r>
              <a:rPr lang="en-US" b="0" dirty="0" err="1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num</a:t>
            </a:r>
            <a:r>
              <a:rPr lang="en-US" b="0" dirty="0">
                <a:highlight>
                  <a:srgbClr val="FFFF00"/>
                </a:highlight>
                <a:latin typeface="Consolas"/>
                <a:ea typeface="新細明體"/>
                <a:cs typeface="Times New Roman"/>
              </a:rPr>
              <a:t> % 10</a:t>
            </a:r>
            <a:r>
              <a:rPr lang="en-US" b="0" dirty="0">
                <a:latin typeface="Consolas"/>
                <a:ea typeface="新細明體"/>
                <a:cs typeface="Times New Roman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/ </a:t>
            </a:r>
            <a:r>
              <a:rPr lang="en-US" altLang="zh-TW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;      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Remove the last digit from </a:t>
            </a:r>
            <a:r>
              <a:rPr lang="en-US" altLang="zh-TW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5963" y="6248400"/>
            <a:ext cx="7615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Note</a:t>
            </a:r>
            <a:r>
              <a:rPr lang="en-US" sz="2000" dirty="0"/>
              <a:t>: We assume the input value is a non-negative integer.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C5E05E-D961-491D-91D6-1422B012CA78}"/>
              </a:ext>
            </a:extLst>
          </p:cNvPr>
          <p:cNvSpPr txBox="1"/>
          <p:nvPr/>
        </p:nvSpPr>
        <p:spPr>
          <a:xfrm>
            <a:off x="7332611" y="4038817"/>
            <a:ext cx="4646604" cy="2031325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Do NOT try to tackle a complicated looping problem all at once. Do it </a:t>
            </a:r>
            <a:r>
              <a:rPr lang="en-US" b="1" dirty="0">
                <a:cs typeface="Calibri"/>
              </a:rPr>
              <a:t>step by step</a:t>
            </a:r>
            <a:r>
              <a:rPr lang="en-US" dirty="0">
                <a:cs typeface="Calibri"/>
              </a:rPr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Let's start by extracting digits from a number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Do you see why we can accomplish that with the few lines above?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C6DD0B-7D74-2E04-7191-9CEC70D7589C}"/>
              </a:ext>
            </a:extLst>
          </p:cNvPr>
          <p:cNvSpPr txBox="1"/>
          <p:nvPr/>
        </p:nvSpPr>
        <p:spPr>
          <a:xfrm>
            <a:off x="7162800" y="787858"/>
            <a:ext cx="4800600" cy="126188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Common skills</a:t>
            </a:r>
          </a:p>
          <a:p>
            <a:pPr algn="ctr"/>
            <a:r>
              <a:rPr lang="en-US" sz="3600" dirty="0"/>
              <a:t>Split number into digits</a:t>
            </a:r>
          </a:p>
        </p:txBody>
      </p:sp>
    </p:spTree>
    <p:extLst>
      <p:ext uri="{BB962C8B-B14F-4D97-AF65-F5344CB8AC3E}">
        <p14:creationId xmlns:p14="http://schemas.microsoft.com/office/powerpoint/2010/main" val="22806126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65100"/>
            <a:ext cx="8839200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b="1" dirty="0">
                <a:ea typeface="新細明體"/>
              </a:rPr>
              <a:t>Example 2</a:t>
            </a:r>
            <a:endParaRPr lang="en-US" altLang="zh-TW" sz="4000" dirty="0">
              <a:ea typeface="新細明體" pitchFamily="18" charset="-120"/>
            </a:endParaRP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76365"/>
            <a:ext cx="10744199" cy="532443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eaLnBrk="1" hangingPunct="1"/>
            <a:r>
              <a:rPr lang="en-US" altLang="zh-TW" sz="3900" b="1" dirty="0">
                <a:ea typeface="新細明體"/>
              </a:rPr>
              <a:t>Objective:</a:t>
            </a:r>
            <a:r>
              <a:rPr lang="en-US" altLang="zh-TW" sz="3900" dirty="0">
                <a:ea typeface="新細明體"/>
              </a:rPr>
              <a:t> To compute the sum of digits of a positive integer.</a:t>
            </a:r>
            <a:endParaRPr lang="en-US" altLang="zh-TW" sz="39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en-US" altLang="zh-TW" sz="2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/>
              </a:rPr>
              <a:t>This example aims to show how to use a while-loop to achieve the objective by repeatedly:</a:t>
            </a:r>
            <a:endParaRPr lang="en-US" altLang="zh-TW" sz="2800" dirty="0">
              <a:ea typeface="新細明體"/>
              <a:cs typeface="Calibri"/>
            </a:endParaRPr>
          </a:p>
          <a:p>
            <a:pPr lvl="1"/>
            <a:r>
              <a:rPr lang="en-US" altLang="zh-TW" sz="2400" dirty="0">
                <a:ea typeface="新細明體"/>
              </a:rPr>
              <a:t>Extracting the last digit from the number, </a:t>
            </a:r>
            <a:endParaRPr lang="en-US" altLang="zh-TW" sz="2400" dirty="0">
              <a:ea typeface="新細明體" pitchFamily="18" charset="-120"/>
              <a:cs typeface="Calibri"/>
            </a:endParaRPr>
          </a:p>
          <a:p>
            <a:pPr lvl="1"/>
            <a:r>
              <a:rPr lang="en-US" altLang="zh-TW" sz="2400" dirty="0">
                <a:ea typeface="新細明體"/>
              </a:rPr>
              <a:t>Adding the value of the extracted digit to a variable, and</a:t>
            </a:r>
            <a:endParaRPr lang="en-US" altLang="zh-TW" sz="2400" dirty="0">
              <a:ea typeface="新細明體"/>
              <a:cs typeface="Calibri"/>
            </a:endParaRPr>
          </a:p>
          <a:p>
            <a:pPr lvl="1"/>
            <a:r>
              <a:rPr lang="en-US" altLang="zh-TW" sz="2400" dirty="0">
                <a:ea typeface="新細明體"/>
              </a:rPr>
              <a:t>Removing the last digit from the number.</a:t>
            </a:r>
            <a:br>
              <a:rPr lang="en-US" altLang="zh-TW" sz="2400" dirty="0">
                <a:ea typeface="新細明體"/>
                <a:cs typeface="Calibri"/>
              </a:rPr>
            </a:br>
            <a:endParaRPr lang="en-US" altLang="zh-TW" sz="2400" dirty="0">
              <a:ea typeface="新細明體"/>
              <a:cs typeface="Calibri"/>
            </a:endParaRPr>
          </a:p>
          <a:p>
            <a:r>
              <a:rPr lang="en-US" altLang="zh-TW" sz="2800" dirty="0">
                <a:ea typeface="新細明體"/>
                <a:cs typeface="Calibri"/>
              </a:rPr>
              <a:t>What loop cases are involved?</a:t>
            </a:r>
          </a:p>
          <a:p>
            <a:pPr lvl="1"/>
            <a:r>
              <a:rPr lang="en-US" altLang="zh-TW" sz="2400" dirty="0">
                <a:ea typeface="新細明體"/>
                <a:cs typeface="Calibri"/>
              </a:rPr>
              <a:t>Basic Case #2 - Indefinite Repetition (we won't know in prior how many digits there are) </a:t>
            </a:r>
          </a:p>
          <a:p>
            <a:pPr lvl="1"/>
            <a:r>
              <a:rPr lang="en-US" altLang="zh-TW" sz="2400" dirty="0">
                <a:ea typeface="新細明體"/>
                <a:cs typeface="Calibri"/>
              </a:rPr>
              <a:t>Aggregate data (sum of the digits)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40233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1" y="165101"/>
            <a:ext cx="8915399" cy="498475"/>
          </a:xfrm>
        </p:spPr>
        <p:txBody>
          <a:bodyPr>
            <a:noAutofit/>
          </a:bodyPr>
          <a:lstStyle/>
          <a:p>
            <a:r>
              <a:rPr lang="en-US" altLang="zh-TW" sz="4000" dirty="0">
                <a:ea typeface="新細明體"/>
              </a:rPr>
              <a:t>Example 2: Solution         Full code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1985964" y="990600"/>
            <a:ext cx="8682037" cy="525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00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digitSum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;              </a:t>
            </a:r>
            <a:r>
              <a:rPr lang="en-US" altLang="zh-TW" b="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// To store the sum of digits of "num"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</a:t>
            </a:r>
            <a:r>
              <a:rPr lang="en-US" altLang="zh-TW" b="0" dirty="0" err="1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 = ? "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scanf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"%d"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, &amp;num);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digitSum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while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&gt;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0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) {       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Eventually </a:t>
            </a:r>
            <a:r>
              <a:rPr lang="en-US" altLang="zh-TW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 will become 0</a:t>
            </a: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               // inside the loop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</a:t>
            </a: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digitSum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+= </a:t>
            </a: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% </a:t>
            </a:r>
            <a:r>
              <a:rPr lang="en-US" altLang="zh-TW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;   </a:t>
            </a:r>
            <a:r>
              <a:rPr lang="en-US" altLang="zh-TW" b="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// Add the last digit of </a:t>
            </a:r>
            <a:r>
              <a:rPr lang="en-US" altLang="zh-TW" b="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 to </a:t>
            </a:r>
            <a:r>
              <a:rPr lang="en-US" altLang="zh-TW" b="0" dirty="0" err="1">
                <a:solidFill>
                  <a:srgbClr val="00B05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digitSum</a:t>
            </a:r>
            <a:endParaRPr lang="en-US" altLang="zh-TW" b="0" dirty="0">
              <a:solidFill>
                <a:srgbClr val="00B050"/>
              </a:solidFill>
              <a:highlight>
                <a:srgbClr val="FFFF00"/>
              </a:highlight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 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b="0" dirty="0" err="1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 / </a:t>
            </a:r>
            <a:r>
              <a:rPr lang="en-US" altLang="zh-TW" b="0" dirty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b="0" dirty="0">
                <a:solidFill>
                  <a:srgbClr val="002060"/>
                </a:solidFill>
                <a:latin typeface="Consolas"/>
                <a:ea typeface="新細明體"/>
                <a:cs typeface="Consolas" panose="020B0609020204030204" pitchFamily="49" charset="0"/>
              </a:rPr>
              <a:t>;         </a:t>
            </a:r>
            <a:r>
              <a:rPr lang="en-US" altLang="zh-TW" b="0" dirty="0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// Remove the last digit from </a:t>
            </a:r>
            <a:r>
              <a:rPr lang="en-US" altLang="zh-TW" b="0" dirty="0" err="1">
                <a:solidFill>
                  <a:srgbClr val="00B050"/>
                </a:solidFill>
                <a:latin typeface="Consolas"/>
                <a:ea typeface="新細明體"/>
                <a:cs typeface="Consolas" panose="020B0609020204030204" pitchFamily="49" charset="0"/>
              </a:rPr>
              <a:t>num</a:t>
            </a:r>
            <a:endParaRPr lang="en-US" altLang="zh-TW" b="0" dirty="0">
              <a:solidFill>
                <a:srgbClr val="00B050"/>
              </a:solidFill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>
                <a:solidFill>
                  <a:srgbClr val="00206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10000"/>
              </a:lnSpc>
            </a:pPr>
            <a:endParaRPr lang="en-US" altLang="zh-TW" b="0" dirty="0">
              <a:solidFill>
                <a:srgbClr val="00206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b="0" dirty="0">
                <a:solidFill>
                  <a:srgbClr val="3399FF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"The sum of digits is %d.\n"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digitSum</a:t>
            </a:r>
            <a:r>
              <a:rPr lang="en-US" altLang="zh-TW" b="0" dirty="0">
                <a:solidFill>
                  <a:srgbClr val="002060"/>
                </a:solidFill>
                <a:highlight>
                  <a:srgbClr val="FFFF00"/>
                </a:highlight>
                <a:latin typeface="Consolas"/>
                <a:ea typeface="新細明體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1524001" y="990600"/>
            <a:ext cx="461963" cy="525780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2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3</a:t>
            </a:r>
            <a:endParaRPr lang="en-US" altLang="zh-TW" b="0" dirty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b="0" dirty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5963" y="6248400"/>
            <a:ext cx="7615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Note</a:t>
            </a:r>
            <a:r>
              <a:rPr lang="en-US" sz="2000" dirty="0"/>
              <a:t>: We assume the input value is a non-negative integer.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793F7-3272-4BFA-8F27-75CDF3658F7C}"/>
              </a:ext>
            </a:extLst>
          </p:cNvPr>
          <p:cNvSpPr txBox="1"/>
          <p:nvPr/>
        </p:nvSpPr>
        <p:spPr>
          <a:xfrm>
            <a:off x="5790881" y="1823063"/>
            <a:ext cx="4541392" cy="1200329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After confirming that we are extracting digits correctly, we add logic to calculate the digit sum.</a:t>
            </a:r>
          </a:p>
          <a:p>
            <a:r>
              <a:rPr lang="en-US" dirty="0">
                <a:latin typeface="Calibri"/>
                <a:cs typeface="Calibri"/>
              </a:rPr>
              <a:t>Inserted code are in </a:t>
            </a:r>
            <a:r>
              <a:rPr lang="en-US" dirty="0">
                <a:highlight>
                  <a:srgbClr val="FFFF00"/>
                </a:highlight>
                <a:latin typeface="Calibri"/>
                <a:cs typeface="Calibri"/>
              </a:rPr>
              <a:t>yellow</a:t>
            </a:r>
            <a:r>
              <a:rPr lang="en-US" dirty="0">
                <a:cs typeface="Calibri"/>
              </a:rPr>
              <a:t>.</a:t>
            </a:r>
            <a:endParaRPr lang="en-US" dirty="0">
              <a:highlight>
                <a:srgbClr val="FFFF00"/>
              </a:highlight>
              <a:latin typeface="Calibri"/>
              <a:cs typeface="Calibri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77200" y="6356353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56167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9163A-3D74-D698-BCE0-2BCACA93A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60E1F-11B6-0942-2B5F-B7EBC41EA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Required Lab5</a:t>
            </a:r>
          </a:p>
          <a:p>
            <a:pPr lvl="1"/>
            <a:r>
              <a:rPr lang="en-US" altLang="zh-CN" sz="3200" dirty="0"/>
              <a:t>Lab5 Ex3, 4, 5, 6</a:t>
            </a:r>
          </a:p>
          <a:p>
            <a:pPr lvl="1"/>
            <a:r>
              <a:rPr lang="en-US" altLang="zh-CN" sz="3200" b="1" dirty="0">
                <a:solidFill>
                  <a:srgbClr val="C00000"/>
                </a:solidFill>
              </a:rPr>
              <a:t>Due on </a:t>
            </a:r>
            <a:r>
              <a:rPr lang="en-US" altLang="zh-CN" sz="3200" b="1" dirty="0" err="1">
                <a:solidFill>
                  <a:srgbClr val="C00000"/>
                </a:solidFill>
              </a:rPr>
              <a:t>tmr</a:t>
            </a:r>
            <a:r>
              <a:rPr lang="en-US" altLang="zh-CN" sz="3200" b="1" dirty="0">
                <a:solidFill>
                  <a:srgbClr val="C00000"/>
                </a:solidFill>
              </a:rPr>
              <a:t> midnight</a:t>
            </a:r>
          </a:p>
          <a:p>
            <a:pPr lvl="1"/>
            <a:endParaRPr lang="en-US" altLang="zh-CN" dirty="0"/>
          </a:p>
          <a:p>
            <a:r>
              <a:rPr lang="en-US" altLang="zh-CN" sz="2800" dirty="0"/>
              <a:t>Midterm Exam (13 Oct)    </a:t>
            </a:r>
            <a:r>
              <a:rPr lang="en-US" altLang="zh-CN" sz="2800" u="sng" dirty="0">
                <a:cs typeface="Calibri"/>
              </a:rPr>
              <a:t>WRITTEN exam</a:t>
            </a:r>
          </a:p>
          <a:p>
            <a:r>
              <a:rPr lang="en-US" altLang="zh-CN" sz="2800" dirty="0"/>
              <a:t>Preparation exercises</a:t>
            </a:r>
          </a:p>
          <a:p>
            <a:pPr lvl="1"/>
            <a:r>
              <a:rPr lang="en-US" altLang="zh-CN" dirty="0"/>
              <a:t>will be released </a:t>
            </a:r>
            <a:r>
              <a:rPr lang="en-US" altLang="zh-CN" dirty="0" err="1"/>
              <a:t>tmr</a:t>
            </a:r>
            <a:r>
              <a:rPr lang="en-US" altLang="zh-CN" dirty="0"/>
              <a:t> at Midnight (23:59, 3 Oct)</a:t>
            </a:r>
          </a:p>
          <a:p>
            <a:pPr lvl="1"/>
            <a:r>
              <a:rPr lang="en-US" altLang="zh-CN" dirty="0"/>
              <a:t>All are </a:t>
            </a:r>
            <a:r>
              <a:rPr lang="en-US" altLang="zh-CN" b="1" u="sng" dirty="0"/>
              <a:t>ungraded</a:t>
            </a:r>
            <a:r>
              <a:rPr lang="en-US" altLang="zh-CN" dirty="0"/>
              <a:t>, only for you to prepare midterm</a:t>
            </a:r>
          </a:p>
          <a:p>
            <a:pPr lvl="1"/>
            <a:r>
              <a:rPr lang="en-US" altLang="zh-CN" dirty="0"/>
              <a:t>5 Lab exercises (Named as Lab82)</a:t>
            </a:r>
          </a:p>
          <a:p>
            <a:pPr lvl="1"/>
            <a:r>
              <a:rPr lang="en-US" altLang="zh-CN" dirty="0"/>
              <a:t>One Written Revision Exercises</a:t>
            </a:r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AFBEE-F33A-164A-BB88-042C32672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2EE13-F4A2-AC5C-FB2B-3C2161E6698F}"/>
              </a:ext>
            </a:extLst>
          </p:cNvPr>
          <p:cNvSpPr txBox="1"/>
          <p:nvPr/>
        </p:nvSpPr>
        <p:spPr>
          <a:xfrm>
            <a:off x="6400800" y="493295"/>
            <a:ext cx="617621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/>
              <a:t>Hints:</a:t>
            </a:r>
          </a:p>
          <a:p>
            <a:r>
              <a:rPr lang="en-US" altLang="zh-CN" sz="2800" dirty="0"/>
              <a:t>Lab5 Ex5: Array + Loop</a:t>
            </a:r>
          </a:p>
          <a:p>
            <a:r>
              <a:rPr lang="en-US" altLang="zh-CN" sz="2800" dirty="0"/>
              <a:t>                 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as array index?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1825027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5859</TotalTime>
  <Words>1199</Words>
  <Application>Microsoft Office PowerPoint</Application>
  <PresentationFormat>Widescreen</PresentationFormat>
  <Paragraphs>264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新細明體</vt:lpstr>
      <vt:lpstr>Arial</vt:lpstr>
      <vt:lpstr>Calibri</vt:lpstr>
      <vt:lpstr>Consolas</vt:lpstr>
      <vt:lpstr>Office Theme</vt:lpstr>
      <vt:lpstr>Additional Examples of While Loops</vt:lpstr>
      <vt:lpstr>Example 1: find maximum number</vt:lpstr>
      <vt:lpstr>Example 1: Solution</vt:lpstr>
      <vt:lpstr>Example 1: Solution (Approach #1)  key code</vt:lpstr>
      <vt:lpstr>Example 1: Solution (Approach #1) Full code1</vt:lpstr>
      <vt:lpstr>Example 1: Solution (Approach #1) Full code2</vt:lpstr>
      <vt:lpstr>Example 1: Solution (Approach #2)</vt:lpstr>
      <vt:lpstr>Example 2</vt:lpstr>
      <vt:lpstr>Example 2: Solution      key idea: get digits</vt:lpstr>
      <vt:lpstr>Example 2</vt:lpstr>
      <vt:lpstr>Example 2: Solution         Full code</vt:lpstr>
      <vt:lpstr>Labs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Additional Examples of While Loops</dc:title>
  <dc:subject/>
  <cp:keywords/>
  <dc:description/>
  <cp:lastModifiedBy>Yuli Jiang (CSD)</cp:lastModifiedBy>
  <cp:revision>1</cp:revision>
  <dcterms:created xsi:type="dcterms:W3CDTF">2011-07-19T12:51:33Z</dcterms:created>
  <dcterms:modified xsi:type="dcterms:W3CDTF">2025-10-02T05:55:45Z</dcterms:modified>
  <cp:category/>
</cp:coreProperties>
</file>
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handoutMasterIdLst>
    <p:handoutMasterId r:id="rId30"/>
  </p:handoutMasterIdLst>
  <p:sldIdLst>
    <p:sldId id="335" r:id="rId2"/>
    <p:sldId id="256" r:id="rId3"/>
    <p:sldId id="257" r:id="rId4"/>
    <p:sldId id="305" r:id="rId5"/>
    <p:sldId id="328" r:id="rId6"/>
    <p:sldId id="306" r:id="rId7"/>
    <p:sldId id="307" r:id="rId8"/>
    <p:sldId id="308" r:id="rId9"/>
    <p:sldId id="309" r:id="rId10"/>
    <p:sldId id="331" r:id="rId11"/>
    <p:sldId id="336" r:id="rId12"/>
    <p:sldId id="333" r:id="rId13"/>
    <p:sldId id="310" r:id="rId14"/>
    <p:sldId id="311" r:id="rId15"/>
    <p:sldId id="312" r:id="rId16"/>
    <p:sldId id="313" r:id="rId17"/>
    <p:sldId id="314" r:id="rId18"/>
    <p:sldId id="316" r:id="rId19"/>
    <p:sldId id="321" r:id="rId20"/>
    <p:sldId id="338" r:id="rId21"/>
    <p:sldId id="339" r:id="rId22"/>
    <p:sldId id="317" r:id="rId23"/>
    <p:sldId id="318" r:id="rId24"/>
    <p:sldId id="320" r:id="rId25"/>
    <p:sldId id="319" r:id="rId26"/>
    <p:sldId id="323" r:id="rId27"/>
    <p:sldId id="327" r:id="rId28"/>
  </p:sldIdLst>
  <p:sldSz cx="12192000" cy="6858000"/>
  <p:notesSz cx="6807200" cy="9939338"/>
  <p:custDataLst>
    <p:tags r:id="rId31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1" userDrawn="1">
          <p15:clr>
            <a:srgbClr val="A4A3A4"/>
          </p15:clr>
        </p15:guide>
        <p15:guide id="2" pos="2144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uck-jee Chau" initials="CCJ" lastIdx="1" clrIdx="0">
    <p:extLst>
      <p:ext uri="{19B8F6BF-5375-455C-9EA6-DF929625EA0E}">
        <p15:presenceInfo xmlns:p15="http://schemas.microsoft.com/office/powerpoint/2012/main" userId="Chuck-jee Cha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750F6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67DDD2-F5B2-444A-BA5A-9995FFA1A8BD}" v="169" dt="2025-09-14T18:10:07.8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8"/>
    <p:restoredTop sz="83908" autoAdjust="0"/>
  </p:normalViewPr>
  <p:slideViewPr>
    <p:cSldViewPr snapToGrid="0">
      <p:cViewPr varScale="1">
        <p:scale>
          <a:sx n="93" d="100"/>
          <a:sy n="93" d="100"/>
        </p:scale>
        <p:origin x="774" y="78"/>
      </p:cViewPr>
      <p:guideLst>
        <p:guide orient="horz" pos="2160"/>
        <p:guide pos="384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131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ommentAuthors" Target="commentAuthors.xml"/><Relationship Id="rId37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handoutMaster" Target="handoutMasters/handout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li Jiang (CSD)" userId="7c291cd4-aa97-4867-8d2d-ebf5c1c3b419" providerId="ADAL" clId="{8FBD0129-C0BB-4F8A-B9D2-D31C5DC212F7}"/>
    <pc:docChg chg="undo custSel addSld modSld sldOrd">
      <pc:chgData name="Yuli Jiang (CSD)" userId="7c291cd4-aa97-4867-8d2d-ebf5c1c3b419" providerId="ADAL" clId="{8FBD0129-C0BB-4F8A-B9D2-D31C5DC212F7}" dt="2025-09-14T18:10:24.999" v="546" actId="1076"/>
      <pc:docMkLst>
        <pc:docMk/>
      </pc:docMkLst>
      <pc:sldChg chg="modSp mod">
        <pc:chgData name="Yuli Jiang (CSD)" userId="7c291cd4-aa97-4867-8d2d-ebf5c1c3b419" providerId="ADAL" clId="{8FBD0129-C0BB-4F8A-B9D2-D31C5DC212F7}" dt="2025-09-14T18:04:39.312" v="488" actId="27636"/>
        <pc:sldMkLst>
          <pc:docMk/>
          <pc:sldMk cId="0" sldId="257"/>
        </pc:sldMkLst>
        <pc:spChg chg="mod">
          <ac:chgData name="Yuli Jiang (CSD)" userId="7c291cd4-aa97-4867-8d2d-ebf5c1c3b419" providerId="ADAL" clId="{8FBD0129-C0BB-4F8A-B9D2-D31C5DC212F7}" dt="2025-09-14T18:04:39.312" v="488" actId="27636"/>
          <ac:spMkLst>
            <pc:docMk/>
            <pc:sldMk cId="0" sldId="257"/>
            <ac:spMk id="3" creationId="{00000000-0000-0000-0000-000000000000}"/>
          </ac:spMkLst>
        </pc:spChg>
      </pc:sldChg>
      <pc:sldChg chg="modSp">
        <pc:chgData name="Yuli Jiang (CSD)" userId="7c291cd4-aa97-4867-8d2d-ebf5c1c3b419" providerId="ADAL" clId="{8FBD0129-C0BB-4F8A-B9D2-D31C5DC212F7}" dt="2025-09-14T17:15:00.598" v="17" actId="113"/>
        <pc:sldMkLst>
          <pc:docMk/>
          <pc:sldMk cId="3055564603" sldId="305"/>
        </pc:sldMkLst>
        <pc:spChg chg="mod">
          <ac:chgData name="Yuli Jiang (CSD)" userId="7c291cd4-aa97-4867-8d2d-ebf5c1c3b419" providerId="ADAL" clId="{8FBD0129-C0BB-4F8A-B9D2-D31C5DC212F7}" dt="2025-09-14T17:15:00.598" v="17" actId="113"/>
          <ac:spMkLst>
            <pc:docMk/>
            <pc:sldMk cId="3055564603" sldId="305"/>
            <ac:spMk id="381955" creationId="{00000000-0000-0000-0000-000000000000}"/>
          </ac:spMkLst>
        </pc:spChg>
      </pc:sldChg>
      <pc:sldChg chg="addSp modSp mod">
        <pc:chgData name="Yuli Jiang (CSD)" userId="7c291cd4-aa97-4867-8d2d-ebf5c1c3b419" providerId="ADAL" clId="{8FBD0129-C0BB-4F8A-B9D2-D31C5DC212F7}" dt="2025-09-14T17:52:54.990" v="316" actId="14100"/>
        <pc:sldMkLst>
          <pc:docMk/>
          <pc:sldMk cId="3733948420" sldId="306"/>
        </pc:sldMkLst>
        <pc:spChg chg="mod">
          <ac:chgData name="Yuli Jiang (CSD)" userId="7c291cd4-aa97-4867-8d2d-ebf5c1c3b419" providerId="ADAL" clId="{8FBD0129-C0BB-4F8A-B9D2-D31C5DC212F7}" dt="2025-09-14T17:52:54.990" v="316" actId="14100"/>
          <ac:spMkLst>
            <pc:docMk/>
            <pc:sldMk cId="3733948420" sldId="306"/>
            <ac:spMk id="2" creationId="{50129A66-7705-2440-AF92-BB325EEBB3AA}"/>
          </ac:spMkLst>
        </pc:spChg>
        <pc:spChg chg="add mod">
          <ac:chgData name="Yuli Jiang (CSD)" userId="7c291cd4-aa97-4867-8d2d-ebf5c1c3b419" providerId="ADAL" clId="{8FBD0129-C0BB-4F8A-B9D2-D31C5DC212F7}" dt="2025-09-14T17:52:47.971" v="313" actId="14100"/>
          <ac:spMkLst>
            <pc:docMk/>
            <pc:sldMk cId="3733948420" sldId="306"/>
            <ac:spMk id="3" creationId="{15467262-54E4-93D9-872B-3C77DB4256BA}"/>
          </ac:spMkLst>
        </pc:spChg>
      </pc:sldChg>
      <pc:sldChg chg="addSp modSp mod modAnim modShow">
        <pc:chgData name="Yuli Jiang (CSD)" userId="7c291cd4-aa97-4867-8d2d-ebf5c1c3b419" providerId="ADAL" clId="{8FBD0129-C0BB-4F8A-B9D2-D31C5DC212F7}" dt="2025-09-14T17:30:49.240" v="57"/>
        <pc:sldMkLst>
          <pc:docMk/>
          <pc:sldMk cId="2966139973" sldId="307"/>
        </pc:sldMkLst>
        <pc:spChg chg="add mod">
          <ac:chgData name="Yuli Jiang (CSD)" userId="7c291cd4-aa97-4867-8d2d-ebf5c1c3b419" providerId="ADAL" clId="{8FBD0129-C0BB-4F8A-B9D2-D31C5DC212F7}" dt="2025-09-14T17:30:22.953" v="55" actId="13822"/>
          <ac:spMkLst>
            <pc:docMk/>
            <pc:sldMk cId="2966139973" sldId="307"/>
            <ac:spMk id="3" creationId="{6492BE66-C0C1-E66F-E89A-5E4EEE628811}"/>
          </ac:spMkLst>
        </pc:spChg>
        <pc:spChg chg="mod">
          <ac:chgData name="Yuli Jiang (CSD)" userId="7c291cd4-aa97-4867-8d2d-ebf5c1c3b419" providerId="ADAL" clId="{8FBD0129-C0BB-4F8A-B9D2-D31C5DC212F7}" dt="2025-09-14T17:29:17.358" v="31" actId="404"/>
          <ac:spMkLst>
            <pc:docMk/>
            <pc:sldMk cId="2966139973" sldId="307"/>
            <ac:spMk id="7173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14T17:29:46.474" v="42" actId="5793"/>
          <ac:spMkLst>
            <pc:docMk/>
            <pc:sldMk cId="2966139973" sldId="307"/>
            <ac:spMk id="396291" creationId="{00000000-0000-0000-0000-000000000000}"/>
          </ac:spMkLst>
        </pc:spChg>
      </pc:sldChg>
      <pc:sldChg chg="modSp mod modAnim">
        <pc:chgData name="Yuli Jiang (CSD)" userId="7c291cd4-aa97-4867-8d2d-ebf5c1c3b419" providerId="ADAL" clId="{8FBD0129-C0BB-4F8A-B9D2-D31C5DC212F7}" dt="2025-09-14T17:53:41.385" v="331" actId="404"/>
        <pc:sldMkLst>
          <pc:docMk/>
          <pc:sldMk cId="44215685" sldId="308"/>
        </pc:sldMkLst>
        <pc:spChg chg="mod">
          <ac:chgData name="Yuli Jiang (CSD)" userId="7c291cd4-aa97-4867-8d2d-ebf5c1c3b419" providerId="ADAL" clId="{8FBD0129-C0BB-4F8A-B9D2-D31C5DC212F7}" dt="2025-09-14T17:33:47.333" v="66" actId="404"/>
          <ac:spMkLst>
            <pc:docMk/>
            <pc:sldMk cId="44215685" sldId="308"/>
            <ac:spMk id="8195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14T17:53:41.385" v="331" actId="404"/>
          <ac:spMkLst>
            <pc:docMk/>
            <pc:sldMk cId="44215685" sldId="308"/>
            <ac:spMk id="399363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09-14T17:55:09.169" v="375" actId="113"/>
        <pc:sldMkLst>
          <pc:docMk/>
          <pc:sldMk cId="3717663575" sldId="309"/>
        </pc:sldMkLst>
        <pc:spChg chg="mod">
          <ac:chgData name="Yuli Jiang (CSD)" userId="7c291cd4-aa97-4867-8d2d-ebf5c1c3b419" providerId="ADAL" clId="{8FBD0129-C0BB-4F8A-B9D2-D31C5DC212F7}" dt="2025-09-14T17:33:53.040" v="68" actId="404"/>
          <ac:spMkLst>
            <pc:docMk/>
            <pc:sldMk cId="3717663575" sldId="309"/>
            <ac:spMk id="7" creationId="{3B1E0F3D-8258-FF49-97B6-13EE96D99670}"/>
          </ac:spMkLst>
        </pc:spChg>
        <pc:spChg chg="mod">
          <ac:chgData name="Yuli Jiang (CSD)" userId="7c291cd4-aa97-4867-8d2d-ebf5c1c3b419" providerId="ADAL" clId="{8FBD0129-C0BB-4F8A-B9D2-D31C5DC212F7}" dt="2025-09-14T17:55:09.169" v="375" actId="113"/>
          <ac:spMkLst>
            <pc:docMk/>
            <pc:sldMk cId="3717663575" sldId="309"/>
            <ac:spMk id="386079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09-14T18:04:05.999" v="469" actId="20577"/>
        <pc:sldMkLst>
          <pc:docMk/>
          <pc:sldMk cId="3445615455" sldId="310"/>
        </pc:sldMkLst>
        <pc:spChg chg="mod">
          <ac:chgData name="Yuli Jiang (CSD)" userId="7c291cd4-aa97-4867-8d2d-ebf5c1c3b419" providerId="ADAL" clId="{8FBD0129-C0BB-4F8A-B9D2-D31C5DC212F7}" dt="2025-09-14T18:04:05.999" v="469" actId="20577"/>
          <ac:spMkLst>
            <pc:docMk/>
            <pc:sldMk cId="3445615455" sldId="310"/>
            <ac:spMk id="10243" creationId="{00000000-0000-0000-0000-000000000000}"/>
          </ac:spMkLst>
        </pc:spChg>
      </pc:sldChg>
      <pc:sldChg chg="addSp delSp modSp mod modAnim">
        <pc:chgData name="Yuli Jiang (CSD)" userId="7c291cd4-aa97-4867-8d2d-ebf5c1c3b419" providerId="ADAL" clId="{8FBD0129-C0BB-4F8A-B9D2-D31C5DC212F7}" dt="2025-09-14T17:45:53.609" v="188"/>
        <pc:sldMkLst>
          <pc:docMk/>
          <pc:sldMk cId="1280065568" sldId="311"/>
        </pc:sldMkLst>
        <pc:spChg chg="add del mod">
          <ac:chgData name="Yuli Jiang (CSD)" userId="7c291cd4-aa97-4867-8d2d-ebf5c1c3b419" providerId="ADAL" clId="{8FBD0129-C0BB-4F8A-B9D2-D31C5DC212F7}" dt="2025-09-14T17:45:07.889" v="179" actId="478"/>
          <ac:spMkLst>
            <pc:docMk/>
            <pc:sldMk cId="1280065568" sldId="311"/>
            <ac:spMk id="2" creationId="{17CC6755-D0A0-3FD3-9E45-A4E0D0B29C2A}"/>
          </ac:spMkLst>
        </pc:spChg>
        <pc:spChg chg="add mod">
          <ac:chgData name="Yuli Jiang (CSD)" userId="7c291cd4-aa97-4867-8d2d-ebf5c1c3b419" providerId="ADAL" clId="{8FBD0129-C0BB-4F8A-B9D2-D31C5DC212F7}" dt="2025-09-14T17:45:35.612" v="187" actId="1076"/>
          <ac:spMkLst>
            <pc:docMk/>
            <pc:sldMk cId="1280065568" sldId="311"/>
            <ac:spMk id="3" creationId="{E57C0FF0-3D5E-1507-319E-9C2301DB10D9}"/>
          </ac:spMkLst>
        </pc:spChg>
        <pc:spChg chg="add mod">
          <ac:chgData name="Yuli Jiang (CSD)" userId="7c291cd4-aa97-4867-8d2d-ebf5c1c3b419" providerId="ADAL" clId="{8FBD0129-C0BB-4F8A-B9D2-D31C5DC212F7}" dt="2025-09-14T17:45:24.896" v="184"/>
          <ac:spMkLst>
            <pc:docMk/>
            <pc:sldMk cId="1280065568" sldId="311"/>
            <ac:spMk id="4" creationId="{D9A92651-473A-EA00-2D78-59EAA70B485D}"/>
          </ac:spMkLst>
        </pc:spChg>
      </pc:sldChg>
      <pc:sldChg chg="addSp modSp mod modAnim">
        <pc:chgData name="Yuli Jiang (CSD)" userId="7c291cd4-aa97-4867-8d2d-ebf5c1c3b419" providerId="ADAL" clId="{8FBD0129-C0BB-4F8A-B9D2-D31C5DC212F7}" dt="2025-09-14T17:59:03.642" v="452" actId="113"/>
        <pc:sldMkLst>
          <pc:docMk/>
          <pc:sldMk cId="666515464" sldId="312"/>
        </pc:sldMkLst>
        <pc:spChg chg="mod">
          <ac:chgData name="Yuli Jiang (CSD)" userId="7c291cd4-aa97-4867-8d2d-ebf5c1c3b419" providerId="ADAL" clId="{8FBD0129-C0BB-4F8A-B9D2-D31C5DC212F7}" dt="2025-09-14T17:47:18.116" v="197" actId="14100"/>
          <ac:spMkLst>
            <pc:docMk/>
            <pc:sldMk cId="666515464" sldId="312"/>
            <ac:spMk id="391171" creationId="{00000000-0000-0000-0000-000000000000}"/>
          </ac:spMkLst>
        </pc:spChg>
        <pc:graphicFrameChg chg="add mod modGraphic">
          <ac:chgData name="Yuli Jiang (CSD)" userId="7c291cd4-aa97-4867-8d2d-ebf5c1c3b419" providerId="ADAL" clId="{8FBD0129-C0BB-4F8A-B9D2-D31C5DC212F7}" dt="2025-09-14T17:59:03.642" v="452" actId="113"/>
          <ac:graphicFrameMkLst>
            <pc:docMk/>
            <pc:sldMk cId="666515464" sldId="312"/>
            <ac:graphicFrameMk id="2" creationId="{28803427-18C2-9F44-FF26-BD9CF35909B5}"/>
          </ac:graphicFrameMkLst>
        </pc:graphicFrameChg>
      </pc:sldChg>
      <pc:sldChg chg="modSp mod">
        <pc:chgData name="Yuli Jiang (CSD)" userId="7c291cd4-aa97-4867-8d2d-ebf5c1c3b419" providerId="ADAL" clId="{8FBD0129-C0BB-4F8A-B9D2-D31C5DC212F7}" dt="2025-09-14T17:48:39.371" v="219" actId="404"/>
        <pc:sldMkLst>
          <pc:docMk/>
          <pc:sldMk cId="1835190794" sldId="313"/>
        </pc:sldMkLst>
        <pc:spChg chg="mod">
          <ac:chgData name="Yuli Jiang (CSD)" userId="7c291cd4-aa97-4867-8d2d-ebf5c1c3b419" providerId="ADAL" clId="{8FBD0129-C0BB-4F8A-B9D2-D31C5DC212F7}" dt="2025-09-14T17:48:39.371" v="219" actId="404"/>
          <ac:spMkLst>
            <pc:docMk/>
            <pc:sldMk cId="1835190794" sldId="313"/>
            <ac:spMk id="402444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14T17:48:15.887" v="201" actId="1076"/>
          <ac:spMkLst>
            <pc:docMk/>
            <pc:sldMk cId="1835190794" sldId="313"/>
            <ac:spMk id="402445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14T17:48:21.497" v="202" actId="14100"/>
          <ac:spMkLst>
            <pc:docMk/>
            <pc:sldMk cId="1835190794" sldId="313"/>
            <ac:spMk id="402446" creationId="{00000000-0000-0000-0000-000000000000}"/>
          </ac:spMkLst>
        </pc:spChg>
      </pc:sldChg>
      <pc:sldChg chg="mod modShow">
        <pc:chgData name="Yuli Jiang (CSD)" userId="7c291cd4-aa97-4867-8d2d-ebf5c1c3b419" providerId="ADAL" clId="{8FBD0129-C0BB-4F8A-B9D2-D31C5DC212F7}" dt="2025-09-14T17:49:28.544" v="220" actId="729"/>
        <pc:sldMkLst>
          <pc:docMk/>
          <pc:sldMk cId="2446052106" sldId="314"/>
        </pc:sldMkLst>
      </pc:sldChg>
      <pc:sldChg chg="addSp modSp mod">
        <pc:chgData name="Yuli Jiang (CSD)" userId="7c291cd4-aa97-4867-8d2d-ebf5c1c3b419" providerId="ADAL" clId="{8FBD0129-C0BB-4F8A-B9D2-D31C5DC212F7}" dt="2025-09-14T18:00:03.620" v="456" actId="404"/>
        <pc:sldMkLst>
          <pc:docMk/>
          <pc:sldMk cId="694368066" sldId="316"/>
        </pc:sldMkLst>
        <pc:spChg chg="mod">
          <ac:chgData name="Yuli Jiang (CSD)" userId="7c291cd4-aa97-4867-8d2d-ebf5c1c3b419" providerId="ADAL" clId="{8FBD0129-C0BB-4F8A-B9D2-D31C5DC212F7}" dt="2025-09-14T18:00:03.620" v="456" actId="404"/>
          <ac:spMkLst>
            <pc:docMk/>
            <pc:sldMk cId="694368066" sldId="316"/>
            <ac:spMk id="3" creationId="{00000000-0000-0000-0000-000000000000}"/>
          </ac:spMkLst>
        </pc:spChg>
        <pc:graphicFrameChg chg="add mod">
          <ac:chgData name="Yuli Jiang (CSD)" userId="7c291cd4-aa97-4867-8d2d-ebf5c1c3b419" providerId="ADAL" clId="{8FBD0129-C0BB-4F8A-B9D2-D31C5DC212F7}" dt="2025-09-14T17:59:54.551" v="454" actId="1076"/>
          <ac:graphicFrameMkLst>
            <pc:docMk/>
            <pc:sldMk cId="694368066" sldId="316"/>
            <ac:graphicFrameMk id="5" creationId="{9FD58E91-9817-D94F-1D9A-9FD51246E579}"/>
          </ac:graphicFrameMkLst>
        </pc:graphicFrameChg>
      </pc:sldChg>
      <pc:sldChg chg="modSp mod">
        <pc:chgData name="Yuli Jiang (CSD)" userId="7c291cd4-aa97-4867-8d2d-ebf5c1c3b419" providerId="ADAL" clId="{8FBD0129-C0BB-4F8A-B9D2-D31C5DC212F7}" dt="2025-09-14T18:08:04.838" v="532" actId="122"/>
        <pc:sldMkLst>
          <pc:docMk/>
          <pc:sldMk cId="2753475353" sldId="317"/>
        </pc:sldMkLst>
        <pc:spChg chg="mod">
          <ac:chgData name="Yuli Jiang (CSD)" userId="7c291cd4-aa97-4867-8d2d-ebf5c1c3b419" providerId="ADAL" clId="{8FBD0129-C0BB-4F8A-B9D2-D31C5DC212F7}" dt="2025-09-14T18:04:56.282" v="493" actId="20577"/>
          <ac:spMkLst>
            <pc:docMk/>
            <pc:sldMk cId="2753475353" sldId="317"/>
            <ac:spMk id="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14T18:08:04.838" v="532" actId="122"/>
          <ac:spMkLst>
            <pc:docMk/>
            <pc:sldMk cId="2753475353" sldId="317"/>
            <ac:spMk id="3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09-14T18:08:56.218" v="534" actId="113"/>
        <pc:sldMkLst>
          <pc:docMk/>
          <pc:sldMk cId="3454172440" sldId="318"/>
        </pc:sldMkLst>
        <pc:spChg chg="mod">
          <ac:chgData name="Yuli Jiang (CSD)" userId="7c291cd4-aa97-4867-8d2d-ebf5c1c3b419" providerId="ADAL" clId="{8FBD0129-C0BB-4F8A-B9D2-D31C5DC212F7}" dt="2025-09-14T18:05:01.625" v="496" actId="20577"/>
          <ac:spMkLst>
            <pc:docMk/>
            <pc:sldMk cId="3454172440" sldId="318"/>
            <ac:spMk id="2" creationId="{00000000-0000-0000-0000-000000000000}"/>
          </ac:spMkLst>
        </pc:spChg>
        <pc:spChg chg="mod">
          <ac:chgData name="Yuli Jiang (CSD)" userId="7c291cd4-aa97-4867-8d2d-ebf5c1c3b419" providerId="ADAL" clId="{8FBD0129-C0BB-4F8A-B9D2-D31C5DC212F7}" dt="2025-09-14T18:08:56.218" v="534" actId="113"/>
          <ac:spMkLst>
            <pc:docMk/>
            <pc:sldMk cId="3454172440" sldId="318"/>
            <ac:spMk id="3" creationId="{00000000-0000-0000-0000-000000000000}"/>
          </ac:spMkLst>
        </pc:spChg>
      </pc:sldChg>
      <pc:sldChg chg="addSp delSp modSp mod ord addAnim delAnim">
        <pc:chgData name="Yuli Jiang (CSD)" userId="7c291cd4-aa97-4867-8d2d-ebf5c1c3b419" providerId="ADAL" clId="{8FBD0129-C0BB-4F8A-B9D2-D31C5DC212F7}" dt="2025-09-14T18:06:27.325" v="506" actId="478"/>
        <pc:sldMkLst>
          <pc:docMk/>
          <pc:sldMk cId="1741559003" sldId="321"/>
        </pc:sldMkLst>
        <pc:spChg chg="mod">
          <ac:chgData name="Yuli Jiang (CSD)" userId="7c291cd4-aa97-4867-8d2d-ebf5c1c3b419" providerId="ADAL" clId="{8FBD0129-C0BB-4F8A-B9D2-D31C5DC212F7}" dt="2025-09-14T18:05:07.409" v="497" actId="20577"/>
          <ac:spMkLst>
            <pc:docMk/>
            <pc:sldMk cId="1741559003" sldId="321"/>
            <ac:spMk id="21507" creationId="{00000000-0000-0000-0000-000000000000}"/>
          </ac:spMkLst>
        </pc:spChg>
        <pc:spChg chg="add del">
          <ac:chgData name="Yuli Jiang (CSD)" userId="7c291cd4-aa97-4867-8d2d-ebf5c1c3b419" providerId="ADAL" clId="{8FBD0129-C0BB-4F8A-B9D2-D31C5DC212F7}" dt="2025-09-14T18:06:27.325" v="506" actId="478"/>
          <ac:spMkLst>
            <pc:docMk/>
            <pc:sldMk cId="1741559003" sldId="321"/>
            <ac:spMk id="407563" creationId="{00000000-0000-0000-0000-000000000000}"/>
          </ac:spMkLst>
        </pc:spChg>
      </pc:sldChg>
      <pc:sldChg chg="addSp modSp mod">
        <pc:chgData name="Yuli Jiang (CSD)" userId="7c291cd4-aa97-4867-8d2d-ebf5c1c3b419" providerId="ADAL" clId="{8FBD0129-C0BB-4F8A-B9D2-D31C5DC212F7}" dt="2025-09-14T18:10:24.999" v="546" actId="1076"/>
        <pc:sldMkLst>
          <pc:docMk/>
          <pc:sldMk cId="277001808" sldId="323"/>
        </pc:sldMkLst>
        <pc:spChg chg="mod">
          <ac:chgData name="Yuli Jiang (CSD)" userId="7c291cd4-aa97-4867-8d2d-ebf5c1c3b419" providerId="ADAL" clId="{8FBD0129-C0BB-4F8A-B9D2-D31C5DC212F7}" dt="2025-09-14T18:10:22.427" v="545" actId="14100"/>
          <ac:spMkLst>
            <pc:docMk/>
            <pc:sldMk cId="277001808" sldId="323"/>
            <ac:spMk id="418819" creationId="{00000000-0000-0000-0000-000000000000}"/>
          </ac:spMkLst>
        </pc:spChg>
        <pc:graphicFrameChg chg="add mod">
          <ac:chgData name="Yuli Jiang (CSD)" userId="7c291cd4-aa97-4867-8d2d-ebf5c1c3b419" providerId="ADAL" clId="{8FBD0129-C0BB-4F8A-B9D2-D31C5DC212F7}" dt="2025-09-14T18:10:24.999" v="546" actId="1076"/>
          <ac:graphicFrameMkLst>
            <pc:docMk/>
            <pc:sldMk cId="277001808" sldId="323"/>
            <ac:graphicFrameMk id="2" creationId="{8AAE2969-2E88-F2A6-EFCA-59FC2555D06F}"/>
          </ac:graphicFrameMkLst>
        </pc:graphicFrameChg>
      </pc:sldChg>
      <pc:sldChg chg="modSp mod">
        <pc:chgData name="Yuli Jiang (CSD)" userId="7c291cd4-aa97-4867-8d2d-ebf5c1c3b419" providerId="ADAL" clId="{8FBD0129-C0BB-4F8A-B9D2-D31C5DC212F7}" dt="2025-09-14T17:56:19.802" v="415" actId="20577"/>
        <pc:sldMkLst>
          <pc:docMk/>
          <pc:sldMk cId="2101956271" sldId="331"/>
        </pc:sldMkLst>
        <pc:spChg chg="mod">
          <ac:chgData name="Yuli Jiang (CSD)" userId="7c291cd4-aa97-4867-8d2d-ebf5c1c3b419" providerId="ADAL" clId="{8FBD0129-C0BB-4F8A-B9D2-D31C5DC212F7}" dt="2025-09-14T17:56:19.802" v="415" actId="20577"/>
          <ac:spMkLst>
            <pc:docMk/>
            <pc:sldMk cId="2101956271" sldId="331"/>
            <ac:spMk id="386079" creationId="{00000000-0000-0000-0000-000000000000}"/>
          </ac:spMkLst>
        </pc:spChg>
        <pc:graphicFrameChg chg="mod modGraphic">
          <ac:chgData name="Yuli Jiang (CSD)" userId="7c291cd4-aa97-4867-8d2d-ebf5c1c3b419" providerId="ADAL" clId="{8FBD0129-C0BB-4F8A-B9D2-D31C5DC212F7}" dt="2025-09-14T17:56:07.222" v="382" actId="1076"/>
          <ac:graphicFrameMkLst>
            <pc:docMk/>
            <pc:sldMk cId="2101956271" sldId="331"/>
            <ac:graphicFrameMk id="2" creationId="{25140181-0D7F-4070-B7A3-B35BDD6BDAA1}"/>
          </ac:graphicFrameMkLst>
        </pc:graphicFrameChg>
      </pc:sldChg>
      <pc:sldChg chg="modSp mod ord">
        <pc:chgData name="Yuli Jiang (CSD)" userId="7c291cd4-aa97-4867-8d2d-ebf5c1c3b419" providerId="ADAL" clId="{8FBD0129-C0BB-4F8A-B9D2-D31C5DC212F7}" dt="2025-09-14T18:04:10.471" v="472" actId="20577"/>
        <pc:sldMkLst>
          <pc:docMk/>
          <pc:sldMk cId="3079095902" sldId="333"/>
        </pc:sldMkLst>
        <pc:spChg chg="mod">
          <ac:chgData name="Yuli Jiang (CSD)" userId="7c291cd4-aa97-4867-8d2d-ebf5c1c3b419" providerId="ADAL" clId="{8FBD0129-C0BB-4F8A-B9D2-D31C5DC212F7}" dt="2025-09-14T18:04:10.471" v="472" actId="20577"/>
          <ac:spMkLst>
            <pc:docMk/>
            <pc:sldMk cId="3079095902" sldId="333"/>
            <ac:spMk id="22531" creationId="{00000000-0000-0000-0000-000000000000}"/>
          </ac:spMkLst>
        </pc:spChg>
      </pc:sldChg>
      <pc:sldChg chg="modSp mod">
        <pc:chgData name="Yuli Jiang (CSD)" userId="7c291cd4-aa97-4867-8d2d-ebf5c1c3b419" providerId="ADAL" clId="{8FBD0129-C0BB-4F8A-B9D2-D31C5DC212F7}" dt="2025-09-14T17:00:47.033" v="15"/>
        <pc:sldMkLst>
          <pc:docMk/>
          <pc:sldMk cId="286734451" sldId="335"/>
        </pc:sldMkLst>
        <pc:spChg chg="mod">
          <ac:chgData name="Yuli Jiang (CSD)" userId="7c291cd4-aa97-4867-8d2d-ebf5c1c3b419" providerId="ADAL" clId="{8FBD0129-C0BB-4F8A-B9D2-D31C5DC212F7}" dt="2025-09-14T17:00:47.033" v="15"/>
          <ac:spMkLst>
            <pc:docMk/>
            <pc:sldMk cId="286734451" sldId="335"/>
            <ac:spMk id="3" creationId="{00000000-0000-0000-0000-000000000000}"/>
          </ac:spMkLst>
        </pc:spChg>
      </pc:sldChg>
      <pc:sldChg chg="modSp mod modAnim">
        <pc:chgData name="Yuli Jiang (CSD)" userId="7c291cd4-aa97-4867-8d2d-ebf5c1c3b419" providerId="ADAL" clId="{8FBD0129-C0BB-4F8A-B9D2-D31C5DC212F7}" dt="2025-09-14T17:57:38.276" v="443"/>
        <pc:sldMkLst>
          <pc:docMk/>
          <pc:sldMk cId="1459519738" sldId="336"/>
        </pc:sldMkLst>
        <pc:spChg chg="mod">
          <ac:chgData name="Yuli Jiang (CSD)" userId="7c291cd4-aa97-4867-8d2d-ebf5c1c3b419" providerId="ADAL" clId="{8FBD0129-C0BB-4F8A-B9D2-D31C5DC212F7}" dt="2025-09-14T17:57:14.265" v="440" actId="404"/>
          <ac:spMkLst>
            <pc:docMk/>
            <pc:sldMk cId="1459519738" sldId="336"/>
            <ac:spMk id="386079" creationId="{00000000-0000-0000-0000-000000000000}"/>
          </ac:spMkLst>
        </pc:spChg>
        <pc:graphicFrameChg chg="mod modGraphic">
          <ac:chgData name="Yuli Jiang (CSD)" userId="7c291cd4-aa97-4867-8d2d-ebf5c1c3b419" providerId="ADAL" clId="{8FBD0129-C0BB-4F8A-B9D2-D31C5DC212F7}" dt="2025-09-14T17:56:46.384" v="421" actId="1076"/>
          <ac:graphicFrameMkLst>
            <pc:docMk/>
            <pc:sldMk cId="1459519738" sldId="336"/>
            <ac:graphicFrameMk id="2" creationId="{25140181-0D7F-4070-B7A3-B35BDD6BDAA1}"/>
          </ac:graphicFrameMkLst>
        </pc:graphicFrameChg>
      </pc:sldChg>
      <pc:sldChg chg="addSp modSp mod ord modAnim">
        <pc:chgData name="Yuli Jiang (CSD)" userId="7c291cd4-aa97-4867-8d2d-ebf5c1c3b419" providerId="ADAL" clId="{8FBD0129-C0BB-4F8A-B9D2-D31C5DC212F7}" dt="2025-09-14T18:06:19.938" v="503"/>
        <pc:sldMkLst>
          <pc:docMk/>
          <pc:sldMk cId="2818925994" sldId="338"/>
        </pc:sldMkLst>
        <pc:spChg chg="mod">
          <ac:chgData name="Yuli Jiang (CSD)" userId="7c291cd4-aa97-4867-8d2d-ebf5c1c3b419" providerId="ADAL" clId="{8FBD0129-C0BB-4F8A-B9D2-D31C5DC212F7}" dt="2025-09-14T18:05:09.327" v="498" actId="20577"/>
          <ac:spMkLst>
            <pc:docMk/>
            <pc:sldMk cId="2818925994" sldId="338"/>
            <ac:spMk id="21507" creationId="{00000000-0000-0000-0000-000000000000}"/>
          </ac:spMkLst>
        </pc:spChg>
        <pc:spChg chg="add mod">
          <ac:chgData name="Yuli Jiang (CSD)" userId="7c291cd4-aa97-4867-8d2d-ebf5c1c3b419" providerId="ADAL" clId="{8FBD0129-C0BB-4F8A-B9D2-D31C5DC212F7}" dt="2025-09-14T18:06:19.263" v="502" actId="1076"/>
          <ac:spMkLst>
            <pc:docMk/>
            <pc:sldMk cId="2818925994" sldId="338"/>
            <ac:spMk id="407563" creationId="{00000000-0000-0000-0000-000000000000}"/>
          </ac:spMkLst>
        </pc:spChg>
      </pc:sldChg>
      <pc:sldChg chg="add modAnim">
        <pc:chgData name="Yuli Jiang (CSD)" userId="7c291cd4-aa97-4867-8d2d-ebf5c1c3b419" providerId="ADAL" clId="{8FBD0129-C0BB-4F8A-B9D2-D31C5DC212F7}" dt="2025-09-14T18:06:35.069" v="507"/>
        <pc:sldMkLst>
          <pc:docMk/>
          <pc:sldMk cId="166703446" sldId="339"/>
        </pc:sldMkLst>
      </pc:sldChg>
    </pc:docChg>
  </pc:docChgLst>
  <pc:docChgLst>
    <pc:chgData name="Yuli Jiang (CSD)" userId="7c291cd4-aa97-4867-8d2d-ebf5c1c3b419" providerId="ADAL" clId="{32A94110-88B9-4A6A-9F81-D5C158392534}"/>
    <pc:docChg chg="modSld sldOrd">
      <pc:chgData name="Yuli Jiang (CSD)" userId="7c291cd4-aa97-4867-8d2d-ebf5c1c3b419" providerId="ADAL" clId="{32A94110-88B9-4A6A-9F81-D5C158392534}" dt="2025-09-12T07:07:01.854" v="75"/>
      <pc:docMkLst>
        <pc:docMk/>
      </pc:docMkLst>
      <pc:sldChg chg="addSp modSp mod">
        <pc:chgData name="Yuli Jiang (CSD)" userId="7c291cd4-aa97-4867-8d2d-ebf5c1c3b419" providerId="ADAL" clId="{32A94110-88B9-4A6A-9F81-D5C158392534}" dt="2025-09-12T06:57:53.129" v="60" actId="1076"/>
        <pc:sldMkLst>
          <pc:docMk/>
          <pc:sldMk cId="0" sldId="256"/>
        </pc:sldMkLst>
        <pc:spChg chg="mod">
          <ac:chgData name="Yuli Jiang (CSD)" userId="7c291cd4-aa97-4867-8d2d-ebf5c1c3b419" providerId="ADAL" clId="{32A94110-88B9-4A6A-9F81-D5C158392534}" dt="2025-09-12T06:57:43.711" v="57" actId="1076"/>
          <ac:spMkLst>
            <pc:docMk/>
            <pc:sldMk cId="0" sldId="256"/>
            <ac:spMk id="2" creationId="{00000000-0000-0000-0000-000000000000}"/>
          </ac:spMkLst>
        </pc:spChg>
        <pc:spChg chg="mod">
          <ac:chgData name="Yuli Jiang (CSD)" userId="7c291cd4-aa97-4867-8d2d-ebf5c1c3b419" providerId="ADAL" clId="{32A94110-88B9-4A6A-9F81-D5C158392534}" dt="2025-09-12T06:57:47.286" v="58" actId="1076"/>
          <ac:spMkLst>
            <pc:docMk/>
            <pc:sldMk cId="0" sldId="256"/>
            <ac:spMk id="4" creationId="{CA7AED66-C145-4D29-AA19-6CE2B4D3C208}"/>
          </ac:spMkLst>
        </pc:spChg>
        <pc:graphicFrameChg chg="add mod">
          <ac:chgData name="Yuli Jiang (CSD)" userId="7c291cd4-aa97-4867-8d2d-ebf5c1c3b419" providerId="ADAL" clId="{32A94110-88B9-4A6A-9F81-D5C158392534}" dt="2025-09-12T06:57:53.129" v="60" actId="1076"/>
          <ac:graphicFrameMkLst>
            <pc:docMk/>
            <pc:sldMk cId="0" sldId="256"/>
            <ac:graphicFrameMk id="3" creationId="{04EC1547-738E-0613-196D-EEF7C6DBAAD3}"/>
          </ac:graphicFrameMkLst>
        </pc:graphicFrameChg>
      </pc:sldChg>
      <pc:sldChg chg="modSp mod modAnim">
        <pc:chgData name="Yuli Jiang (CSD)" userId="7c291cd4-aa97-4867-8d2d-ebf5c1c3b419" providerId="ADAL" clId="{32A94110-88B9-4A6A-9F81-D5C158392534}" dt="2025-09-12T06:55:55.347" v="56" actId="113"/>
        <pc:sldMkLst>
          <pc:docMk/>
          <pc:sldMk cId="3055564603" sldId="305"/>
        </pc:sldMkLst>
        <pc:spChg chg="mod">
          <ac:chgData name="Yuli Jiang (CSD)" userId="7c291cd4-aa97-4867-8d2d-ebf5c1c3b419" providerId="ADAL" clId="{32A94110-88B9-4A6A-9F81-D5C158392534}" dt="2025-09-12T06:55:55.347" v="56" actId="113"/>
          <ac:spMkLst>
            <pc:docMk/>
            <pc:sldMk cId="3055564603" sldId="305"/>
            <ac:spMk id="381955" creationId="{00000000-0000-0000-0000-000000000000}"/>
          </ac:spMkLst>
        </pc:spChg>
      </pc:sldChg>
      <pc:sldChg chg="ord">
        <pc:chgData name="Yuli Jiang (CSD)" userId="7c291cd4-aa97-4867-8d2d-ebf5c1c3b419" providerId="ADAL" clId="{32A94110-88B9-4A6A-9F81-D5C158392534}" dt="2025-09-12T07:00:15.620" v="64"/>
        <pc:sldMkLst>
          <pc:docMk/>
          <pc:sldMk cId="3733948420" sldId="306"/>
        </pc:sldMkLst>
      </pc:sldChg>
      <pc:sldChg chg="modSp">
        <pc:chgData name="Yuli Jiang (CSD)" userId="7c291cd4-aa97-4867-8d2d-ebf5c1c3b419" providerId="ADAL" clId="{32A94110-88B9-4A6A-9F81-D5C158392534}" dt="2025-09-12T06:46:07.663" v="23" actId="14100"/>
        <pc:sldMkLst>
          <pc:docMk/>
          <pc:sldMk cId="2966139973" sldId="307"/>
        </pc:sldMkLst>
        <pc:spChg chg="mod">
          <ac:chgData name="Yuli Jiang (CSD)" userId="7c291cd4-aa97-4867-8d2d-ebf5c1c3b419" providerId="ADAL" clId="{32A94110-88B9-4A6A-9F81-D5C158392534}" dt="2025-09-12T06:46:07.663" v="23" actId="14100"/>
          <ac:spMkLst>
            <pc:docMk/>
            <pc:sldMk cId="2966139973" sldId="307"/>
            <ac:spMk id="7173" creationId="{00000000-0000-0000-0000-000000000000}"/>
          </ac:spMkLst>
        </pc:spChg>
      </pc:sldChg>
      <pc:sldChg chg="modSp modAnim">
        <pc:chgData name="Yuli Jiang (CSD)" userId="7c291cd4-aa97-4867-8d2d-ebf5c1c3b419" providerId="ADAL" clId="{32A94110-88B9-4A6A-9F81-D5C158392534}" dt="2025-09-12T07:02:04.378" v="66"/>
        <pc:sldMkLst>
          <pc:docMk/>
          <pc:sldMk cId="44215685" sldId="308"/>
        </pc:sldMkLst>
        <pc:spChg chg="mod">
          <ac:chgData name="Yuli Jiang (CSD)" userId="7c291cd4-aa97-4867-8d2d-ebf5c1c3b419" providerId="ADAL" clId="{32A94110-88B9-4A6A-9F81-D5C158392534}" dt="2025-09-12T07:01:10.392" v="65"/>
          <ac:spMkLst>
            <pc:docMk/>
            <pc:sldMk cId="44215685" sldId="308"/>
            <ac:spMk id="399363" creationId="{00000000-0000-0000-0000-000000000000}"/>
          </ac:spMkLst>
        </pc:spChg>
      </pc:sldChg>
      <pc:sldChg chg="mod modShow">
        <pc:chgData name="Yuli Jiang (CSD)" userId="7c291cd4-aa97-4867-8d2d-ebf5c1c3b419" providerId="ADAL" clId="{32A94110-88B9-4A6A-9F81-D5C158392534}" dt="2025-09-12T07:02:42.475" v="67" actId="729"/>
        <pc:sldMkLst>
          <pc:docMk/>
          <pc:sldMk cId="3717663575" sldId="309"/>
        </pc:sldMkLst>
      </pc:sldChg>
      <pc:sldChg chg="modSp mod">
        <pc:chgData name="Yuli Jiang (CSD)" userId="7c291cd4-aa97-4867-8d2d-ebf5c1c3b419" providerId="ADAL" clId="{32A94110-88B9-4A6A-9F81-D5C158392534}" dt="2025-09-12T07:03:28.715" v="68" actId="115"/>
        <pc:sldMkLst>
          <pc:docMk/>
          <pc:sldMk cId="3445615455" sldId="310"/>
        </pc:sldMkLst>
        <pc:spChg chg="mod">
          <ac:chgData name="Yuli Jiang (CSD)" userId="7c291cd4-aa97-4867-8d2d-ebf5c1c3b419" providerId="ADAL" clId="{32A94110-88B9-4A6A-9F81-D5C158392534}" dt="2025-09-12T07:03:28.715" v="68" actId="115"/>
          <ac:spMkLst>
            <pc:docMk/>
            <pc:sldMk cId="3445615455" sldId="310"/>
            <ac:spMk id="10244" creationId="{00000000-0000-0000-0000-000000000000}"/>
          </ac:spMkLst>
        </pc:spChg>
      </pc:sldChg>
      <pc:sldChg chg="modSp mod">
        <pc:chgData name="Yuli Jiang (CSD)" userId="7c291cd4-aa97-4867-8d2d-ebf5c1c3b419" providerId="ADAL" clId="{32A94110-88B9-4A6A-9F81-D5C158392534}" dt="2025-09-12T07:04:05.697" v="70" actId="14100"/>
        <pc:sldMkLst>
          <pc:docMk/>
          <pc:sldMk cId="1280065568" sldId="311"/>
        </pc:sldMkLst>
        <pc:spChg chg="mod">
          <ac:chgData name="Yuli Jiang (CSD)" userId="7c291cd4-aa97-4867-8d2d-ebf5c1c3b419" providerId="ADAL" clId="{32A94110-88B9-4A6A-9F81-D5C158392534}" dt="2025-09-12T07:04:05.697" v="70" actId="14100"/>
          <ac:spMkLst>
            <pc:docMk/>
            <pc:sldMk cId="1280065568" sldId="311"/>
            <ac:spMk id="400387" creationId="{00000000-0000-0000-0000-000000000000}"/>
          </ac:spMkLst>
        </pc:spChg>
      </pc:sldChg>
      <pc:sldChg chg="modSp mod">
        <pc:chgData name="Yuli Jiang (CSD)" userId="7c291cd4-aa97-4867-8d2d-ebf5c1c3b419" providerId="ADAL" clId="{32A94110-88B9-4A6A-9F81-D5C158392534}" dt="2025-09-12T07:06:58.062" v="73" actId="20577"/>
        <pc:sldMkLst>
          <pc:docMk/>
          <pc:sldMk cId="3454172440" sldId="318"/>
        </pc:sldMkLst>
        <pc:spChg chg="mod">
          <ac:chgData name="Yuli Jiang (CSD)" userId="7c291cd4-aa97-4867-8d2d-ebf5c1c3b419" providerId="ADAL" clId="{32A94110-88B9-4A6A-9F81-D5C158392534}" dt="2025-09-12T07:06:58.062" v="73" actId="20577"/>
          <ac:spMkLst>
            <pc:docMk/>
            <pc:sldMk cId="3454172440" sldId="318"/>
            <ac:spMk id="2" creationId="{00000000-0000-0000-0000-000000000000}"/>
          </ac:spMkLst>
        </pc:spChg>
      </pc:sldChg>
      <pc:sldChg chg="ord">
        <pc:chgData name="Yuli Jiang (CSD)" userId="7c291cd4-aa97-4867-8d2d-ebf5c1c3b419" providerId="ADAL" clId="{32A94110-88B9-4A6A-9F81-D5C158392534}" dt="2025-09-12T07:07:01.854" v="75"/>
        <pc:sldMkLst>
          <pc:docMk/>
          <pc:sldMk cId="277001808" sldId="323"/>
        </pc:sldMkLst>
      </pc:sldChg>
      <pc:sldChg chg="modSp mod">
        <pc:chgData name="Yuli Jiang (CSD)" userId="7c291cd4-aa97-4867-8d2d-ebf5c1c3b419" providerId="ADAL" clId="{32A94110-88B9-4A6A-9F81-D5C158392534}" dt="2025-09-12T06:45:28.872" v="21" actId="207"/>
        <pc:sldMkLst>
          <pc:docMk/>
          <pc:sldMk cId="1846506174" sldId="328"/>
        </pc:sldMkLst>
        <pc:spChg chg="mod">
          <ac:chgData name="Yuli Jiang (CSD)" userId="7c291cd4-aa97-4867-8d2d-ebf5c1c3b419" providerId="ADAL" clId="{32A94110-88B9-4A6A-9F81-D5C158392534}" dt="2025-09-12T06:45:28.872" v="21" actId="207"/>
          <ac:spMkLst>
            <pc:docMk/>
            <pc:sldMk cId="1846506174" sldId="328"/>
            <ac:spMk id="3" creationId="{00000000-0000-0000-0000-000000000000}"/>
          </ac:spMkLst>
        </pc:spChg>
      </pc:sldChg>
      <pc:sldChg chg="modSp mod">
        <pc:chgData name="Yuli Jiang (CSD)" userId="7c291cd4-aa97-4867-8d2d-ebf5c1c3b419" providerId="ADAL" clId="{32A94110-88B9-4A6A-9F81-D5C158392534}" dt="2025-09-12T06:43:43.361" v="0" actId="6549"/>
        <pc:sldMkLst>
          <pc:docMk/>
          <pc:sldMk cId="286734451" sldId="335"/>
        </pc:sldMkLst>
        <pc:spChg chg="mod">
          <ac:chgData name="Yuli Jiang (CSD)" userId="7c291cd4-aa97-4867-8d2d-ebf5c1c3b419" providerId="ADAL" clId="{32A94110-88B9-4A6A-9F81-D5C158392534}" dt="2025-09-12T06:43:43.361" v="0" actId="6549"/>
          <ac:spMkLst>
            <pc:docMk/>
            <pc:sldMk cId="286734451" sldId="335"/>
            <ac:spMk id="3" creationId="{00000000-0000-0000-0000-000000000000}"/>
          </ac:spMkLst>
        </pc:spChg>
      </pc:sldChg>
    </pc:docChg>
  </pc:docChgLst>
  <pc:docChgLst>
    <pc:chgData name="Yuli Jiang (CSD)" userId="7c291cd4-aa97-4867-8d2d-ebf5c1c3b419" providerId="ADAL" clId="{6FB2D99D-3E0D-4AD1-B359-FDBCF8F3B448}"/>
    <pc:docChg chg="undo custSel addSld delSld modSld">
      <pc:chgData name="Yuli Jiang (CSD)" userId="7c291cd4-aa97-4867-8d2d-ebf5c1c3b419" providerId="ADAL" clId="{6FB2D99D-3E0D-4AD1-B359-FDBCF8F3B448}" dt="2024-09-11T11:12:44.284" v="217" actId="1076"/>
      <pc:docMkLst>
        <pc:docMk/>
      </pc:docMkLst>
      <pc:sldChg chg="addSp modSp mod">
        <pc:chgData name="Yuli Jiang (CSD)" userId="7c291cd4-aa97-4867-8d2d-ebf5c1c3b419" providerId="ADAL" clId="{6FB2D99D-3E0D-4AD1-B359-FDBCF8F3B448}" dt="2024-09-10T08:40:35.668" v="9" actId="1076"/>
        <pc:sldMkLst>
          <pc:docMk/>
          <pc:sldMk cId="0" sldId="256"/>
        </pc:sldMkLst>
      </pc:sldChg>
      <pc:sldChg chg="mod modShow">
        <pc:chgData name="Yuli Jiang (CSD)" userId="7c291cd4-aa97-4867-8d2d-ebf5c1c3b419" providerId="ADAL" clId="{6FB2D99D-3E0D-4AD1-B359-FDBCF8F3B448}" dt="2024-09-11T10:08:35.662" v="10" actId="729"/>
        <pc:sldMkLst>
          <pc:docMk/>
          <pc:sldMk cId="2966139973" sldId="307"/>
        </pc:sldMkLst>
      </pc:sldChg>
      <pc:sldChg chg="modSp mod">
        <pc:chgData name="Yuli Jiang (CSD)" userId="7c291cd4-aa97-4867-8d2d-ebf5c1c3b419" providerId="ADAL" clId="{6FB2D99D-3E0D-4AD1-B359-FDBCF8F3B448}" dt="2024-09-11T10:09:16.782" v="15" actId="115"/>
        <pc:sldMkLst>
          <pc:docMk/>
          <pc:sldMk cId="44215685" sldId="308"/>
        </pc:sldMkLst>
      </pc:sldChg>
      <pc:sldChg chg="mod modShow">
        <pc:chgData name="Yuli Jiang (CSD)" userId="7c291cd4-aa97-4867-8d2d-ebf5c1c3b419" providerId="ADAL" clId="{6FB2D99D-3E0D-4AD1-B359-FDBCF8F3B448}" dt="2024-09-11T10:22:49.518" v="16" actId="729"/>
        <pc:sldMkLst>
          <pc:docMk/>
          <pc:sldMk cId="3717663575" sldId="309"/>
        </pc:sldMkLst>
      </pc:sldChg>
      <pc:sldChg chg="modSp mod">
        <pc:chgData name="Yuli Jiang (CSD)" userId="7c291cd4-aa97-4867-8d2d-ebf5c1c3b419" providerId="ADAL" clId="{6FB2D99D-3E0D-4AD1-B359-FDBCF8F3B448}" dt="2024-09-11T10:30:12.719" v="132" actId="20577"/>
        <pc:sldMkLst>
          <pc:docMk/>
          <pc:sldMk cId="3445615455" sldId="310"/>
        </pc:sldMkLst>
      </pc:sldChg>
      <pc:sldChg chg="modSp">
        <pc:chgData name="Yuli Jiang (CSD)" userId="7c291cd4-aa97-4867-8d2d-ebf5c1c3b419" providerId="ADAL" clId="{6FB2D99D-3E0D-4AD1-B359-FDBCF8F3B448}" dt="2024-09-11T10:30:59.309" v="134" actId="403"/>
        <pc:sldMkLst>
          <pc:docMk/>
          <pc:sldMk cId="1280065568" sldId="311"/>
        </pc:sldMkLst>
      </pc:sldChg>
      <pc:sldChg chg="mod modShow">
        <pc:chgData name="Yuli Jiang (CSD)" userId="7c291cd4-aa97-4867-8d2d-ebf5c1c3b419" providerId="ADAL" clId="{6FB2D99D-3E0D-4AD1-B359-FDBCF8F3B448}" dt="2024-09-11T10:32:00.476" v="135" actId="729"/>
        <pc:sldMkLst>
          <pc:docMk/>
          <pc:sldMk cId="1835190794" sldId="313"/>
        </pc:sldMkLst>
      </pc:sldChg>
      <pc:sldChg chg="modSp mod">
        <pc:chgData name="Yuli Jiang (CSD)" userId="7c291cd4-aa97-4867-8d2d-ebf5c1c3b419" providerId="ADAL" clId="{6FB2D99D-3E0D-4AD1-B359-FDBCF8F3B448}" dt="2024-09-11T10:32:26.765" v="159" actId="207"/>
        <pc:sldMkLst>
          <pc:docMk/>
          <pc:sldMk cId="694368066" sldId="316"/>
        </pc:sldMkLst>
      </pc:sldChg>
      <pc:sldChg chg="modSp mod">
        <pc:chgData name="Yuli Jiang (CSD)" userId="7c291cd4-aa97-4867-8d2d-ebf5c1c3b419" providerId="ADAL" clId="{6FB2D99D-3E0D-4AD1-B359-FDBCF8F3B448}" dt="2024-09-11T10:33:34.378" v="163" actId="207"/>
        <pc:sldMkLst>
          <pc:docMk/>
          <pc:sldMk cId="2753475353" sldId="317"/>
        </pc:sldMkLst>
      </pc:sldChg>
      <pc:sldChg chg="modSp mod">
        <pc:chgData name="Yuli Jiang (CSD)" userId="7c291cd4-aa97-4867-8d2d-ebf5c1c3b419" providerId="ADAL" clId="{6FB2D99D-3E0D-4AD1-B359-FDBCF8F3B448}" dt="2024-09-11T10:27:26.547" v="58" actId="1076"/>
        <pc:sldMkLst>
          <pc:docMk/>
          <pc:sldMk cId="2101956271" sldId="331"/>
        </pc:sldMkLst>
      </pc:sldChg>
      <pc:sldChg chg="modSp add mod modAnim">
        <pc:chgData name="Yuli Jiang (CSD)" userId="7c291cd4-aa97-4867-8d2d-ebf5c1c3b419" providerId="ADAL" clId="{6FB2D99D-3E0D-4AD1-B359-FDBCF8F3B448}" dt="2024-09-11T10:36:34.676" v="177" actId="20577"/>
        <pc:sldMkLst>
          <pc:docMk/>
          <pc:sldMk cId="1459519738" sldId="336"/>
        </pc:sldMkLst>
      </pc:sldChg>
      <pc:sldChg chg="new del">
        <pc:chgData name="Yuli Jiang (CSD)" userId="7c291cd4-aa97-4867-8d2d-ebf5c1c3b419" providerId="ADAL" clId="{6FB2D99D-3E0D-4AD1-B359-FDBCF8F3B448}" dt="2024-09-11T10:58:40.540" v="180" actId="47"/>
        <pc:sldMkLst>
          <pc:docMk/>
          <pc:sldMk cId="1944353450" sldId="337"/>
        </pc:sldMkLst>
      </pc:sldChg>
      <pc:sldChg chg="addSp delSp modSp add mod delAnim">
        <pc:chgData name="Yuli Jiang (CSD)" userId="7c291cd4-aa97-4867-8d2d-ebf5c1c3b419" providerId="ADAL" clId="{6FB2D99D-3E0D-4AD1-B359-FDBCF8F3B448}" dt="2024-09-11T11:12:44.284" v="217" actId="1076"/>
        <pc:sldMkLst>
          <pc:docMk/>
          <pc:sldMk cId="2818925994" sldId="338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0" y="4721186"/>
            <a:ext cx="5445760" cy="44727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8" y="9440646"/>
            <a:ext cx="2949787" cy="49696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627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340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7761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514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5077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5671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dirty="0"/>
              <a:t>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53253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792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9198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775957C9-9045-4A64-ADEB-651262E1F947}" type="slidenum">
              <a:rPr lang="zh-TW" altLang="en-US" smtClean="0">
                <a:latin typeface="Helvetica" pitchFamily="34" charset="0"/>
              </a:rPr>
              <a:pPr/>
              <a:t>16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3050" cy="3725863"/>
          </a:xfrm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3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34778" indent="-282607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30427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582598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34769" indent="-226085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486939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39110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391281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43452" indent="-226085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05C8079-13F5-4C55-880E-DB5C6DB061CE}" type="slidenum">
              <a:rPr lang="zh-TW" altLang="en-US" smtClean="0">
                <a:latin typeface="Helvetica" pitchFamily="34" charset="0"/>
              </a:rPr>
              <a:pPr/>
              <a:t>17</a:t>
            </a:fld>
            <a:endParaRPr lang="en-US" altLang="zh-TW">
              <a:latin typeface="Helvetica" pitchFamily="34" charset="0"/>
            </a:endParaRPr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2075" y="746125"/>
            <a:ext cx="6623050" cy="3725863"/>
          </a:xfrm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zh-TW" b="0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61781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03310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DA4B7-5982-6DA7-06C5-2A0B5E724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419C00-3DF1-D0CD-8DFF-B86CB3FFEE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662C70-36E2-53C2-EC57-4094C3A11A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6646E8-347B-3F6B-5416-6F4FD4F55A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07442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2075" y="746125"/>
            <a:ext cx="6623050" cy="3725863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038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3785" y="1066800"/>
            <a:ext cx="11910647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784" y="76200"/>
            <a:ext cx="109728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12192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Review: Data type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int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Range, Overflow -&gt; Binary process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“%d” in </a:t>
            </a:r>
            <a:r>
              <a:rPr lang="en-US" altLang="zh-TW" dirty="0" err="1">
                <a:ea typeface="新細明體" charset="-120"/>
              </a:rPr>
              <a:t>scanf</a:t>
            </a:r>
            <a:r>
              <a:rPr lang="en-US" altLang="zh-TW" dirty="0">
                <a:ea typeface="新細明體" charset="-120"/>
              </a:rPr>
              <a:t>(…) and </a:t>
            </a:r>
            <a:r>
              <a:rPr lang="en-US" altLang="zh-TW" dirty="0" err="1">
                <a:ea typeface="新細明體" charset="-120"/>
              </a:rPr>
              <a:t>printf</a:t>
            </a:r>
            <a:r>
              <a:rPr lang="en-US" altLang="zh-TW" dirty="0">
                <a:ea typeface="新細明體" charset="-120"/>
              </a:rPr>
              <a:t>(…)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float double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Size and precision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Double: </a:t>
            </a:r>
            <a:r>
              <a:rPr lang="en-US" altLang="zh-TW" dirty="0" err="1">
                <a:ea typeface="新細明體" charset="-120"/>
              </a:rPr>
              <a:t>scanf</a:t>
            </a:r>
            <a:r>
              <a:rPr lang="en-US" altLang="zh-TW" dirty="0">
                <a:ea typeface="新細明體" charset="-120"/>
              </a:rPr>
              <a:t>(</a:t>
            </a:r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“%</a:t>
            </a:r>
            <a:r>
              <a:rPr lang="en-US" altLang="zh-TW" b="1" dirty="0" err="1">
                <a:solidFill>
                  <a:srgbClr val="FF0000"/>
                </a:solidFill>
                <a:ea typeface="新細明體" charset="-120"/>
              </a:rPr>
              <a:t>lf</a:t>
            </a:r>
            <a:r>
              <a:rPr lang="en-US" altLang="zh-TW" b="1" dirty="0">
                <a:solidFill>
                  <a:srgbClr val="FF0000"/>
                </a:solidFill>
                <a:ea typeface="新細明體" charset="-120"/>
              </a:rPr>
              <a:t>”</a:t>
            </a:r>
            <a:r>
              <a:rPr lang="en-US" altLang="zh-TW" dirty="0">
                <a:ea typeface="新細明體" charset="-120"/>
              </a:rPr>
              <a:t>,a)      “%f” “%.10f” in </a:t>
            </a:r>
            <a:r>
              <a:rPr lang="en-US" altLang="zh-TW" dirty="0" err="1">
                <a:ea typeface="新細明體" charset="-120"/>
              </a:rPr>
              <a:t>printf</a:t>
            </a:r>
            <a:r>
              <a:rPr lang="en-US" altLang="zh-TW" dirty="0">
                <a:ea typeface="新細明體" charset="-120"/>
              </a:rPr>
              <a:t>(…)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Type Conversion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       1/2   -&gt;  0	1.0/2  -&gt;  0.5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fr-FR" altLang="zh-TW" dirty="0" err="1">
                <a:ea typeface="新細明體" charset="-120"/>
              </a:rPr>
              <a:t>int</a:t>
            </a:r>
            <a:r>
              <a:rPr lang="fr-FR" altLang="zh-TW" dirty="0">
                <a:ea typeface="新細明體" charset="-120"/>
              </a:rPr>
              <a:t> x = (</a:t>
            </a:r>
            <a:r>
              <a:rPr lang="fr-FR" altLang="zh-TW" dirty="0" err="1">
                <a:ea typeface="新細明體" charset="-120"/>
              </a:rPr>
              <a:t>int</a:t>
            </a:r>
            <a:r>
              <a:rPr lang="fr-FR" altLang="zh-TW" dirty="0">
                <a:ea typeface="新細明體" charset="-120"/>
              </a:rPr>
              <a:t>) 4.9;	</a:t>
            </a:r>
            <a:r>
              <a:rPr lang="en-US" altLang="zh-TW" dirty="0">
                <a:ea typeface="新細明體" charset="-120"/>
              </a:rPr>
              <a:t> -&gt;</a:t>
            </a:r>
            <a:r>
              <a:rPr lang="fr-FR" altLang="zh-TW" dirty="0">
                <a:ea typeface="新細明體" charset="-120"/>
              </a:rPr>
              <a:t>     x = 4</a:t>
            </a:r>
          </a:p>
          <a:p>
            <a:pPr marL="400050" lvl="1" indent="0">
              <a:buNone/>
            </a:pPr>
            <a:r>
              <a:rPr lang="fr-FR" altLang="zh-TW" dirty="0">
                <a:ea typeface="新細明體" charset="-120"/>
              </a:rPr>
              <a:t>       </a:t>
            </a:r>
            <a:r>
              <a:rPr lang="fr-FR" altLang="zh-TW" dirty="0" err="1">
                <a:ea typeface="新細明體" charset="-120"/>
              </a:rPr>
              <a:t>int</a:t>
            </a:r>
            <a:r>
              <a:rPr lang="fr-FR" altLang="zh-TW" dirty="0">
                <a:ea typeface="新細明體" charset="-120"/>
              </a:rPr>
              <a:t> y = (</a:t>
            </a:r>
            <a:r>
              <a:rPr lang="fr-FR" altLang="zh-TW" dirty="0" err="1">
                <a:ea typeface="新細明體" charset="-120"/>
              </a:rPr>
              <a:t>int</a:t>
            </a:r>
            <a:r>
              <a:rPr lang="fr-FR" altLang="zh-TW" dirty="0">
                <a:ea typeface="新細明體" charset="-120"/>
              </a:rPr>
              <a:t>) -3.99;	 </a:t>
            </a:r>
            <a:r>
              <a:rPr lang="en-US" altLang="zh-TW" dirty="0">
                <a:ea typeface="新細明體" charset="-120"/>
              </a:rPr>
              <a:t>-&gt;</a:t>
            </a:r>
            <a:r>
              <a:rPr lang="fr-FR" altLang="zh-TW" dirty="0">
                <a:ea typeface="新細明體" charset="-120"/>
              </a:rPr>
              <a:t>   y = -3</a:t>
            </a:r>
          </a:p>
          <a:p>
            <a:pPr marL="933450" lvl="1" indent="-533400">
              <a:buFont typeface="Wingdings" pitchFamily="2" charset="2"/>
              <a:buAutoNum type="arabicPeriod"/>
            </a:pPr>
            <a:endParaRPr lang="en-US" altLang="zh-TW" dirty="0">
              <a:ea typeface="新細明體" charset="-12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34451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970280" y="1271908"/>
            <a:ext cx="8382000" cy="1470025"/>
          </a:xfrm>
        </p:spPr>
        <p:txBody>
          <a:bodyPr>
            <a:normAutofit/>
          </a:bodyPr>
          <a:lstStyle/>
          <a:p>
            <a:r>
              <a:rPr lang="en-US" altLang="zh-TW" b="1" dirty="0">
                <a:ea typeface="新細明體"/>
              </a:rPr>
              <a:t>Operators</a:t>
            </a:r>
            <a:endParaRPr 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A7AED66-C145-4D29-AA19-6CE2B4D3C208}"/>
              </a:ext>
            </a:extLst>
          </p:cNvPr>
          <p:cNvSpPr txBox="1"/>
          <p:nvPr/>
        </p:nvSpPr>
        <p:spPr>
          <a:xfrm>
            <a:off x="1691640" y="248793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/>
              <a:t> </a:t>
            </a:r>
            <a:r>
              <a:rPr lang="en-US" sz="4000" dirty="0">
                <a:latin typeface="Consolas" panose="020B0609020204030204" pitchFamily="49" charset="0"/>
                <a:cs typeface="Consolas" panose="020B0609020204030204" pitchFamily="49" charset="0"/>
              </a:rPr>
              <a:t>+  -  *  /</a:t>
            </a:r>
            <a:endParaRPr lang="LID4096" sz="4000" dirty="0"/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04EC1547-738E-0613-196D-EEF7C6DBAA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586605"/>
              </p:ext>
            </p:extLst>
          </p:nvPr>
        </p:nvGraphicFramePr>
        <p:xfrm>
          <a:off x="5944816" y="2082162"/>
          <a:ext cx="6102599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696">
                  <a:extLst>
                    <a:ext uri="{9D8B030D-6E8A-4147-A177-3AD203B41FA5}">
                      <a16:colId xmlns:a16="http://schemas.microsoft.com/office/drawing/2014/main" val="1856778750"/>
                    </a:ext>
                  </a:extLst>
                </a:gridCol>
              </a:tblGrid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Associativity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Consolas"/>
                        </a:rPr>
                        <a:t>+ </a:t>
                      </a:r>
                      <a:r>
                        <a:rPr lang="en-US" sz="2000" b="0" i="0" u="none" strike="noStrike" noProof="0" dirty="0">
                          <a:latin typeface="Calibri"/>
                        </a:rPr>
                        <a:t>(unary plus </a:t>
                      </a:r>
                      <a:r>
                        <a:rPr lang="en-US" altLang="zh-CN" sz="2000" b="0" i="0" u="none" strike="noStrike" noProof="0" dirty="0">
                          <a:latin typeface="Calibri"/>
                        </a:rPr>
                        <a:t>positive</a:t>
                      </a:r>
                      <a:r>
                        <a:rPr lang="en-US" sz="2000" b="0" i="0" u="none" strike="noStrike" noProof="0" dirty="0">
                          <a:latin typeface="Calibri"/>
                        </a:rPr>
                        <a:t>)</a:t>
                      </a:r>
                      <a:r>
                        <a:rPr lang="en-US" sz="2000" b="0" i="0" u="none" strike="noStrike" noProof="0" dirty="0">
                          <a:latin typeface="Consolas"/>
                        </a:rPr>
                        <a:t> 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Consolas"/>
                        </a:rPr>
                        <a:t>- </a:t>
                      </a:r>
                      <a:r>
                        <a:rPr lang="en-US" sz="2000" b="0" i="0" u="none" strike="noStrike" noProof="0" dirty="0">
                          <a:latin typeface="Calibri"/>
                        </a:rPr>
                        <a:t>(unary minus negative)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000"/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6325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Consolas"/>
                        </a:rPr>
                        <a:t>*  /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/>
                        </a:rPr>
                        <a:t>+ </a:t>
                      </a:r>
                      <a:r>
                        <a:rPr lang="en-US" sz="2000" dirty="0">
                          <a:latin typeface="+mn-lt"/>
                        </a:rPr>
                        <a:t>(addition)  </a:t>
                      </a:r>
                      <a:r>
                        <a:rPr lang="en-US" sz="2000" dirty="0">
                          <a:latin typeface="Consolas"/>
                        </a:rPr>
                        <a:t> </a:t>
                      </a:r>
                      <a:endParaRPr lang="en-US" sz="2400" dirty="0">
                        <a:latin typeface="Consolas"/>
                      </a:endParaRPr>
                    </a:p>
                    <a:p>
                      <a:pPr algn="ctr"/>
                      <a:r>
                        <a:rPr lang="en-US" sz="2400" dirty="0">
                          <a:latin typeface="Consolas"/>
                        </a:rPr>
                        <a:t>- </a:t>
                      </a:r>
                      <a:r>
                        <a:rPr lang="en-US" sz="2000" dirty="0">
                          <a:latin typeface="+mn-lt"/>
                        </a:rPr>
                        <a:t>(subtraction)</a:t>
                      </a:r>
                      <a:endParaRPr lang="en-US" sz="2400" dirty="0">
                        <a:latin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+mn-lt"/>
                        </a:rPr>
                        <a:t>=  </a:t>
                      </a:r>
                      <a:r>
                        <a:rPr lang="en-US" sz="2000" dirty="0">
                          <a:latin typeface="+mn-lt"/>
                        </a:rPr>
                        <a:t>(assignment)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+mn-lt"/>
                        </a:rPr>
                        <a:t>+=  -=  *=  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"/>
                        </a:rPr>
                        <a:t>Right to Left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000" b="0" i="0" u="none" strike="noStrike" noProof="0" dirty="0">
                          <a:latin typeface="Calibri"/>
                        </a:rPr>
                        <a:t>Lowest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951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Operators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Arithmetic Operators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Operator Precedence and Associativity</a:t>
            </a:r>
          </a:p>
          <a:p>
            <a:pPr marL="933450" lvl="1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Some uses of Integer Division and Modulus Operators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Expressions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Different Forms of Assignment Operators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Swapping Values between Two Variables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 dirty="0">
                <a:ea typeface="新細明體" charset="-120"/>
              </a:rPr>
              <a:t>Increment and Decrement Operators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CF33604E-653E-44A3-9537-FD473B27CB33}" type="slidenum">
              <a:rPr lang="zh-TW" altLang="en-US" b="0">
                <a:ea typeface="新細明體" charset="-120"/>
              </a:rPr>
              <a:pPr/>
              <a:t>4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0" y="165100"/>
            <a:ext cx="8763000" cy="6731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1. Operators</a:t>
            </a:r>
          </a:p>
        </p:txBody>
      </p:sp>
      <p:sp>
        <p:nvSpPr>
          <p:cNvPr id="3819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16767" y="1143001"/>
            <a:ext cx="11495315" cy="5127625"/>
          </a:xfrm>
          <a:noFill/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zh-TW" sz="2800" b="1" i="1" dirty="0">
                <a:solidFill>
                  <a:srgbClr val="0070C0"/>
                </a:solidFill>
                <a:ea typeface="新細明體" charset="-120"/>
              </a:rPr>
              <a:t>Operator</a:t>
            </a:r>
            <a:r>
              <a:rPr lang="en-US" altLang="zh-TW" sz="2800" dirty="0">
                <a:ea typeface="新細明體" charset="-120"/>
              </a:rPr>
              <a:t> – </a:t>
            </a:r>
            <a:r>
              <a:rPr lang="en-US" altLang="zh-TW" sz="2400" dirty="0">
                <a:ea typeface="新細明體" charset="-120"/>
              </a:rPr>
              <a:t>a symbol or keyword that represents an operation to be applied to some data, </a:t>
            </a:r>
            <a:r>
              <a:rPr lang="en-US" altLang="zh-TW" sz="2400" i="1" dirty="0">
                <a:ea typeface="新細明體" charset="-120"/>
              </a:rPr>
              <a:t>yielding a value</a:t>
            </a:r>
            <a:r>
              <a:rPr lang="en-US" altLang="zh-TW" sz="2400" dirty="0">
                <a:ea typeface="新細明體" charset="-120"/>
              </a:rPr>
              <a:t>.</a:t>
            </a:r>
            <a:endParaRPr lang="en-US" altLang="zh-TW" sz="1200" dirty="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800" b="1" i="1" dirty="0">
                <a:solidFill>
                  <a:srgbClr val="0070C0"/>
                </a:solidFill>
                <a:ea typeface="新細明體" charset="-120"/>
              </a:rPr>
              <a:t>Operand</a:t>
            </a:r>
            <a:r>
              <a:rPr lang="en-US" altLang="zh-TW" sz="2800" dirty="0">
                <a:ea typeface="新細明體" charset="-120"/>
              </a:rPr>
              <a:t> – input data to an operator</a:t>
            </a:r>
            <a:endParaRPr lang="en-US" altLang="zh-TW" sz="2000" dirty="0">
              <a:ea typeface="新細明體" charset="-120"/>
            </a:endParaRP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TW" sz="2400" dirty="0">
                <a:ea typeface="新細明體" charset="-120"/>
              </a:rPr>
              <a:t>				</a:t>
            </a:r>
            <a:r>
              <a:rPr lang="en-US" altLang="zh-TW" dirty="0">
                <a:ea typeface="新細明體" charset="-120"/>
              </a:rPr>
              <a:t>E.g.   </a:t>
            </a:r>
            <a:r>
              <a:rPr lang="en-US" altLang="zh-CN" b="1" dirty="0">
                <a:latin typeface="Consolas" panose="020B0609020204030204" pitchFamily="49" charset="0"/>
                <a:ea typeface="新細明體" charset="-120"/>
              </a:rPr>
              <a:t>x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=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</a:rPr>
              <a:t>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-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</a:rPr>
              <a:t>y </a:t>
            </a:r>
            <a:r>
              <a:rPr lang="en-US" altLang="zh-TW" b="1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</a:rPr>
              <a:t>+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</a:rPr>
              <a:t> 40 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 charset="-120"/>
              </a:rPr>
              <a:t>*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</a:rPr>
              <a:t> 20;</a:t>
            </a:r>
          </a:p>
          <a:p>
            <a:pPr lvl="1">
              <a:lnSpc>
                <a:spcPct val="90000"/>
              </a:lnSpc>
            </a:pPr>
            <a:endParaRPr lang="en-US" altLang="zh-TW" sz="1400" dirty="0">
              <a:ea typeface="新細明體" charset="-120"/>
            </a:endParaRPr>
          </a:p>
          <a:p>
            <a:pPr>
              <a:lnSpc>
                <a:spcPct val="90000"/>
              </a:lnSpc>
            </a:pPr>
            <a:r>
              <a:rPr lang="en-US" altLang="zh-TW" sz="2400" dirty="0">
                <a:ea typeface="新細明體"/>
              </a:rPr>
              <a:t>We use operators all the time in real life. You should all be familiar with Binary operators and Unary operators in basic arithmetic. You can recognize them intuitively in C:</a:t>
            </a:r>
            <a:endParaRPr lang="en-US" altLang="zh-TW" sz="2400" b="1" dirty="0">
              <a:latin typeface="Calibri"/>
              <a:ea typeface="新細明體" charset="-120"/>
              <a:cs typeface="Calibri"/>
            </a:endParaRPr>
          </a:p>
          <a:p>
            <a:pPr lvl="1">
              <a:lnSpc>
                <a:spcPct val="90000"/>
              </a:lnSpc>
            </a:pPr>
            <a:r>
              <a:rPr lang="en-US" altLang="zh-TW" b="1" i="1" dirty="0">
                <a:solidFill>
                  <a:schemeClr val="accent4"/>
                </a:solidFill>
                <a:ea typeface="新細明體" charset="-120"/>
              </a:rPr>
              <a:t>Binary operator </a:t>
            </a:r>
            <a:r>
              <a:rPr lang="en-US" altLang="zh-TW" dirty="0">
                <a:ea typeface="新細明體" charset="-120"/>
              </a:rPr>
              <a:t>– an operator that accepts </a:t>
            </a:r>
            <a:r>
              <a:rPr lang="en-US" altLang="zh-TW" b="1" dirty="0">
                <a:ea typeface="新細明體" charset="-120"/>
              </a:rPr>
              <a:t>2 operands</a:t>
            </a:r>
          </a:p>
          <a:p>
            <a:pPr marL="857250" lvl="2" indent="0">
              <a:lnSpc>
                <a:spcPct val="90000"/>
              </a:lnSpc>
              <a:buNone/>
            </a:pPr>
            <a:r>
              <a:rPr lang="en-US" altLang="zh-TW" dirty="0">
                <a:ea typeface="新細明體"/>
              </a:rPr>
              <a:t>		E.g.   </a:t>
            </a:r>
            <a:r>
              <a:rPr lang="en-US" altLang="zh-TW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40 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*</a:t>
            </a:r>
            <a:r>
              <a:rPr lang="en-US" altLang="zh-TW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20		x 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-</a:t>
            </a:r>
            <a:r>
              <a:rPr lang="en-US" altLang="zh-TW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7.3		a 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=</a:t>
            </a:r>
            <a:r>
              <a:rPr lang="en-US" altLang="zh-TW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5</a:t>
            </a:r>
          </a:p>
          <a:p>
            <a:pPr marL="857250" lvl="2" indent="0">
              <a:lnSpc>
                <a:spcPct val="90000"/>
              </a:lnSpc>
              <a:buNone/>
            </a:pPr>
            <a:endParaRPr lang="en-US" altLang="zh-TW" sz="2000" dirty="0"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  <a:p>
            <a:pPr lvl="1">
              <a:lnSpc>
                <a:spcPct val="90000"/>
              </a:lnSpc>
            </a:pPr>
            <a:r>
              <a:rPr lang="en-US" altLang="zh-TW" b="1" i="1" dirty="0">
                <a:solidFill>
                  <a:schemeClr val="accent4"/>
                </a:solidFill>
                <a:ea typeface="新細明體" charset="-120"/>
              </a:rPr>
              <a:t>Unary operator</a:t>
            </a:r>
            <a:r>
              <a:rPr lang="en-US" altLang="zh-TW" b="1" dirty="0">
                <a:solidFill>
                  <a:schemeClr val="accent4"/>
                </a:solidFill>
                <a:ea typeface="新細明體" charset="-120"/>
              </a:rPr>
              <a:t> </a:t>
            </a:r>
            <a:r>
              <a:rPr lang="en-US" altLang="zh-TW" dirty="0">
                <a:ea typeface="新細明體" charset="-120"/>
              </a:rPr>
              <a:t>– an operator that accepts </a:t>
            </a:r>
            <a:r>
              <a:rPr lang="en-US" altLang="zh-TW" b="1" dirty="0">
                <a:ea typeface="新細明體" charset="-120"/>
              </a:rPr>
              <a:t>1 operand</a:t>
            </a:r>
          </a:p>
          <a:p>
            <a:pPr marL="857250" lvl="2" indent="0">
              <a:lnSpc>
                <a:spcPct val="90000"/>
              </a:lnSpc>
              <a:buNone/>
            </a:pPr>
            <a:r>
              <a:rPr lang="en-US" altLang="zh-TW" dirty="0">
                <a:ea typeface="新細明體"/>
              </a:rPr>
              <a:t>			E.g.  </a:t>
            </a:r>
            <a:r>
              <a:rPr lang="en-US" altLang="zh-TW" b="1" dirty="0">
                <a:ea typeface="新細明體"/>
              </a:rPr>
              <a:t> 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-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10</a:t>
            </a:r>
            <a:r>
              <a:rPr lang="en-US" altLang="zh-TW" b="1" dirty="0"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  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 </a:t>
            </a:r>
            <a:r>
              <a:rPr lang="en-US" altLang="zh-TW" b="1" dirty="0">
                <a:solidFill>
                  <a:srgbClr val="FF33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+</a:t>
            </a:r>
            <a:r>
              <a:rPr lang="en-US" altLang="zh-TW" b="1" dirty="0">
                <a:solidFill>
                  <a:srgbClr val="000000"/>
                </a:solidFill>
                <a:latin typeface="Consolas" panose="020B0609020204030204" pitchFamily="49" charset="0"/>
                <a:ea typeface="新細明體"/>
                <a:cs typeface="Consolas" panose="020B0609020204030204" pitchFamily="49" charset="0"/>
              </a:rPr>
              <a:t>10</a:t>
            </a:r>
            <a:endParaRPr lang="en-US" altLang="zh-TW" b="1" dirty="0">
              <a:latin typeface="Consolas" panose="020B0609020204030204" pitchFamily="49" charset="0"/>
              <a:ea typeface="新細明體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55646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9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/>
              </a:rPr>
              <a:t>1. Operators</a:t>
            </a:r>
            <a:endParaRPr lang="en-US" sz="4000" dirty="0">
              <a:ea typeface="新細明體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altLang="zh-TW" dirty="0">
                <a:ea typeface="新細明體"/>
                <a:cs typeface="Calibri"/>
              </a:rPr>
              <a:t>Basic arithmetic operators in C:</a:t>
            </a:r>
          </a:p>
          <a:p>
            <a:pPr lvl="1"/>
            <a:r>
              <a:rPr lang="en-US" dirty="0"/>
              <a:t> e.g.,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  -  *  /  %</a:t>
            </a:r>
          </a:p>
          <a:p>
            <a:r>
              <a:rPr lang="en-US" dirty="0">
                <a:latin typeface="Calibri"/>
                <a:cs typeface="Consolas" panose="020B0609020204030204" pitchFamily="49" charset="0"/>
              </a:rPr>
              <a:t>There are other types of operators you will learn later:</a:t>
            </a:r>
          </a:p>
          <a:p>
            <a:pPr lvl="1"/>
            <a:r>
              <a:rPr lang="en-US" dirty="0"/>
              <a:t>Relational Operators, e.g.,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  &lt;=  ==  &gt;=  &gt; !=</a:t>
            </a:r>
          </a:p>
          <a:p>
            <a:pPr lvl="1"/>
            <a:r>
              <a:rPr lang="en-US" dirty="0"/>
              <a:t>Logical Operators, e.g.,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&amp;&amp;  ||  !</a:t>
            </a:r>
          </a:p>
          <a:p>
            <a:pPr lvl="1"/>
            <a:r>
              <a:rPr lang="en-US" dirty="0"/>
              <a:t>Assignment Operators, e.g.,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 +=  *=  &amp;=</a:t>
            </a:r>
          </a:p>
          <a:p>
            <a:pPr lvl="1"/>
            <a:r>
              <a:rPr lang="en-US" dirty="0"/>
              <a:t>Increment and Decrement Operators, e.g.,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++  --</a:t>
            </a:r>
          </a:p>
          <a:p>
            <a:pPr lvl="1"/>
            <a:r>
              <a:rPr lang="en-US" dirty="0"/>
              <a:t>Bitwise Operators, e.g., </a:t>
            </a:r>
            <a:r>
              <a:rPr lang="en-US" b="1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&amp;  |  ~  ^</a:t>
            </a:r>
          </a:p>
          <a:p>
            <a:pPr lvl="1"/>
            <a:r>
              <a:rPr lang="en-US" dirty="0"/>
              <a:t>Comma Operator, Parentheses, Conditional Operator, Member Operator, Pointer Operators, …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 lvl="1"/>
            <a:r>
              <a:rPr lang="en-US" dirty="0">
                <a:latin typeface="Calibri"/>
                <a:cs typeface="Calibri"/>
              </a:rPr>
              <a:t>Most Binary, some Unary and even Ternary </a:t>
            </a:r>
          </a:p>
          <a:p>
            <a:pPr lvl="1"/>
            <a:endParaRPr lang="en-US" dirty="0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506174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E5FDF1BE-28A1-4DDA-8D99-C2968628EA50}" type="slidenum">
              <a:rPr lang="zh-TW" altLang="en-US" b="0">
                <a:ea typeface="新細明體" charset="-120"/>
              </a:rPr>
              <a:pPr/>
              <a:t>6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2. Arithmetic Operators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602069"/>
              </p:ext>
            </p:extLst>
          </p:nvPr>
        </p:nvGraphicFramePr>
        <p:xfrm>
          <a:off x="1905000" y="1066800"/>
          <a:ext cx="8534400" cy="55534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19841">
                <a:tc>
                  <a:txBody>
                    <a:bodyPr/>
                    <a:lstStyle/>
                    <a:p>
                      <a:r>
                        <a:rPr lang="en-US" sz="2000" dirty="0"/>
                        <a:t>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/>
                        <a:t>Example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5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Addition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 + 5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 13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5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-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Subtraction (a </a:t>
                      </a:r>
                      <a:r>
                        <a:rPr kumimoji="0" lang="en-US" altLang="zh-TW" sz="20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binary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 operator)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8 - 5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 3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570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zh-TW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*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Multiplication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 * 5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40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472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Integer Division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Floating-point Division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/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5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1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Consolas" panose="020B0609020204030204" pitchFamily="49" charset="0"/>
                        </a:rPr>
                        <a:t>(</a:t>
                      </a:r>
                      <a:r>
                        <a:rPr kumimoji="0" lang="en-US" altLang="zh-TW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新細明體" charset="-120"/>
                          <a:cs typeface="Consolas" panose="020B0609020204030204" pitchFamily="49" charset="0"/>
                        </a:rPr>
                        <a:t>Quotient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Consolas" panose="020B0609020204030204" pitchFamily="49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.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0 / 5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.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0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1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.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952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%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Modulus (yields the remainder of an integer division)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Applicable only to integers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4F81BD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8 % 5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3</a:t>
                      </a:r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</a:t>
                      </a:r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charset="-120"/>
                          <a:cs typeface="Consolas" panose="020B0609020204030204" pitchFamily="49" charset="0"/>
                        </a:rPr>
                        <a:t>(</a:t>
                      </a:r>
                      <a:r>
                        <a:rPr kumimoji="0" lang="en-US" altLang="zh-TW" sz="2400" b="0" i="1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uLnTx/>
                          <a:uFillTx/>
                          <a:latin typeface="Calibri"/>
                          <a:ea typeface="新細明體" charset="-120"/>
                          <a:cs typeface="Consolas" panose="020B0609020204030204" pitchFamily="49" charset="0"/>
                        </a:rPr>
                        <a:t>Remainder of 8 / 5</a:t>
                      </a:r>
                      <a:r>
                        <a:rPr kumimoji="0" lang="en-US" altLang="zh-TW" sz="2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新細明體" charset="-120"/>
                          <a:cs typeface="Consolas" panose="020B0609020204030204" pitchFamily="49" charset="0"/>
                        </a:rPr>
                        <a:t>)</a:t>
                      </a:r>
                      <a:endParaRPr kumimoji="0" lang="en-US" altLang="zh-TW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952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-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+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Minus (an </a:t>
                      </a:r>
                      <a:r>
                        <a:rPr kumimoji="0" lang="en-US" altLang="zh-TW" sz="2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unary</a:t>
                      </a: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 operator)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Plus (an </a:t>
                      </a:r>
                      <a:r>
                        <a:rPr kumimoji="0" lang="en-US" altLang="zh-TW" sz="2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unary</a:t>
                      </a: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 operator for </a:t>
                      </a:r>
                      <a:r>
                        <a:rPr kumimoji="0" lang="en-US" altLang="zh-TW" sz="2400" b="0" i="1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integer promotion</a:t>
                      </a:r>
                      <a:r>
                        <a:rPr kumimoji="0" lang="en-US" altLang="zh-TW" sz="2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charset="-120"/>
                          <a:cs typeface="Times New Roman" pitchFamily="18" charset="0"/>
                        </a:rPr>
                        <a:t>)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4F81BD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- (5+7)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 -12</a:t>
                      </a:r>
                      <a:endParaRPr kumimoji="0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4F81BD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+ (-7) </a:t>
                      </a:r>
                      <a:r>
                        <a:rPr kumimoji="0" lang="en-US" altLang="zh-TW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  <a:sym typeface="Wingdings" pitchFamily="2" charset="2"/>
                        </a:rPr>
                        <a:t> -7</a:t>
                      </a:r>
                      <a:endParaRPr kumimoji="0" lang="en-US" altLang="zh-TW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597215753"/>
                  </a:ext>
                </a:extLst>
              </a:tr>
            </a:tbl>
          </a:graphicData>
        </a:graphic>
      </p:graphicFrame>
      <p:sp>
        <p:nvSpPr>
          <p:cNvPr id="2" name="Rounded Rectangular Callout 1">
            <a:extLst>
              <a:ext uri="{FF2B5EF4-FFF2-40B4-BE49-F238E27FC236}">
                <a16:creationId xmlns:a16="http://schemas.microsoft.com/office/drawing/2014/main" id="{50129A66-7705-2440-AF92-BB325EEBB3AA}"/>
              </a:ext>
            </a:extLst>
          </p:cNvPr>
          <p:cNvSpPr/>
          <p:nvPr/>
        </p:nvSpPr>
        <p:spPr>
          <a:xfrm>
            <a:off x="9918123" y="2223013"/>
            <a:ext cx="2185554" cy="587022"/>
          </a:xfrm>
          <a:prstGeom prst="wedgeRoundRectCallout">
            <a:avLst>
              <a:gd name="adj1" fmla="val -98428"/>
              <a:gd name="adj2" fmla="val 13211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Times *</a:t>
            </a:r>
          </a:p>
          <a:p>
            <a:pPr algn="ctr"/>
            <a:r>
              <a:rPr lang="en-GB" sz="1600" dirty="0"/>
              <a:t>Don’t type or write ⨉</a:t>
            </a:r>
          </a:p>
        </p:txBody>
      </p:sp>
      <p:sp>
        <p:nvSpPr>
          <p:cNvPr id="3" name="Rounded Rectangular Callout 1">
            <a:extLst>
              <a:ext uri="{FF2B5EF4-FFF2-40B4-BE49-F238E27FC236}">
                <a16:creationId xmlns:a16="http://schemas.microsoft.com/office/drawing/2014/main" id="{15467262-54E4-93D9-872B-3C77DB4256BA}"/>
              </a:ext>
            </a:extLst>
          </p:cNvPr>
          <p:cNvSpPr/>
          <p:nvPr/>
        </p:nvSpPr>
        <p:spPr>
          <a:xfrm>
            <a:off x="9932814" y="4047965"/>
            <a:ext cx="2005757" cy="587022"/>
          </a:xfrm>
          <a:prstGeom prst="wedgeRoundRectCallout">
            <a:avLst>
              <a:gd name="adj1" fmla="val -89496"/>
              <a:gd name="adj2" fmla="val 2710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/>
              <a:t>Lab2 Ex3</a:t>
            </a:r>
          </a:p>
        </p:txBody>
      </p:sp>
    </p:spTree>
    <p:extLst>
      <p:ext uri="{BB962C8B-B14F-4D97-AF65-F5344CB8AC3E}">
        <p14:creationId xmlns:p14="http://schemas.microsoft.com/office/powerpoint/2010/main" val="3733948420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3FD0CF9-E57F-43AE-BC59-17656CBD3A0C}" type="slidenum">
              <a:rPr lang="zh-TW" altLang="en-US" b="0">
                <a:ea typeface="新細明體" charset="-120"/>
              </a:rPr>
              <a:pPr/>
              <a:t>7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3962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30400" y="3079174"/>
            <a:ext cx="8229600" cy="2397125"/>
          </a:xfrm>
        </p:spPr>
        <p:txBody>
          <a:bodyPr>
            <a:noAutofit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b="1" dirty="0">
                <a:ea typeface="新細明體" charset="-120"/>
              </a:rPr>
              <a:t>Exercise</a:t>
            </a:r>
            <a:r>
              <a:rPr lang="en-US" altLang="zh-TW" dirty="0">
                <a:ea typeface="新細明體" charset="-120"/>
              </a:rPr>
              <a:t>: evaluate the following expressions</a:t>
            </a:r>
            <a:endParaRPr lang="en-US" altLang="zh-TW" b="1" dirty="0">
              <a:ea typeface="新細明體" charset="-120"/>
            </a:endParaRPr>
          </a:p>
          <a:p>
            <a:pPr eaLnBrk="1" hangingPunct="1"/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20 % 3</a:t>
            </a:r>
          </a:p>
          <a:p>
            <a:pPr eaLnBrk="1" hangingPunct="1"/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2 % 9</a:t>
            </a:r>
          </a:p>
          <a:p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10 * 2 + 4 * 3</a:t>
            </a:r>
            <a:endParaRPr lang="en-US" altLang="zh-TW" sz="24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r>
              <a:rPr lang="en-US" altLang="zh-TW" sz="2800" b="1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30 / 20 / 2</a:t>
            </a:r>
          </a:p>
          <a:p>
            <a:pPr marL="0" indent="0" eaLnBrk="1" hangingPunct="1">
              <a:buNone/>
            </a:pPr>
            <a:endParaRPr lang="en-US" altLang="zh-TW" sz="28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7173" name="Rectangle 53"/>
          <p:cNvSpPr>
            <a:spLocks noChangeArrowheads="1"/>
          </p:cNvSpPr>
          <p:nvPr/>
        </p:nvSpPr>
        <p:spPr bwMode="auto">
          <a:xfrm>
            <a:off x="783771" y="1143000"/>
            <a:ext cx="11028784" cy="2419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marL="339725" indent="-339725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altLang="zh-TW" sz="2400" b="0" dirty="0">
                <a:latin typeface="+mn-lt"/>
                <a:ea typeface="新細明體" charset="-120"/>
              </a:rPr>
              <a:t>When used </a:t>
            </a:r>
            <a:r>
              <a:rPr lang="en-US" altLang="zh-TW" sz="2400" b="0" u="sng" dirty="0">
                <a:latin typeface="+mn-lt"/>
                <a:ea typeface="新細明體" charset="-120"/>
              </a:rPr>
              <a:t>as an unary operator</a:t>
            </a:r>
            <a:r>
              <a:rPr lang="en-US" altLang="zh-TW" sz="2400" b="0" dirty="0">
                <a:latin typeface="+mn-lt"/>
                <a:ea typeface="新細明體" charset="-120"/>
              </a:rPr>
              <a:t>, '</a:t>
            </a:r>
            <a:r>
              <a:rPr lang="en-US" altLang="zh-TW" sz="24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-</a:t>
            </a:r>
            <a:r>
              <a:rPr lang="en-US" altLang="zh-TW" sz="2400" b="0" dirty="0">
                <a:latin typeface="+mn-lt"/>
                <a:ea typeface="新細明體" charset="-120"/>
              </a:rPr>
              <a:t>' represents the </a:t>
            </a:r>
            <a:r>
              <a:rPr lang="en-US" altLang="zh-TW" sz="2400" b="0" i="1" dirty="0">
                <a:latin typeface="+mn-lt"/>
                <a:ea typeface="新細明體" charset="-120"/>
              </a:rPr>
              <a:t>minus</a:t>
            </a:r>
            <a:r>
              <a:rPr lang="en-US" altLang="zh-TW" sz="2400" b="0" dirty="0">
                <a:latin typeface="+mn-lt"/>
                <a:ea typeface="新細明體" charset="-120"/>
              </a:rPr>
              <a:t> operator, which turns a positive value into its negative counterpart and vice versa, i.e., additive inverse.</a:t>
            </a:r>
          </a:p>
          <a:p>
            <a:pPr marL="339725" lvl="1" indent="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altLang="zh-TW" sz="2000" b="0" dirty="0">
                <a:latin typeface="+mn-lt"/>
                <a:ea typeface="新細明體" charset="-120"/>
              </a:rPr>
              <a:t>e.g.: </a:t>
            </a:r>
            <a:r>
              <a:rPr lang="en-US" altLang="zh-TW" sz="2000" b="0" dirty="0">
                <a:latin typeface="+mn-lt"/>
                <a:ea typeface="新細明體" charset="-120"/>
                <a:cs typeface="Consolas" panose="020B0609020204030204" pitchFamily="49" charset="0"/>
              </a:rPr>
              <a:t>	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foo = 5; </a:t>
            </a:r>
          </a:p>
          <a:p>
            <a:pPr marL="457200" lvl="1" indent="0">
              <a:lnSpc>
                <a:spcPct val="90000"/>
              </a:lnSpc>
              <a:spcBef>
                <a:spcPct val="20000"/>
              </a:spcBef>
              <a:buClr>
                <a:schemeClr val="accent1"/>
              </a:buClr>
            </a:pP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bar =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-</a:t>
            </a:r>
            <a:r>
              <a:rPr lang="en-US" altLang="zh-TW" sz="2000" b="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foo;	// Assign -5 to bar</a:t>
            </a: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464B1A7-359D-B44A-9896-6C4140CC865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2. Arithmetic Operators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2BE66-C0C1-E66F-E89A-5E4EEE628811}"/>
              </a:ext>
            </a:extLst>
          </p:cNvPr>
          <p:cNvSpPr txBox="1"/>
          <p:nvPr/>
        </p:nvSpPr>
        <p:spPr>
          <a:xfrm>
            <a:off x="7777992" y="3960674"/>
            <a:ext cx="2737608" cy="1754326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en-US" altLang="zh-TW" sz="3600" dirty="0">
                <a:ea typeface="新細明體"/>
              </a:rPr>
              <a:t>Precedence </a:t>
            </a:r>
          </a:p>
          <a:p>
            <a:pPr algn="ctr"/>
            <a:r>
              <a:rPr lang="en-US" altLang="zh-TW" sz="3600" dirty="0">
                <a:ea typeface="新細明體"/>
              </a:rPr>
              <a:t>&amp; </a:t>
            </a:r>
          </a:p>
          <a:p>
            <a:pPr algn="ctr"/>
            <a:r>
              <a:rPr lang="en-US" altLang="zh-TW" sz="3600" dirty="0">
                <a:ea typeface="新細明體"/>
              </a:rPr>
              <a:t>Associativity</a:t>
            </a:r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96613997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8D4BE28-9B05-42D6-8446-AEB3B33578D3}" type="slidenum">
              <a:rPr lang="zh-TW" altLang="en-US" b="0">
                <a:ea typeface="新細明體" charset="-120"/>
              </a:rPr>
              <a:pPr/>
              <a:t>8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540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dirty="0">
                <a:ea typeface="新細明體"/>
              </a:rPr>
              <a:t>3. Operator </a:t>
            </a:r>
            <a:r>
              <a:rPr lang="en-US" altLang="zh-TW" sz="4000" b="1" dirty="0">
                <a:ea typeface="新細明體"/>
              </a:rPr>
              <a:t>Precedence</a:t>
            </a:r>
            <a:r>
              <a:rPr lang="en-US" altLang="zh-TW" sz="4000" dirty="0">
                <a:ea typeface="新細明體"/>
              </a:rPr>
              <a:t> </a:t>
            </a:r>
            <a:r>
              <a:rPr lang="en-US" altLang="zh-TW" sz="3600" dirty="0">
                <a:ea typeface="新細明體"/>
              </a:rPr>
              <a:t>&amp; Associativity</a:t>
            </a:r>
            <a:endParaRPr lang="en-US" altLang="zh-TW" sz="4000" dirty="0">
              <a:ea typeface="新細明體"/>
            </a:endParaRPr>
          </a:p>
        </p:txBody>
      </p:sp>
      <p:sp>
        <p:nvSpPr>
          <p:cNvPr id="399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0418" y="1316039"/>
            <a:ext cx="11496782" cy="48148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/>
            <a:r>
              <a:rPr lang="en-US" altLang="zh-TW" sz="2800" dirty="0">
                <a:ea typeface="新細明體"/>
              </a:rPr>
              <a:t>How should we evaluate the following expression? i.e., in what order should the operators be applied?</a:t>
            </a:r>
            <a:endParaRPr lang="en-US" altLang="zh-TW" sz="1400" dirty="0">
              <a:ea typeface="新細明體" charset="-120"/>
            </a:endParaRPr>
          </a:p>
          <a:p>
            <a:pPr algn="ctr">
              <a:buNone/>
            </a:pPr>
            <a:r>
              <a:rPr lang="en-US" altLang="zh-TW" sz="2800" dirty="0">
                <a:latin typeface="Consolas"/>
                <a:ea typeface="新細明體"/>
                <a:cs typeface="Consolas" panose="020B0609020204030204" pitchFamily="49" charset="0"/>
              </a:rPr>
              <a:t>    - 2 - 25 / 10 + 33 * 2</a:t>
            </a:r>
          </a:p>
          <a:p>
            <a:pPr eaLnBrk="1" hangingPunct="1"/>
            <a:endParaRPr lang="en-US" altLang="zh-TW" sz="1400" dirty="0">
              <a:ea typeface="新細明體" charset="-120"/>
            </a:endParaRPr>
          </a:p>
          <a:p>
            <a:pPr eaLnBrk="1" hangingPunct="1"/>
            <a:r>
              <a:rPr lang="en-US" altLang="zh-TW" u="sng" dirty="0">
                <a:ea typeface="新細明體"/>
              </a:rPr>
              <a:t>Among different operators</a:t>
            </a:r>
            <a:r>
              <a:rPr lang="en-US" altLang="zh-TW" dirty="0">
                <a:ea typeface="新細明體"/>
              </a:rPr>
              <a:t>, </a:t>
            </a:r>
            <a:r>
              <a:rPr lang="en-US" altLang="zh-TW" b="1" i="1" dirty="0">
                <a:solidFill>
                  <a:srgbClr val="0070C0"/>
                </a:solidFill>
                <a:ea typeface="新細明體"/>
              </a:rPr>
              <a:t>operator</a:t>
            </a:r>
            <a:r>
              <a:rPr lang="en-US" altLang="zh-TW" b="1" i="1" u="sng" dirty="0">
                <a:solidFill>
                  <a:srgbClr val="0070C0"/>
                </a:solidFill>
                <a:ea typeface="新細明體"/>
              </a:rPr>
              <a:t> precedence</a:t>
            </a:r>
            <a:r>
              <a:rPr lang="en-US" altLang="zh-TW" b="1" u="sng" dirty="0">
                <a:ea typeface="新細明體"/>
              </a:rPr>
              <a:t> </a:t>
            </a:r>
            <a:r>
              <a:rPr lang="en-US" altLang="zh-TW" dirty="0">
                <a:ea typeface="新細明體"/>
              </a:rPr>
              <a:t>tells us which operator(s) should be applied first.</a:t>
            </a:r>
          </a:p>
          <a:p>
            <a:pPr eaLnBrk="1" hangingPunct="1"/>
            <a:endParaRPr lang="en-US" altLang="zh-TW" sz="1600" dirty="0">
              <a:ea typeface="新細明體"/>
              <a:cs typeface="Calibri"/>
            </a:endParaRPr>
          </a:p>
          <a:p>
            <a:r>
              <a:rPr lang="en-US" altLang="zh-TW" sz="2800" dirty="0">
                <a:ea typeface="新細明體"/>
                <a:cs typeface="Calibri"/>
              </a:rPr>
              <a:t>Most of us will know immediately that </a:t>
            </a:r>
            <a:r>
              <a:rPr lang="en-US" altLang="zh-TW" sz="2800" b="1" u="sng" dirty="0">
                <a:ea typeface="新細明體"/>
                <a:cs typeface="Calibri"/>
              </a:rPr>
              <a:t>* and / are applied before + and - </a:t>
            </a:r>
            <a:endParaRPr lang="en-US" altLang="zh-TW" sz="2800" b="1" dirty="0">
              <a:ea typeface="新細明體" charset="-120"/>
              <a:cs typeface="Calibri"/>
            </a:endParaRPr>
          </a:p>
          <a:p>
            <a:r>
              <a:rPr lang="en-US" altLang="zh-TW" sz="2800" dirty="0">
                <a:ea typeface="新細明體"/>
                <a:cs typeface="Calibri"/>
              </a:rPr>
              <a:t>Your C program will also respect the common sense arithmetic precedence </a:t>
            </a:r>
            <a:endParaRPr lang="en-US" altLang="zh-TW" sz="2800" dirty="0"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215685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C5EA926-EF79-4A87-A9FE-9035240EEC2B}" type="slidenum">
              <a:rPr lang="zh-TW" altLang="en-US" b="0">
                <a:ea typeface="新細明體" charset="-120"/>
              </a:rPr>
              <a:pPr/>
              <a:t>9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386079" name="Rectangle 31"/>
          <p:cNvSpPr>
            <a:spLocks noGrp="1" noChangeArrowheads="1"/>
          </p:cNvSpPr>
          <p:nvPr>
            <p:ph type="body" idx="1"/>
          </p:nvPr>
        </p:nvSpPr>
        <p:spPr>
          <a:xfrm>
            <a:off x="544530" y="1159580"/>
            <a:ext cx="11647469" cy="48051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400" dirty="0">
                <a:ea typeface="新細明體"/>
                <a:cs typeface="Calibri"/>
              </a:rPr>
              <a:t>Using basic arithmetic knowledge, what is the result of the following expression?</a:t>
            </a:r>
            <a:endParaRPr lang="en-US" altLang="zh-TW" sz="2400" dirty="0">
              <a:ea typeface="新細明體"/>
            </a:endParaRPr>
          </a:p>
          <a:p>
            <a:endParaRPr lang="en-US" altLang="zh-TW" sz="2400" dirty="0">
              <a:ea typeface="新細明體"/>
              <a:cs typeface="Calibri"/>
            </a:endParaRPr>
          </a:p>
          <a:p>
            <a:pPr marL="0" indent="0" algn="ctr">
              <a:buNone/>
            </a:pPr>
            <a:r>
              <a:rPr lang="en-US" sz="2400" dirty="0">
                <a:solidFill>
                  <a:srgbClr val="0070C0"/>
                </a:solidFill>
                <a:latin typeface="Consolas"/>
                <a:ea typeface="新細明體"/>
                <a:cs typeface="Calibri"/>
              </a:rPr>
              <a:t>- 2 - 25 / 10 + 33 / 10 * 2</a:t>
            </a:r>
            <a:r>
              <a:rPr lang="en-US" sz="2400" dirty="0">
                <a:latin typeface="Consolas"/>
                <a:ea typeface="新細明體"/>
                <a:cs typeface="Calibri"/>
              </a:rPr>
              <a:t> </a:t>
            </a:r>
            <a:endParaRPr lang="en-US" altLang="zh-TW" sz="2400" dirty="0">
              <a:ea typeface="新細明體"/>
              <a:cs typeface="Calibri"/>
            </a:endParaRPr>
          </a:p>
          <a:p>
            <a:endParaRPr lang="en-US" altLang="zh-TW" sz="2400" dirty="0">
              <a:ea typeface="新細明體"/>
              <a:cs typeface="Calibri"/>
            </a:endParaRPr>
          </a:p>
          <a:p>
            <a:r>
              <a:rPr lang="en-US" altLang="zh-TW" sz="2400" b="1" dirty="0">
                <a:ea typeface="新細明體"/>
              </a:rPr>
              <a:t>Hint:</a:t>
            </a:r>
            <a:r>
              <a:rPr lang="en-US" altLang="zh-TW" sz="2400" dirty="0">
                <a:ea typeface="新細明體"/>
              </a:rPr>
              <a:t> If operators have the same precedence, which one do we evaluate first, as a human?</a:t>
            </a:r>
            <a:endParaRPr lang="en-US" dirty="0"/>
          </a:p>
          <a:p>
            <a:pPr marL="457200" lvl="1" indent="0">
              <a:buNone/>
            </a:pPr>
            <a:r>
              <a:rPr lang="en-US" altLang="zh-TW" sz="2000" dirty="0">
                <a:ea typeface="新細明體"/>
              </a:rPr>
              <a:t>e.g.:   </a:t>
            </a:r>
            <a:r>
              <a:rPr lang="en-US" altLang="zh-TW" sz="2000" dirty="0">
                <a:solidFill>
                  <a:srgbClr val="0070C0"/>
                </a:solidFill>
                <a:latin typeface="Consolas"/>
                <a:ea typeface="新細明體"/>
                <a:cs typeface="Consolas" panose="020B0609020204030204" pitchFamily="49" charset="0"/>
              </a:rPr>
              <a:t>3 * 5 * 2</a:t>
            </a:r>
            <a:r>
              <a:rPr lang="en-US" altLang="zh-TW" sz="2000" dirty="0">
                <a:ea typeface="新細明體"/>
              </a:rPr>
              <a:t> , </a:t>
            </a:r>
            <a:r>
              <a:rPr lang="en-US" altLang="zh-TW" sz="2000" b="1" dirty="0">
                <a:highlight>
                  <a:srgbClr val="FFFFCC"/>
                </a:highlight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30 / 20 / 2</a:t>
            </a:r>
            <a:endParaRPr lang="en-US" altLang="zh-TW" sz="2000" dirty="0">
              <a:solidFill>
                <a:srgbClr val="0070C0"/>
              </a:solidFill>
              <a:latin typeface="Consolas"/>
              <a:ea typeface="新細明體"/>
            </a:endParaRPr>
          </a:p>
          <a:p>
            <a:pPr marL="457200" lvl="1" indent="0">
              <a:buNone/>
            </a:pPr>
            <a:endParaRPr lang="en-US" altLang="zh-TW" sz="2000" dirty="0">
              <a:latin typeface="Calibri"/>
              <a:ea typeface="新細明體"/>
              <a:cs typeface="Calibri"/>
            </a:endParaRPr>
          </a:p>
          <a:p>
            <a:r>
              <a:rPr lang="en-US" sz="2800" u="sng" dirty="0">
                <a:latin typeface="Calibri"/>
                <a:ea typeface="新細明體"/>
                <a:cs typeface="Calibri"/>
              </a:rPr>
              <a:t>Among operators with the </a:t>
            </a:r>
            <a:r>
              <a:rPr lang="en-US" sz="2800" b="1" u="sng" dirty="0">
                <a:latin typeface="Calibri"/>
                <a:ea typeface="新細明體"/>
                <a:cs typeface="Calibri"/>
              </a:rPr>
              <a:t>same precedence</a:t>
            </a:r>
            <a:r>
              <a:rPr lang="en-US" sz="2800" dirty="0">
                <a:latin typeface="Calibri"/>
                <a:ea typeface="新細明體"/>
                <a:cs typeface="Calibri"/>
              </a:rPr>
              <a:t>,</a:t>
            </a:r>
            <a:r>
              <a:rPr lang="en-US" sz="2800" dirty="0">
                <a:solidFill>
                  <a:srgbClr val="0000FF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b="1" i="1" dirty="0">
                <a:solidFill>
                  <a:schemeClr val="accent1"/>
                </a:solidFill>
                <a:latin typeface="Calibri"/>
                <a:ea typeface="新細明體"/>
              </a:rPr>
              <a:t>operator associativity </a:t>
            </a:r>
            <a:r>
              <a:rPr lang="en-US" sz="2800" dirty="0">
                <a:latin typeface="Calibri"/>
                <a:ea typeface="新細明體"/>
                <a:cs typeface="Calibri"/>
              </a:rPr>
              <a:t>tells us whether the </a:t>
            </a:r>
            <a:r>
              <a:rPr lang="en-US" sz="2800" dirty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left-most</a:t>
            </a:r>
            <a:r>
              <a:rPr lang="en-US" sz="2800" dirty="0">
                <a:latin typeface="Calibri"/>
                <a:ea typeface="新細明體"/>
                <a:cs typeface="Calibri"/>
              </a:rPr>
              <a:t> or the </a:t>
            </a:r>
            <a:r>
              <a:rPr lang="en-US" sz="2800" dirty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right-most</a:t>
            </a:r>
            <a:r>
              <a:rPr lang="en-US" sz="2800" dirty="0">
                <a:latin typeface="Calibri"/>
                <a:ea typeface="新細明體"/>
                <a:cs typeface="Calibri"/>
              </a:rPr>
              <a:t> operator should be applied first.</a:t>
            </a:r>
            <a:endParaRPr lang="en-US" altLang="zh-TW" sz="2800" dirty="0">
              <a:latin typeface="Calibri"/>
              <a:ea typeface="新細明體" charset="-120"/>
              <a:cs typeface="Consolas" panose="020B0609020204030204" pitchFamily="49" charset="0"/>
            </a:endParaRPr>
          </a:p>
          <a:p>
            <a:endParaRPr lang="en-US" altLang="zh-TW" sz="2400" u="sng" dirty="0">
              <a:latin typeface="Calibri"/>
              <a:ea typeface="新細明體" charset="-120"/>
              <a:cs typeface="Calibri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3B1E0F3D-8258-FF49-97B6-13EE96D996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540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dirty="0">
                <a:ea typeface="新細明體"/>
              </a:rPr>
              <a:t>3. Operator Precedence &amp; </a:t>
            </a:r>
            <a:r>
              <a:rPr lang="en-US" altLang="zh-TW" sz="4000" b="1" dirty="0">
                <a:ea typeface="新細明體"/>
              </a:rPr>
              <a:t>Associativity</a:t>
            </a:r>
          </a:p>
        </p:txBody>
      </p:sp>
    </p:spTree>
    <p:extLst>
      <p:ext uri="{BB962C8B-B14F-4D97-AF65-F5344CB8AC3E}">
        <p14:creationId xmlns:p14="http://schemas.microsoft.com/office/powerpoint/2010/main" val="371766357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C5EA926-EF79-4A87-A9FE-9035240EEC2B}" type="slidenum">
              <a:rPr lang="zh-TW" altLang="en-US" b="0">
                <a:ea typeface="新細明體" charset="-120"/>
              </a:rPr>
              <a:pPr/>
              <a:t>10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386079" name="Rectangle 31"/>
          <p:cNvSpPr>
            <a:spLocks noGrp="1" noChangeArrowheads="1"/>
          </p:cNvSpPr>
          <p:nvPr>
            <p:ph type="body" idx="1"/>
          </p:nvPr>
        </p:nvSpPr>
        <p:spPr>
          <a:xfrm>
            <a:off x="595901" y="1159579"/>
            <a:ext cx="11383766" cy="51967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zh-TW" sz="2800" dirty="0">
                <a:ea typeface="新細明體"/>
                <a:cs typeface="Calibri"/>
              </a:rPr>
              <a:t>Given the limited amount of operators we have learned in C so far, this table summarizes their operator precedence and operator associativity</a:t>
            </a:r>
          </a:p>
          <a:p>
            <a:endParaRPr lang="en-US" altLang="zh-TW" sz="2800" dirty="0"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8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8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8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8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>
              <a:buFont typeface="Arial"/>
              <a:buChar char="•"/>
            </a:pPr>
            <a:r>
              <a:rPr lang="en-US" sz="2800" dirty="0">
                <a:latin typeface="Calibri"/>
                <a:ea typeface="新細明體"/>
                <a:cs typeface="Calibri"/>
              </a:rPr>
              <a:t>Operators at same level have same precedence.</a:t>
            </a:r>
            <a:endParaRPr lang="en-US" sz="2800" dirty="0">
              <a:ea typeface="+mn-lt"/>
              <a:cs typeface="+mn-lt"/>
            </a:endParaRPr>
          </a:p>
          <a:p>
            <a:pPr marL="457200" lvl="1" indent="0">
              <a:buNone/>
            </a:pPr>
            <a:r>
              <a:rPr lang="en-US" sz="3200" dirty="0">
                <a:latin typeface="Calibri"/>
                <a:ea typeface="新細明體"/>
                <a:cs typeface="Calibri"/>
              </a:rPr>
              <a:t>e.g.:           </a:t>
            </a:r>
            <a:r>
              <a:rPr lang="en-US" sz="3200" dirty="0">
                <a:solidFill>
                  <a:srgbClr val="0070C0"/>
                </a:solidFill>
                <a:latin typeface="Consolas"/>
                <a:ea typeface="新細明體"/>
                <a:cs typeface="Calibri"/>
              </a:rPr>
              <a:t>x = - a * b - c</a:t>
            </a:r>
            <a:r>
              <a:rPr lang="en-US" sz="3200" dirty="0">
                <a:latin typeface="Calibri"/>
                <a:ea typeface="新細明體"/>
                <a:cs typeface="Calibri"/>
              </a:rPr>
              <a:t>   is equivalent to </a:t>
            </a:r>
          </a:p>
          <a:p>
            <a:pPr marL="457200" lvl="1" indent="0">
              <a:buNone/>
            </a:pPr>
            <a:r>
              <a:rPr lang="en-US" sz="3200" dirty="0">
                <a:solidFill>
                  <a:srgbClr val="0070C0"/>
                </a:solidFill>
                <a:latin typeface="Consolas"/>
                <a:ea typeface="新細明體"/>
                <a:cs typeface="Calibri"/>
              </a:rPr>
              <a:t>       x = (((- a) * b) – c)</a:t>
            </a:r>
            <a:endParaRPr lang="en-US" sz="3200" dirty="0">
              <a:ea typeface="+mn-lt"/>
              <a:cs typeface="+mn-lt"/>
            </a:endParaRPr>
          </a:p>
          <a:p>
            <a:pPr>
              <a:buFont typeface="Arial"/>
              <a:buChar char="•"/>
            </a:pPr>
            <a:endParaRPr lang="en-US" sz="2800" dirty="0">
              <a:ea typeface="+mn-lt"/>
              <a:cs typeface="+mn-lt"/>
            </a:endParaRPr>
          </a:p>
          <a:p>
            <a:pPr marL="0" indent="0" algn="ctr">
              <a:buNone/>
            </a:pPr>
            <a:endParaRPr lang="en-US" altLang="zh-TW" sz="2800" dirty="0">
              <a:ea typeface="新細明體"/>
              <a:cs typeface="Calibri"/>
            </a:endParaRPr>
          </a:p>
          <a:p>
            <a:endParaRPr lang="en-US" altLang="zh-TW" sz="2800" dirty="0">
              <a:ea typeface="新細明體"/>
              <a:cs typeface="Calibri"/>
            </a:endParaRPr>
          </a:p>
          <a:p>
            <a:endParaRPr lang="en-US" altLang="zh-TW" sz="2800" dirty="0">
              <a:latin typeface="Calibri"/>
              <a:ea typeface="新細明體" charset="-120"/>
              <a:cs typeface="Calibri"/>
            </a:endParaRPr>
          </a:p>
          <a:p>
            <a:endParaRPr lang="en-US" altLang="zh-TW" sz="2800" u="sng" dirty="0">
              <a:latin typeface="Calibri"/>
              <a:ea typeface="新細明體" charset="-120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140181-0D7F-4070-B7A3-B35BDD6BD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4510432"/>
              </p:ext>
            </p:extLst>
          </p:nvPr>
        </p:nvGraphicFramePr>
        <p:xfrm>
          <a:off x="1102759" y="2099353"/>
          <a:ext cx="998648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028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18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1815">
                  <a:extLst>
                    <a:ext uri="{9D8B030D-6E8A-4147-A177-3AD203B41FA5}">
                      <a16:colId xmlns:a16="http://schemas.microsoft.com/office/drawing/2014/main" val="1856778750"/>
                    </a:ext>
                  </a:extLst>
                </a:gridCol>
              </a:tblGrid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Associativity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1" dirty="0">
                          <a:solidFill>
                            <a:schemeClr val="bg1"/>
                          </a:solidFill>
                        </a:rPr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Consolas"/>
                        </a:rPr>
                        <a:t>+ </a:t>
                      </a:r>
                      <a:r>
                        <a:rPr lang="en-US" sz="2400" b="0" i="0" u="none" strike="noStrike" noProof="0" dirty="0">
                          <a:latin typeface="Calibri"/>
                        </a:rPr>
                        <a:t>(unary plus)</a:t>
                      </a:r>
                      <a:r>
                        <a:rPr lang="en-US" sz="2400" b="0" i="0" u="none" strike="noStrike" noProof="0" dirty="0">
                          <a:latin typeface="Consolas"/>
                        </a:rPr>
                        <a:t>  - </a:t>
                      </a:r>
                      <a:r>
                        <a:rPr lang="en-US" sz="2400" b="0" i="0" u="none" strike="noStrike" noProof="0" dirty="0">
                          <a:latin typeface="Calibri"/>
                        </a:rPr>
                        <a:t>(unary minus)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dirty="0"/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6325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/>
                        </a:rPr>
                        <a:t>*  /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/>
                        </a:rPr>
                        <a:t>+ </a:t>
                      </a:r>
                      <a:r>
                        <a:rPr lang="en-US" sz="2400" dirty="0">
                          <a:latin typeface="+mn-lt"/>
                        </a:rPr>
                        <a:t>(addition)  </a:t>
                      </a:r>
                      <a:r>
                        <a:rPr lang="en-US" sz="2400" dirty="0">
                          <a:latin typeface="Consolas"/>
                        </a:rPr>
                        <a:t> - </a:t>
                      </a:r>
                      <a:r>
                        <a:rPr lang="en-US" sz="2400" dirty="0">
                          <a:latin typeface="+mn-lt"/>
                        </a:rPr>
                        <a:t>(subtraction)</a:t>
                      </a:r>
                      <a:endParaRPr lang="en-US" sz="2400" dirty="0">
                        <a:latin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+mn-lt"/>
                        </a:rPr>
                        <a:t>=  (assignment)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i="0" u="none" strike="noStrike" noProof="0" dirty="0">
                          <a:latin typeface="Calibri"/>
                        </a:rPr>
                        <a:t>Right to Left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400" b="1" i="0" u="none" strike="noStrike" noProof="0" dirty="0">
                          <a:solidFill>
                            <a:srgbClr val="C00000"/>
                          </a:solidFill>
                          <a:latin typeface="Calibri"/>
                        </a:rPr>
                        <a:t>Lowest</a:t>
                      </a:r>
                      <a:endParaRPr lang="en-US" sz="20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951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03D27741-4F89-CC46-B17B-806FE4633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540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 Operator </a:t>
            </a:r>
            <a:r>
              <a:rPr lang="en-US" altLang="zh-TW" sz="4000" b="1" dirty="0">
                <a:ea typeface="新細明體"/>
              </a:rPr>
              <a:t>Precedence</a:t>
            </a:r>
            <a:r>
              <a:rPr lang="en-US" altLang="zh-TW" sz="4000" dirty="0">
                <a:ea typeface="新細明體"/>
              </a:rPr>
              <a:t> &amp; Associativity</a:t>
            </a:r>
          </a:p>
        </p:txBody>
      </p:sp>
    </p:spTree>
    <p:extLst>
      <p:ext uri="{BB962C8B-B14F-4D97-AF65-F5344CB8AC3E}">
        <p14:creationId xmlns:p14="http://schemas.microsoft.com/office/powerpoint/2010/main" val="2101956271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C5EA926-EF79-4A87-A9FE-9035240EEC2B}" type="slidenum">
              <a:rPr lang="zh-TW" altLang="en-US" b="0">
                <a:ea typeface="新細明體" charset="-120"/>
              </a:rPr>
              <a:pPr/>
              <a:t>11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386079" name="Rectangle 31"/>
          <p:cNvSpPr>
            <a:spLocks noGrp="1" noChangeArrowheads="1"/>
          </p:cNvSpPr>
          <p:nvPr>
            <p:ph type="body" idx="1"/>
          </p:nvPr>
        </p:nvSpPr>
        <p:spPr>
          <a:xfrm>
            <a:off x="650241" y="1123634"/>
            <a:ext cx="10434320" cy="5415281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u="sng" dirty="0">
                <a:latin typeface="Calibri"/>
                <a:ea typeface="新細明體"/>
                <a:cs typeface="Calibri"/>
              </a:rPr>
              <a:t>among operators with the </a:t>
            </a:r>
            <a:r>
              <a:rPr lang="en-US" sz="2800" b="1" u="sng" dirty="0">
                <a:latin typeface="Calibri"/>
                <a:ea typeface="新細明體"/>
                <a:cs typeface="Calibri"/>
              </a:rPr>
              <a:t>same precedence</a:t>
            </a:r>
            <a:r>
              <a:rPr lang="en-US" sz="2800" dirty="0">
                <a:latin typeface="Calibri"/>
                <a:ea typeface="新細明體"/>
                <a:cs typeface="Calibri"/>
              </a:rPr>
              <a:t>,</a:t>
            </a:r>
            <a:r>
              <a:rPr lang="en-US" sz="2800" dirty="0">
                <a:solidFill>
                  <a:srgbClr val="0000FF"/>
                </a:solidFill>
                <a:latin typeface="Calibri"/>
                <a:ea typeface="新細明體"/>
                <a:cs typeface="Calibri"/>
              </a:rPr>
              <a:t> </a:t>
            </a:r>
            <a:r>
              <a:rPr lang="en-US" sz="2800" i="1" dirty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operator associativity</a:t>
            </a:r>
            <a:r>
              <a:rPr lang="en-US" sz="2800" dirty="0">
                <a:latin typeface="Calibri"/>
                <a:ea typeface="新細明體"/>
                <a:cs typeface="Calibri"/>
              </a:rPr>
              <a:t> tells us whether the </a:t>
            </a:r>
            <a:r>
              <a:rPr lang="en-US" sz="2800" dirty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left-most</a:t>
            </a:r>
            <a:r>
              <a:rPr lang="en-US" sz="2800" dirty="0">
                <a:latin typeface="Calibri"/>
                <a:ea typeface="新細明體"/>
                <a:cs typeface="Calibri"/>
              </a:rPr>
              <a:t> or the </a:t>
            </a:r>
            <a:r>
              <a:rPr lang="en-US" sz="2800" dirty="0">
                <a:solidFill>
                  <a:srgbClr val="0070C0"/>
                </a:solidFill>
                <a:latin typeface="Calibri"/>
                <a:ea typeface="新細明體"/>
                <a:cs typeface="Calibri"/>
              </a:rPr>
              <a:t>right-most</a:t>
            </a:r>
            <a:r>
              <a:rPr lang="en-US" sz="2800" dirty="0">
                <a:latin typeface="Calibri"/>
                <a:ea typeface="新細明體"/>
                <a:cs typeface="Calibri"/>
              </a:rPr>
              <a:t> operator should be applied </a:t>
            </a:r>
            <a:r>
              <a:rPr lang="en-US" sz="2800" b="1" u="sng" dirty="0">
                <a:latin typeface="Calibri"/>
                <a:ea typeface="新細明體"/>
                <a:cs typeface="Calibri"/>
              </a:rPr>
              <a:t>first</a:t>
            </a:r>
            <a:r>
              <a:rPr lang="en-US" sz="2800" dirty="0">
                <a:latin typeface="Calibri"/>
                <a:ea typeface="新細明體"/>
                <a:cs typeface="Calibri"/>
              </a:rPr>
              <a:t>.</a:t>
            </a:r>
            <a:endParaRPr lang="en-US" altLang="zh-TW" sz="2800" dirty="0">
              <a:latin typeface="Calibri"/>
              <a:ea typeface="新細明體" charset="-120"/>
              <a:cs typeface="Consolas" panose="020B0609020204030204" pitchFamily="49" charset="0"/>
            </a:endParaRPr>
          </a:p>
          <a:p>
            <a:endParaRPr lang="en-US" altLang="zh-TW" sz="2800" dirty="0"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8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8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endParaRPr lang="en-US" sz="28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r>
              <a:rPr lang="en-US" sz="1800" dirty="0">
                <a:solidFill>
                  <a:srgbClr val="0070C0"/>
                </a:solidFill>
                <a:latin typeface="Consolas"/>
                <a:ea typeface="新細明體"/>
                <a:cs typeface="Calibri"/>
              </a:rPr>
              <a:t> </a:t>
            </a:r>
            <a:endParaRPr lang="en-US" sz="1600" dirty="0">
              <a:solidFill>
                <a:srgbClr val="0070C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/>
                <a:ea typeface="新細明體"/>
                <a:cs typeface="Calibri"/>
              </a:rPr>
              <a:t>5 * 2 / 10 = ?       5 * (2 / 10) = ? </a:t>
            </a:r>
            <a:endParaRPr lang="en-US" sz="1400" b="1" dirty="0">
              <a:solidFill>
                <a:srgbClr val="C00000"/>
              </a:solidFill>
              <a:latin typeface="Consolas"/>
              <a:ea typeface="新細明體"/>
              <a:cs typeface="Calibri"/>
            </a:endParaRPr>
          </a:p>
          <a:p>
            <a:pPr marL="0" indent="0" algn="ctr">
              <a:buNone/>
            </a:pPr>
            <a:r>
              <a:rPr lang="en-US" b="1" dirty="0">
                <a:solidFill>
                  <a:srgbClr val="C00000"/>
                </a:solidFill>
                <a:latin typeface="Consolas"/>
                <a:ea typeface="新細明體"/>
                <a:cs typeface="Calibri"/>
              </a:rPr>
              <a:t>33 % 10 * 2            a = b = c = 1 </a:t>
            </a:r>
          </a:p>
          <a:p>
            <a:pPr marL="0" indent="0" algn="ctr">
              <a:buNone/>
            </a:pPr>
            <a:endParaRPr lang="en-US" altLang="zh-TW" sz="2800" dirty="0">
              <a:ea typeface="新細明體"/>
              <a:cs typeface="Calibri"/>
            </a:endParaRPr>
          </a:p>
          <a:p>
            <a:endParaRPr lang="en-US" altLang="zh-TW" sz="2800" dirty="0">
              <a:ea typeface="新細明體"/>
              <a:cs typeface="Calibri"/>
            </a:endParaRPr>
          </a:p>
          <a:p>
            <a:endParaRPr lang="en-US" altLang="zh-TW" sz="2800" dirty="0">
              <a:latin typeface="Calibri"/>
              <a:ea typeface="新細明體" charset="-120"/>
              <a:cs typeface="Calibri"/>
            </a:endParaRPr>
          </a:p>
          <a:p>
            <a:endParaRPr lang="en-US" altLang="zh-TW" sz="2800" u="sng" dirty="0">
              <a:latin typeface="Calibri"/>
              <a:ea typeface="新細明體" charset="-120"/>
              <a:cs typeface="Calibri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5140181-0D7F-4070-B7A3-B35BDD6BDA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259511"/>
              </p:ext>
            </p:extLst>
          </p:nvPr>
        </p:nvGraphicFramePr>
        <p:xfrm>
          <a:off x="878839" y="2518647"/>
          <a:ext cx="10434321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765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88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28896">
                  <a:extLst>
                    <a:ext uri="{9D8B030D-6E8A-4147-A177-3AD203B41FA5}">
                      <a16:colId xmlns:a16="http://schemas.microsoft.com/office/drawing/2014/main" val="1856778750"/>
                    </a:ext>
                  </a:extLst>
                </a:gridCol>
              </a:tblGrid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solidFill>
                            <a:schemeClr val="accent6">
                              <a:lumMod val="60000"/>
                              <a:lumOff val="40000"/>
                            </a:schemeClr>
                          </a:solidFill>
                        </a:rPr>
                        <a:t>Associativity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Consolas"/>
                        </a:rPr>
                        <a:t>+ </a:t>
                      </a:r>
                      <a:r>
                        <a:rPr lang="en-US" sz="2400" b="0" i="0" u="none" strike="noStrike" noProof="0" dirty="0">
                          <a:latin typeface="Calibri"/>
                        </a:rPr>
                        <a:t>(unary plus)</a:t>
                      </a:r>
                      <a:r>
                        <a:rPr lang="en-US" sz="2400" b="0" i="0" u="none" strike="noStrike" noProof="0" dirty="0">
                          <a:latin typeface="Consolas"/>
                        </a:rPr>
                        <a:t>  - </a:t>
                      </a:r>
                      <a:r>
                        <a:rPr lang="en-US" sz="2400" b="0" i="0" u="none" strike="noStrike" noProof="0" dirty="0">
                          <a:latin typeface="Calibri"/>
                        </a:rPr>
                        <a:t>(unary minus)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400" dirty="0"/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6325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/>
                        </a:rPr>
                        <a:t>*  /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/>
                        </a:rPr>
                        <a:t>+ </a:t>
                      </a:r>
                      <a:r>
                        <a:rPr lang="en-US" sz="2400" dirty="0">
                          <a:latin typeface="+mn-lt"/>
                        </a:rPr>
                        <a:t>(addition)  </a:t>
                      </a:r>
                      <a:r>
                        <a:rPr lang="en-US" sz="2400" dirty="0">
                          <a:latin typeface="Consolas"/>
                        </a:rPr>
                        <a:t> - </a:t>
                      </a:r>
                      <a:r>
                        <a:rPr lang="en-US" sz="2400" dirty="0">
                          <a:latin typeface="+mn-lt"/>
                        </a:rPr>
                        <a:t>(subtraction)</a:t>
                      </a:r>
                      <a:endParaRPr lang="en-US" sz="2400" dirty="0">
                        <a:latin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rgbClr val="C00000"/>
                          </a:solidFill>
                        </a:rPr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+mn-lt"/>
                        </a:rPr>
                        <a:t>=  (assignment)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i="0" u="none" strike="noStrike" noProof="0" dirty="0">
                          <a:solidFill>
                            <a:srgbClr val="C00000"/>
                          </a:solidFill>
                          <a:latin typeface="Calibri"/>
                        </a:rPr>
                        <a:t>Right to Left</a:t>
                      </a:r>
                      <a:endParaRPr lang="en-US" sz="2400" b="1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400" b="0" i="0" u="none" strike="noStrike" noProof="0" dirty="0">
                          <a:latin typeface="Calibri"/>
                        </a:rPr>
                        <a:t>Lowest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9511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03D27741-4F89-CC46-B17B-806FE46336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540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/>
              </a:rPr>
              <a:t>3. Operator Precedence &amp; </a:t>
            </a:r>
            <a:r>
              <a:rPr lang="en-US" altLang="zh-TW" sz="4000" b="1" dirty="0">
                <a:ea typeface="新細明體"/>
              </a:rPr>
              <a:t>Associativity</a:t>
            </a:r>
          </a:p>
        </p:txBody>
      </p:sp>
    </p:spTree>
    <p:extLst>
      <p:ext uri="{BB962C8B-B14F-4D97-AF65-F5344CB8AC3E}">
        <p14:creationId xmlns:p14="http://schemas.microsoft.com/office/powerpoint/2010/main" val="145951973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860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0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5C15B98C-2873-42F5-BE36-B86CF3F99F0E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xfrm>
            <a:off x="780836" y="76200"/>
            <a:ext cx="10613204" cy="8382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sz="3200" dirty="0">
                <a:ea typeface="新細明體" charset="-120"/>
              </a:rPr>
              <a:t>3.1. Some uses of Integer Division and Modulus Operators</a:t>
            </a:r>
            <a:endParaRPr lang="en-US" altLang="zh-TW" sz="3200" dirty="0"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430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55725"/>
            <a:ext cx="8229600" cy="477520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buFont typeface="Wingdings" pitchFamily="2" charset="2"/>
              <a:buNone/>
            </a:pPr>
            <a:r>
              <a:rPr lang="en-US" altLang="zh-TW" dirty="0">
                <a:ea typeface="新細明體" charset="-120"/>
              </a:rPr>
              <a:t>Suppose </a:t>
            </a:r>
            <a:r>
              <a:rPr lang="en-US" altLang="zh-TW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  <a:r>
              <a:rPr lang="en-US" altLang="zh-TW" dirty="0">
                <a:ea typeface="新細明體" charset="-120"/>
              </a:rPr>
              <a:t> is an integer</a:t>
            </a:r>
          </a:p>
          <a:p>
            <a:pPr eaLnBrk="1" hangingPunct="1"/>
            <a:r>
              <a:rPr lang="en-US" altLang="zh-TW" sz="3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(n % 10)</a:t>
            </a:r>
            <a:r>
              <a:rPr lang="en-US" altLang="zh-TW" sz="3000" dirty="0">
                <a:ea typeface="新細明體" charset="-120"/>
              </a:rPr>
              <a:t> </a:t>
            </a:r>
            <a:r>
              <a:rPr lang="en-US" altLang="zh-TW" sz="3000" dirty="0">
                <a:ea typeface="新細明體" charset="-120"/>
                <a:sym typeface="Wingdings" pitchFamily="2" charset="2"/>
              </a:rPr>
              <a:t>yields </a:t>
            </a:r>
            <a:r>
              <a:rPr lang="en-US" altLang="zh-TW" sz="3000" dirty="0">
                <a:ea typeface="新細明體" charset="-120"/>
              </a:rPr>
              <a:t>the right most digit of </a:t>
            </a:r>
            <a:r>
              <a:rPr lang="en-US" altLang="zh-TW" sz="3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dirty="0">
                <a:ea typeface="新細明體" charset="-120"/>
              </a:rPr>
              <a:t>	e.g.:  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123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% 10 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 4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dirty="0">
              <a:latin typeface="Consolas" panose="020B0609020204030204" pitchFamily="49" charset="0"/>
              <a:ea typeface="新細明體" charset="-120"/>
              <a:sym typeface="Wingdings" pitchFamily="2" charset="2"/>
            </a:endParaRPr>
          </a:p>
          <a:p>
            <a:pPr eaLnBrk="1" hangingPunct="1"/>
            <a:r>
              <a:rPr lang="en-US" altLang="zh-TW" sz="3000" dirty="0">
                <a:ea typeface="新細明體" charset="-120"/>
              </a:rPr>
              <a:t>(n / 100 % 10) </a:t>
            </a:r>
            <a:r>
              <a:rPr lang="en-US" altLang="zh-TW" sz="3000" dirty="0">
                <a:ea typeface="新細明體" charset="-120"/>
                <a:sym typeface="Wingdings" pitchFamily="2" charset="2"/>
              </a:rPr>
              <a:t>yields the </a:t>
            </a:r>
            <a:r>
              <a:rPr lang="en-US" altLang="zh-TW" sz="3000" dirty="0">
                <a:ea typeface="新細明體" charset="-120"/>
              </a:rPr>
              <a:t>3</a:t>
            </a:r>
            <a:r>
              <a:rPr lang="en-US" altLang="zh-TW" sz="3000" baseline="30000" dirty="0">
                <a:ea typeface="新細明體" charset="-120"/>
              </a:rPr>
              <a:t>rd</a:t>
            </a:r>
            <a:r>
              <a:rPr lang="en-US" altLang="zh-TW" sz="3000" dirty="0">
                <a:ea typeface="新細明體" charset="-120"/>
              </a:rPr>
              <a:t> digit from the right of </a:t>
            </a:r>
            <a:r>
              <a:rPr lang="en-US" altLang="zh-TW" sz="3000" dirty="0">
                <a:latin typeface="Consolas" panose="020B0609020204030204" pitchFamily="49" charset="0"/>
                <a:ea typeface="新細明體" charset="-120"/>
              </a:rPr>
              <a:t>n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600" dirty="0">
                <a:ea typeface="新細明體" charset="-120"/>
              </a:rPr>
              <a:t>	e.g.: 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34 / 100 % 10 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 1</a:t>
            </a:r>
            <a:r>
              <a:rPr lang="en-US" altLang="zh-TW" sz="2600" dirty="0">
                <a:solidFill>
                  <a:srgbClr val="FF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2</a:t>
            </a:r>
            <a:r>
              <a:rPr lang="en-US" altLang="zh-TW" sz="26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 % 10  2</a:t>
            </a:r>
          </a:p>
          <a:p>
            <a:pPr lvl="1" eaLnBrk="1" hangingPunct="1">
              <a:buFont typeface="Wingdings" pitchFamily="2" charset="2"/>
              <a:buNone/>
            </a:pPr>
            <a:endParaRPr lang="en-US" altLang="zh-TW" dirty="0">
              <a:latin typeface="Consolas" panose="020B0609020204030204" pitchFamily="49" charset="0"/>
              <a:ea typeface="新細明體" charset="-120"/>
              <a:sym typeface="Wingdings" pitchFamily="2" charset="2"/>
            </a:endParaRPr>
          </a:p>
          <a:p>
            <a:pPr eaLnBrk="1" hangingPunct="1"/>
            <a:r>
              <a:rPr lang="en-US" altLang="zh-TW" sz="3000" dirty="0">
                <a:ea typeface="新細明體" charset="-120"/>
              </a:rPr>
              <a:t>Determining if </a:t>
            </a:r>
            <a:r>
              <a:rPr lang="en-US" altLang="zh-TW" sz="3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  <a:r>
              <a:rPr lang="en-US" altLang="zh-TW" sz="3000" dirty="0">
                <a:ea typeface="新細明體" charset="-120"/>
              </a:rPr>
              <a:t> is odd or even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400" dirty="0">
                <a:ea typeface="新細明體" charset="-120"/>
              </a:rPr>
              <a:t>		</a:t>
            </a:r>
            <a:r>
              <a:rPr lang="en-US" altLang="zh-TW" sz="2600" dirty="0">
                <a:ea typeface="新細明體" charset="-120"/>
              </a:rPr>
              <a:t>if </a:t>
            </a:r>
            <a:r>
              <a:rPr lang="en-US" altLang="zh-TW" sz="26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  <a:r>
              <a:rPr lang="en-US" altLang="zh-TW" sz="2600" dirty="0">
                <a:ea typeface="新細明體" charset="-120"/>
              </a:rPr>
              <a:t> is odd, </a:t>
            </a:r>
            <a:r>
              <a:rPr lang="en-US" altLang="zh-TW" sz="26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(n % 2)</a:t>
            </a:r>
            <a:r>
              <a:rPr lang="en-US" altLang="zh-TW" sz="2600" dirty="0">
                <a:ea typeface="新細明體" charset="-120"/>
              </a:rPr>
              <a:t> shall be 1 or -1 (i.e., not zero)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600" dirty="0">
                <a:ea typeface="新細明體" charset="-120"/>
              </a:rPr>
              <a:t>		if </a:t>
            </a:r>
            <a:r>
              <a:rPr lang="en-US" altLang="zh-TW" sz="26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n</a:t>
            </a:r>
            <a:r>
              <a:rPr lang="en-US" altLang="zh-TW" sz="2600" dirty="0">
                <a:ea typeface="新細明體" charset="-120"/>
              </a:rPr>
              <a:t> is even, </a:t>
            </a:r>
            <a:r>
              <a:rPr lang="en-US" altLang="zh-TW" sz="26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(n % 2)</a:t>
            </a:r>
            <a:r>
              <a:rPr lang="en-US" altLang="zh-TW" sz="2600" dirty="0">
                <a:ea typeface="新細明體" charset="-120"/>
              </a:rPr>
              <a:t> shall be 0</a:t>
            </a:r>
          </a:p>
        </p:txBody>
      </p:sp>
    </p:spTree>
    <p:extLst>
      <p:ext uri="{BB962C8B-B14F-4D97-AF65-F5344CB8AC3E}">
        <p14:creationId xmlns:p14="http://schemas.microsoft.com/office/powerpoint/2010/main" val="30790959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DAD653E0-5A54-4029-81E9-51F95182747E}" type="slidenum">
              <a:rPr lang="zh-TW" altLang="en-US" b="0">
                <a:ea typeface="新細明體" charset="-120"/>
              </a:rPr>
              <a:pPr/>
              <a:t>13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3.2. Parentheses</a:t>
            </a:r>
            <a:endParaRPr lang="zh-TW" altLang="en-US" sz="4000" dirty="0">
              <a:ea typeface="新細明體" charset="-120"/>
            </a:endParaRPr>
          </a:p>
        </p:txBody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89280" y="1066800"/>
            <a:ext cx="11384280" cy="5181600"/>
          </a:xfrm>
        </p:spPr>
        <p:txBody>
          <a:bodyPr vert="horz" lIns="91440" tIns="45720" rIns="91440" bIns="45720" rtlCol="0" anchor="t">
            <a:noAutofit/>
          </a:bodyPr>
          <a:lstStyle/>
          <a:p>
            <a:pPr eaLnBrk="1" hangingPunct="1"/>
            <a:r>
              <a:rPr lang="en-US" altLang="zh-TW" sz="2800" dirty="0">
                <a:ea typeface="新細明體" charset="-120"/>
              </a:rPr>
              <a:t>Use parentheses '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</a:t>
            </a:r>
            <a:r>
              <a:rPr lang="en-US" altLang="zh-TW" sz="2800" dirty="0">
                <a:ea typeface="新細明體" charset="-120"/>
              </a:rPr>
              <a:t>' and '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)</a:t>
            </a:r>
            <a:r>
              <a:rPr lang="en-US" altLang="zh-TW" sz="2800" dirty="0">
                <a:ea typeface="新細明體" charset="-120"/>
              </a:rPr>
              <a:t>' to explicitly specify the evaluation order of sub-expressions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dirty="0">
                <a:latin typeface="Consolas" panose="020B0609020204030204" pitchFamily="49" charset="0"/>
                <a:ea typeface="新細明體" charset="-120"/>
              </a:rPr>
              <a:t>		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(a + b) * (c + d)</a:t>
            </a:r>
          </a:p>
          <a:p>
            <a:pPr eaLnBrk="1" hangingPunct="1">
              <a:buFont typeface="Wingdings" pitchFamily="2" charset="2"/>
              <a:buNone/>
            </a:pPr>
            <a:endParaRPr lang="en-US" altLang="zh-TW" sz="1800" dirty="0">
              <a:solidFill>
                <a:srgbClr val="0000FF"/>
              </a:solidFill>
              <a:latin typeface="Consolas" panose="020B0609020204030204" pitchFamily="49" charset="0"/>
              <a:ea typeface="新細明體" charset="-120"/>
            </a:endParaRPr>
          </a:p>
          <a:p>
            <a:pPr eaLnBrk="1" hangingPunct="1"/>
            <a:r>
              <a:rPr lang="en-US" altLang="zh-TW" sz="2800" dirty="0">
                <a:ea typeface="新細明體" charset="-120"/>
              </a:rPr>
              <a:t>Multiple levels of parentheses ( </a:t>
            </a:r>
            <a:r>
              <a:rPr lang="en-US" altLang="zh-TW" sz="2800" b="1" i="1" u="sng" dirty="0">
                <a:ea typeface="新細明體" charset="-120"/>
              </a:rPr>
              <a:t>never</a:t>
            </a:r>
            <a:r>
              <a:rPr lang="en-US" altLang="zh-TW" sz="2800" b="1" dirty="0">
                <a:ea typeface="新細明體" charset="-120"/>
              </a:rPr>
              <a:t> use </a:t>
            </a:r>
            <a:r>
              <a:rPr lang="en-US" altLang="zh-TW" sz="28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[ ]</a:t>
            </a:r>
            <a:r>
              <a:rPr lang="en-US" altLang="zh-TW" sz="2800" b="1" dirty="0">
                <a:ea typeface="新細明體" charset="-120"/>
              </a:rPr>
              <a:t> or </a:t>
            </a:r>
            <a:r>
              <a:rPr lang="en-US" altLang="zh-TW" sz="28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{ } </a:t>
            </a:r>
            <a:r>
              <a:rPr lang="en-US" altLang="zh-TW" sz="2800" dirty="0">
                <a:latin typeface="Calibri" panose="020F0502020204030204" pitchFamily="34" charset="0"/>
                <a:ea typeface="新細明體" charset="-120"/>
                <a:cs typeface="Calibri" panose="020F0502020204030204" pitchFamily="34" charset="0"/>
              </a:rPr>
              <a:t>!)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</a:rPr>
              <a:t>   </a:t>
            </a:r>
            <a:r>
              <a:rPr lang="en-US" altLang="zh-TW" sz="28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</a:rPr>
              <a:t>((a + b) * (a + b) - c) * (d - e)</a:t>
            </a:r>
          </a:p>
          <a:p>
            <a:pPr eaLnBrk="1" hangingPunct="1"/>
            <a:endParaRPr lang="en-US" altLang="zh-TW" sz="2000" dirty="0">
              <a:ea typeface="新細明體" charset="-120"/>
            </a:endParaRPr>
          </a:p>
          <a:p>
            <a:r>
              <a:rPr lang="en-US" altLang="zh-TW" sz="2800" b="1" dirty="0">
                <a:ea typeface="新細明體"/>
              </a:rPr>
              <a:t>Tips: </a:t>
            </a:r>
            <a:r>
              <a:rPr lang="en-US" altLang="zh-TW" sz="2800" dirty="0">
                <a:ea typeface="新細明體"/>
              </a:rPr>
              <a:t>Use parentheses </a:t>
            </a:r>
            <a:r>
              <a:rPr lang="en-US" altLang="zh-TW" sz="2800" u="sng" dirty="0">
                <a:ea typeface="新細明體"/>
              </a:rPr>
              <a:t>for clarity</a:t>
            </a:r>
            <a:r>
              <a:rPr lang="en-US" altLang="zh-TW" sz="2800" dirty="0">
                <a:ea typeface="新細明體"/>
              </a:rPr>
              <a:t> or when you are </a:t>
            </a:r>
            <a:r>
              <a:rPr lang="en-US" altLang="zh-TW" sz="2800" u="sng" dirty="0">
                <a:ea typeface="新細明體"/>
              </a:rPr>
              <a:t>not sure </a:t>
            </a:r>
            <a:r>
              <a:rPr lang="en-US" altLang="zh-TW" sz="2800" dirty="0">
                <a:ea typeface="新細明體"/>
              </a:rPr>
              <a:t>about the precedence of the operators. We shall learn more about precedence when we learn other operators.</a:t>
            </a:r>
            <a:endParaRPr lang="en-US" altLang="zh-TW" sz="2800" dirty="0">
              <a:ea typeface="新細明體" charset="-120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45615455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49105453-FB00-4968-B810-A6B0F8261565}" type="slidenum">
              <a:rPr lang="zh-TW" altLang="en-US" b="0">
                <a:ea typeface="新細明體" charset="-120"/>
              </a:rPr>
              <a:pPr/>
              <a:t>14</a:t>
            </a:fld>
            <a:endParaRPr lang="en-US" altLang="zh-TW" b="0">
              <a:ea typeface="新細明體" charset="-120"/>
            </a:endParaRPr>
          </a:p>
        </p:txBody>
      </p:sp>
      <p:sp>
        <p:nvSpPr>
          <p:cNvPr id="11267" name="Rectangle 2"/>
          <p:cNvSpPr>
            <a:spLocks noGrp="1" noChangeArrowheads="1"/>
          </p:cNvSpPr>
          <p:nvPr>
            <p:ph type="title"/>
          </p:nvPr>
        </p:nvSpPr>
        <p:spPr>
          <a:xfrm>
            <a:off x="1752601" y="152400"/>
            <a:ext cx="8462963" cy="762000"/>
          </a:xfrm>
        </p:spPr>
        <p:txBody>
          <a:bodyPr/>
          <a:lstStyle/>
          <a:p>
            <a:pPr eaLnBrk="1" hangingPunct="1"/>
            <a:r>
              <a:rPr lang="en-US" altLang="zh-TW" dirty="0">
                <a:ea typeface="新細明體"/>
              </a:rPr>
              <a:t>4. Expressions</a:t>
            </a:r>
            <a:endParaRPr lang="zh-TW" altLang="en-US" dirty="0">
              <a:ea typeface="新細明體"/>
            </a:endParaRPr>
          </a:p>
        </p:txBody>
      </p:sp>
      <p:sp>
        <p:nvSpPr>
          <p:cNvPr id="400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60120" y="1085851"/>
            <a:ext cx="10800080" cy="512921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2800" dirty="0">
                <a:ea typeface="新細明體" charset="-120"/>
              </a:rPr>
              <a:t>An </a:t>
            </a:r>
            <a:r>
              <a:rPr lang="en-US" altLang="zh-TW" sz="2800" i="1" dirty="0">
                <a:solidFill>
                  <a:srgbClr val="0070C0"/>
                </a:solidFill>
                <a:ea typeface="新細明體" charset="-120"/>
              </a:rPr>
              <a:t>expression</a:t>
            </a:r>
            <a:r>
              <a:rPr lang="en-US" altLang="zh-TW" sz="2800" dirty="0">
                <a:solidFill>
                  <a:srgbClr val="0070C0"/>
                </a:solidFill>
                <a:ea typeface="新細明體" charset="-120"/>
              </a:rPr>
              <a:t> </a:t>
            </a:r>
            <a:r>
              <a:rPr lang="en-US" altLang="zh-TW" sz="2800" dirty="0">
                <a:ea typeface="新細明體" charset="-120"/>
              </a:rPr>
              <a:t>is a combination of operators, constants, variables, and function calls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</a:rPr>
              <a:t>e.g.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: 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30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	24 + a 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	d = b * b - 4 * a * c</a:t>
            </a:r>
          </a:p>
          <a:p>
            <a:pPr lvl="1" eaLnBrk="1" hangingPunct="1">
              <a:buFont typeface="Wingdings" pitchFamily="2" charset="2"/>
              <a:buNone/>
            </a:pP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	</a:t>
            </a:r>
            <a:r>
              <a:rPr lang="en-US" altLang="zh-TW" sz="2400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sqrt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(4.0) + a * </a:t>
            </a:r>
            <a:r>
              <a:rPr lang="en-US" altLang="zh-TW" sz="2400" b="1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sqrt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(9.0)</a:t>
            </a:r>
          </a:p>
          <a:p>
            <a:pPr eaLnBrk="1" hangingPunct="1"/>
            <a:endParaRPr lang="en-US" altLang="zh-TW" sz="1100" dirty="0">
              <a:latin typeface="Consolas" panose="020B0609020204030204" pitchFamily="49" charset="0"/>
              <a:ea typeface="新細明體" charset="-120"/>
            </a:endParaRPr>
          </a:p>
          <a:p>
            <a:pPr eaLnBrk="1" hangingPunct="1"/>
            <a:r>
              <a:rPr lang="en-US" altLang="zh-TW" sz="2800" dirty="0">
                <a:ea typeface="新細明體" charset="-120"/>
              </a:rPr>
              <a:t>An expression 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</a:rPr>
              <a:t>Can </a:t>
            </a:r>
            <a:r>
              <a:rPr lang="en-US" altLang="zh-TW" sz="2400" u="sng" dirty="0">
                <a:ea typeface="新細明體" charset="-120"/>
              </a:rPr>
              <a:t>always be evaluated to a </a:t>
            </a:r>
            <a:r>
              <a:rPr lang="en-US" altLang="zh-TW" b="1" u="sng" dirty="0">
                <a:ea typeface="新細明體" charset="-120"/>
              </a:rPr>
              <a:t>value</a:t>
            </a:r>
            <a:r>
              <a:rPr lang="en-US" altLang="zh-TW" sz="2400" dirty="0">
                <a:ea typeface="新細明體" charset="-120"/>
              </a:rPr>
              <a:t> (of some data type)</a:t>
            </a:r>
          </a:p>
          <a:p>
            <a:pPr lvl="1" eaLnBrk="1" hangingPunct="1"/>
            <a:r>
              <a:rPr lang="en-US" altLang="zh-TW" sz="2400" dirty="0">
                <a:ea typeface="新細明體" charset="-120"/>
              </a:rPr>
              <a:t>Can be part of another expression</a:t>
            </a:r>
          </a:p>
        </p:txBody>
      </p:sp>
      <p:sp>
        <p:nvSpPr>
          <p:cNvPr id="3" name="Rounded Rectangular Callout 1">
            <a:extLst>
              <a:ext uri="{FF2B5EF4-FFF2-40B4-BE49-F238E27FC236}">
                <a16:creationId xmlns:a16="http://schemas.microsoft.com/office/drawing/2014/main" id="{E57C0FF0-3D5E-1507-319E-9C2301DB10D9}"/>
              </a:ext>
            </a:extLst>
          </p:cNvPr>
          <p:cNvSpPr/>
          <p:nvPr/>
        </p:nvSpPr>
        <p:spPr>
          <a:xfrm>
            <a:off x="7283795" y="3436706"/>
            <a:ext cx="2438399" cy="587022"/>
          </a:xfrm>
          <a:prstGeom prst="wedgeRoundRectCallout">
            <a:avLst>
              <a:gd name="adj1" fmla="val -89496"/>
              <a:gd name="adj2" fmla="val 2710"/>
              <a:gd name="adj3" fmla="val 16667"/>
            </a:avLst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/>
              <a:t>#include &lt;math.h&gt;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28006556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2818FE9-D1A1-44CE-8520-38084D180701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title"/>
          </p:nvPr>
        </p:nvSpPr>
        <p:spPr>
          <a:xfrm>
            <a:off x="1676401" y="165100"/>
            <a:ext cx="8539163" cy="749300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zh-TW" dirty="0">
                <a:ea typeface="新細明體"/>
              </a:rPr>
              <a:t>5. Assignment Operators</a:t>
            </a:r>
            <a:endParaRPr lang="zh-TW" altLang="en-US" dirty="0">
              <a:ea typeface="新細明體"/>
            </a:endParaRPr>
          </a:p>
        </p:txBody>
      </p:sp>
      <p:sp>
        <p:nvSpPr>
          <p:cNvPr id="391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34948" y="1219201"/>
            <a:ext cx="10489915" cy="4854575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		variable = expression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1600" dirty="0">
                <a:ea typeface="新細明體" charset="-120"/>
              </a:rPr>
              <a:t>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zh-TW" sz="2800" dirty="0">
                <a:ea typeface="新細明體" charset="-120"/>
              </a:rPr>
              <a:t>Low precedence, </a:t>
            </a:r>
            <a:r>
              <a:rPr lang="en-US" altLang="zh-TW" sz="2800" i="1" dirty="0">
                <a:solidFill>
                  <a:srgbClr val="990000"/>
                </a:solidFill>
                <a:ea typeface="新細明體" charset="-120"/>
              </a:rPr>
              <a:t>right-to-left</a:t>
            </a:r>
            <a:r>
              <a:rPr lang="en-US" altLang="zh-TW" sz="2800" dirty="0">
                <a:ea typeface="新細明體" charset="-120"/>
              </a:rPr>
              <a:t> associativity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11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expression</a:t>
            </a:r>
            <a:r>
              <a:rPr lang="en-US" altLang="zh-TW" sz="2800" dirty="0">
                <a:ea typeface="新細明體" charset="-120"/>
              </a:rPr>
              <a:t> is evaluated first and the evaluated value is assigned to </a:t>
            </a:r>
            <a:r>
              <a:rPr lang="en-US" altLang="zh-TW" sz="28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</a:t>
            </a:r>
            <a:r>
              <a:rPr lang="en-US" altLang="zh-TW" sz="2800" dirty="0">
                <a:ea typeface="新細明體" charset="-120"/>
              </a:rPr>
              <a:t>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n-US" altLang="zh-TW" sz="1600" dirty="0">
              <a:ea typeface="新細明體" charset="-12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zh-TW" sz="2400" b="1" i="1" dirty="0">
                <a:ea typeface="新細明體" charset="-120"/>
              </a:rPr>
              <a:t>Important:</a:t>
            </a:r>
            <a:r>
              <a:rPr lang="en-US" altLang="zh-TW" sz="2400" dirty="0">
                <a:ea typeface="新細明體" charset="-120"/>
              </a:rPr>
              <a:t> "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 = expression</a:t>
            </a:r>
            <a:r>
              <a:rPr lang="en-US" altLang="zh-TW" sz="2400" dirty="0">
                <a:ea typeface="新細明體" charset="-120"/>
              </a:rPr>
              <a:t>" is also an expression which evaluates to the value of </a:t>
            </a:r>
            <a:r>
              <a:rPr lang="en-US" altLang="zh-TW" sz="24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variable</a:t>
            </a:r>
            <a:r>
              <a:rPr lang="en-US" altLang="zh-TW" sz="2400" dirty="0">
                <a:ea typeface="新細明體" charset="-120"/>
              </a:rPr>
              <a:t>.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TW" sz="2400" dirty="0">
                <a:ea typeface="新細明體" charset="-120"/>
              </a:rPr>
              <a:t>e.g.:</a:t>
            </a:r>
          </a:p>
          <a:p>
            <a:pPr marL="457200" lvl="1" indent="0">
              <a:lnSpc>
                <a:spcPct val="90000"/>
              </a:lnSpc>
              <a:buNone/>
            </a:pPr>
            <a:r>
              <a:rPr lang="en-US" altLang="zh-TW" sz="2400" dirty="0">
                <a:ea typeface="新細明體" charset="-120"/>
              </a:rPr>
              <a:t>	 </a:t>
            </a: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	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var1 = var2 = 3 + 2</a:t>
            </a:r>
            <a:endParaRPr lang="en-US" altLang="zh-TW" sz="24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ea typeface="新細明體" charset="-120"/>
              </a:rPr>
              <a:t>is evaluated as 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400" dirty="0">
                <a:latin typeface="Consolas" panose="020B0609020204030204" pitchFamily="49" charset="0"/>
                <a:ea typeface="新細明體" charset="-120"/>
              </a:rPr>
              <a:t>			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var1 = (var2 = (3 + 2))</a:t>
            </a: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28803427-18C2-9F44-FF26-BD9CF35909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0527196"/>
              </p:ext>
            </p:extLst>
          </p:nvPr>
        </p:nvGraphicFramePr>
        <p:xfrm>
          <a:off x="7037798" y="4071620"/>
          <a:ext cx="4887493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295">
                  <a:extLst>
                    <a:ext uri="{9D8B030D-6E8A-4147-A177-3AD203B41FA5}">
                      <a16:colId xmlns:a16="http://schemas.microsoft.com/office/drawing/2014/main" val="1856778750"/>
                    </a:ext>
                  </a:extLst>
                </a:gridCol>
              </a:tblGrid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Associativity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onsolas"/>
                        </a:rPr>
                        <a:t>+ 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(unary plus </a:t>
                      </a:r>
                      <a:r>
                        <a:rPr lang="en-US" altLang="zh-CN" sz="1600" b="0" i="0" u="none" strike="noStrike" noProof="0" dirty="0">
                          <a:latin typeface="Calibri"/>
                        </a:rPr>
                        <a:t>positive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)</a:t>
                      </a:r>
                      <a:r>
                        <a:rPr lang="en-US" sz="1600" b="0" i="0" u="none" strike="noStrike" noProof="0" dirty="0">
                          <a:latin typeface="Consolas"/>
                        </a:rPr>
                        <a:t> 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onsolas"/>
                        </a:rPr>
                        <a:t>- 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(unary minus negative)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600"/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6325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onsolas"/>
                        </a:rPr>
                        <a:t>*  /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/>
                        </a:rPr>
                        <a:t>+ </a:t>
                      </a:r>
                      <a:r>
                        <a:rPr lang="en-US" sz="1600" dirty="0">
                          <a:latin typeface="+mn-lt"/>
                        </a:rPr>
                        <a:t>(addition)  </a:t>
                      </a:r>
                      <a:r>
                        <a:rPr lang="en-US" sz="1600" dirty="0">
                          <a:latin typeface="Consolas"/>
                        </a:rPr>
                        <a:t> </a:t>
                      </a:r>
                      <a:endParaRPr lang="en-US" sz="1800" dirty="0">
                        <a:latin typeface="Consolas"/>
                      </a:endParaRPr>
                    </a:p>
                    <a:p>
                      <a:pPr algn="ctr"/>
                      <a:r>
                        <a:rPr lang="en-US" sz="1800" dirty="0">
                          <a:latin typeface="Consolas"/>
                        </a:rPr>
                        <a:t>- </a:t>
                      </a:r>
                      <a:r>
                        <a:rPr lang="en-US" sz="1600" dirty="0">
                          <a:latin typeface="+mn-lt"/>
                        </a:rPr>
                        <a:t>(subtraction)</a:t>
                      </a:r>
                      <a:endParaRPr lang="en-US" sz="1800" dirty="0">
                        <a:latin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=  </a:t>
                      </a:r>
                      <a:r>
                        <a:rPr lang="en-US" sz="1600" b="1" dirty="0">
                          <a:latin typeface="+mn-lt"/>
                        </a:rPr>
                        <a:t>(assignment)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+=  -=  *=  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</a:rPr>
                        <a:t>Right to Left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600" b="1" i="0" u="none" strike="noStrike" noProof="0" dirty="0">
                          <a:latin typeface="Calibri"/>
                        </a:rPr>
                        <a:t>Lowest</a:t>
                      </a: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9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65154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11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911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911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911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911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98DE4BF1-0D16-4BB4-919E-E267A86E81D3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3315" name="Rectangle 8"/>
          <p:cNvSpPr>
            <a:spLocks noChangeArrowheads="1"/>
          </p:cNvSpPr>
          <p:nvPr/>
        </p:nvSpPr>
        <p:spPr bwMode="auto">
          <a:xfrm>
            <a:off x="2057400" y="279401"/>
            <a:ext cx="8610600" cy="10763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a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c;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pi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3.1416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13316" name="Rectangle 9"/>
          <p:cNvSpPr>
            <a:spLocks noChangeArrowheads="1"/>
          </p:cNvSpPr>
          <p:nvPr/>
        </p:nvSpPr>
        <p:spPr bwMode="auto">
          <a:xfrm>
            <a:off x="1524000" y="279401"/>
            <a:ext cx="539750" cy="10763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402444" name="Rectangle 12"/>
          <p:cNvSpPr>
            <a:spLocks noGrp="1" noChangeArrowheads="1"/>
          </p:cNvSpPr>
          <p:nvPr>
            <p:ph type="body" idx="1"/>
          </p:nvPr>
        </p:nvSpPr>
        <p:spPr>
          <a:xfrm>
            <a:off x="1679576" y="1470025"/>
            <a:ext cx="6303444" cy="1498600"/>
          </a:xfrm>
          <a:noFill/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TW" sz="2400" dirty="0">
                <a:ea typeface="新細明體" charset="-120"/>
              </a:rPr>
              <a:t>Assignment operator can be used to initialize variables in variable declaration.</a:t>
            </a:r>
          </a:p>
          <a:p>
            <a:pPr marL="0" indent="0">
              <a:buNone/>
            </a:pPr>
            <a:endParaRPr lang="en-US" altLang="zh-TW" sz="300" dirty="0">
              <a:ea typeface="新細明體" charset="-120"/>
            </a:endParaRPr>
          </a:p>
          <a:p>
            <a:pPr marL="0" indent="0">
              <a:buNone/>
            </a:pPr>
            <a:r>
              <a:rPr lang="en-US" altLang="zh-TW" sz="2400" dirty="0">
                <a:ea typeface="新細明體" charset="-120"/>
              </a:rPr>
              <a:t>What's the value of variable </a:t>
            </a:r>
            <a:r>
              <a:rPr lang="en-US" altLang="zh-TW" sz="24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c</a:t>
            </a:r>
            <a:r>
              <a:rPr lang="en-US" altLang="zh-TW" sz="2400" dirty="0">
                <a:ea typeface="新細明體" charset="-120"/>
              </a:rPr>
              <a:t>?</a:t>
            </a:r>
          </a:p>
        </p:txBody>
      </p:sp>
      <p:sp>
        <p:nvSpPr>
          <p:cNvPr id="402445" name="Rectangle 13"/>
          <p:cNvSpPr>
            <a:spLocks noChangeArrowheads="1"/>
          </p:cNvSpPr>
          <p:nvPr/>
        </p:nvSpPr>
        <p:spPr bwMode="auto">
          <a:xfrm>
            <a:off x="8822533" y="549275"/>
            <a:ext cx="3455988" cy="199707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latin typeface="+mn-lt"/>
                <a:ea typeface="新細明體" charset="-120"/>
              </a:rPr>
              <a:t>Equivalent to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a, b, c;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double pi;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pi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3.1416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402446" name="Line 14"/>
          <p:cNvSpPr>
            <a:spLocks noChangeShapeType="1"/>
          </p:cNvSpPr>
          <p:nvPr/>
        </p:nvSpPr>
        <p:spPr bwMode="auto">
          <a:xfrm flipH="1" flipV="1">
            <a:off x="5711825" y="549275"/>
            <a:ext cx="3247239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square">
            <a:spAutoFit/>
          </a:bodyPr>
          <a:lstStyle/>
          <a:p>
            <a:endParaRPr lang="en-US"/>
          </a:p>
        </p:txBody>
      </p:sp>
      <p:sp>
        <p:nvSpPr>
          <p:cNvPr id="402447" name="Rectangle 15"/>
          <p:cNvSpPr>
            <a:spLocks noChangeArrowheads="1"/>
          </p:cNvSpPr>
          <p:nvPr/>
        </p:nvSpPr>
        <p:spPr bwMode="auto">
          <a:xfrm>
            <a:off x="2057400" y="3149601"/>
            <a:ext cx="8610600" cy="13557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a = </a:t>
            </a:r>
            <a:r>
              <a:rPr lang="en-US" altLang="zh-TW" sz="2000" dirty="0">
                <a:solidFill>
                  <a:srgbClr val="3498F2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  <a:endParaRPr lang="en-US" altLang="zh-TW" sz="2000" dirty="0"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a +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"%d"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a);					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What's the output?</a:t>
            </a:r>
          </a:p>
        </p:txBody>
      </p:sp>
      <p:sp>
        <p:nvSpPr>
          <p:cNvPr id="402448" name="Rectangle 16"/>
          <p:cNvSpPr>
            <a:spLocks noChangeArrowheads="1"/>
          </p:cNvSpPr>
          <p:nvPr/>
        </p:nvSpPr>
        <p:spPr bwMode="auto">
          <a:xfrm>
            <a:off x="1524000" y="3149601"/>
            <a:ext cx="539750" cy="13557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402449" name="Rectangle 17"/>
          <p:cNvSpPr>
            <a:spLocks noChangeArrowheads="1"/>
          </p:cNvSpPr>
          <p:nvPr/>
        </p:nvSpPr>
        <p:spPr bwMode="auto">
          <a:xfrm>
            <a:off x="1679575" y="4619625"/>
            <a:ext cx="8794750" cy="165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buFont typeface="Wingdings" pitchFamily="2" charset="2"/>
              <a:buNone/>
            </a:pP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+</a:t>
            </a:r>
            <a:r>
              <a:rPr lang="en-US" altLang="zh-TW" sz="2000" dirty="0">
                <a:ea typeface="新細明體" charset="-120"/>
              </a:rPr>
              <a:t> has higher precedence than 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=</a:t>
            </a:r>
            <a:r>
              <a:rPr lang="en-US" altLang="zh-TW" sz="2000" dirty="0">
                <a:ea typeface="新細明體" charset="-120"/>
              </a:rPr>
              <a:t>. Thus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a + 2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>
                <a:ea typeface="新細明體" charset="-120"/>
              </a:rPr>
              <a:t>is evaluated as</a:t>
            </a:r>
          </a:p>
          <a:p>
            <a:pPr eaLnBrk="1" hangingPunct="1">
              <a:buFont typeface="Wingdings" pitchFamily="2" charset="2"/>
              <a:buNone/>
            </a:pPr>
            <a:r>
              <a:rPr lang="en-US" altLang="zh-TW" sz="20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	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(a + 2)	</a:t>
            </a:r>
            <a:r>
              <a:rPr lang="en-US" altLang="zh-TW" sz="2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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	a = (0 + 2)	</a:t>
            </a:r>
            <a:r>
              <a:rPr lang="en-US" altLang="zh-TW" sz="2000" b="1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</a:t>
            </a:r>
            <a:r>
              <a:rPr lang="en-US" altLang="zh-TW" sz="2000" b="1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  <a:sym typeface="Wingdings" pitchFamily="2" charset="2"/>
              </a:rPr>
              <a:t>	a = 2</a:t>
            </a:r>
            <a:endParaRPr lang="en-US" altLang="zh-TW" sz="2000" b="1" dirty="0">
              <a:solidFill>
                <a:srgbClr val="0070C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19079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2446" grpId="0" animBg="1"/>
      <p:bldP spid="402447" grpId="0" animBg="1"/>
      <p:bldP spid="402448" grpId="0" animBg="1"/>
      <p:bldP spid="40244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1D0FE8EF-5D24-4EB6-B0C3-BD29B66A3802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14339" name="Rectangle 2"/>
          <p:cNvSpPr>
            <a:spLocks noChangeArrowheads="1"/>
          </p:cNvSpPr>
          <p:nvPr/>
        </p:nvSpPr>
        <p:spPr bwMode="auto">
          <a:xfrm>
            <a:off x="2057400" y="304801"/>
            <a:ext cx="8610600" cy="1431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a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b * a;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printf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"%d"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b); 		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What's the output?</a:t>
            </a:r>
          </a:p>
        </p:txBody>
      </p:sp>
      <p:sp>
        <p:nvSpPr>
          <p:cNvPr id="14340" name="Rectangle 3"/>
          <p:cNvSpPr>
            <a:spLocks noChangeArrowheads="1"/>
          </p:cNvSpPr>
          <p:nvPr/>
        </p:nvSpPr>
        <p:spPr bwMode="auto">
          <a:xfrm>
            <a:off x="1524000" y="304801"/>
            <a:ext cx="539750" cy="1431925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5F5F5F"/>
              </a:solidFill>
              <a:latin typeface="Consolas" panose="020B0609020204030204" pitchFamily="49" charset="0"/>
              <a:ea typeface="新細明體" charset="-120"/>
            </a:endParaRPr>
          </a:p>
        </p:txBody>
      </p:sp>
      <p:sp>
        <p:nvSpPr>
          <p:cNvPr id="428036" name="Rectangle 4"/>
          <p:cNvSpPr>
            <a:spLocks noGrp="1" noChangeArrowheads="1"/>
          </p:cNvSpPr>
          <p:nvPr>
            <p:ph type="body" idx="1"/>
          </p:nvPr>
        </p:nvSpPr>
        <p:spPr>
          <a:xfrm>
            <a:off x="1717675" y="1812925"/>
            <a:ext cx="8756650" cy="1536700"/>
          </a:xfrm>
          <a:noFill/>
        </p:spPr>
        <p:txBody>
          <a:bodyPr/>
          <a:lstStyle/>
          <a:p>
            <a:pPr marL="0" indent="0">
              <a:buNone/>
            </a:pPr>
            <a:r>
              <a:rPr lang="en-US" altLang="zh-TW" sz="2000" dirty="0">
                <a:ea typeface="新細明體" charset="-120"/>
              </a:rPr>
              <a:t>Statements are executed </a:t>
            </a:r>
            <a:r>
              <a:rPr lang="en-US" altLang="zh-TW" sz="2000" u="sng" dirty="0">
                <a:ea typeface="新細明體" charset="-120"/>
              </a:rPr>
              <a:t>sequentially</a:t>
            </a:r>
            <a:r>
              <a:rPr lang="en-US" altLang="zh-TW" sz="2000" dirty="0">
                <a:ea typeface="新細明體" charset="-120"/>
              </a:rPr>
              <a:t> one after another.</a:t>
            </a:r>
          </a:p>
          <a:p>
            <a:pPr marL="0" indent="0">
              <a:buNone/>
            </a:pPr>
            <a:r>
              <a:rPr lang="en-US" altLang="zh-TW" sz="2000" dirty="0">
                <a:ea typeface="新細明體" charset="-120"/>
              </a:rPr>
              <a:t>(Line 1)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</a:t>
            </a:r>
            <a:r>
              <a:rPr lang="en-US" altLang="zh-TW" sz="2000" dirty="0">
                <a:ea typeface="新細明體" charset="-120"/>
              </a:rPr>
              <a:t> is set to 1 and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</a:t>
            </a:r>
            <a:r>
              <a:rPr lang="en-US" altLang="zh-TW" sz="2000" dirty="0">
                <a:ea typeface="新細明體" charset="-120"/>
              </a:rPr>
              <a:t> is set to 2.</a:t>
            </a:r>
          </a:p>
          <a:p>
            <a:pPr marL="0" indent="0">
              <a:buNone/>
            </a:pPr>
            <a:r>
              <a:rPr lang="en-US" altLang="zh-TW" sz="2000" dirty="0">
                <a:ea typeface="新細明體" charset="-120"/>
              </a:rPr>
              <a:t>(Line 2)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</a:t>
            </a:r>
            <a:r>
              <a:rPr lang="en-US" altLang="zh-TW" sz="2000" dirty="0">
                <a:ea typeface="新細明體" charset="-120"/>
              </a:rPr>
              <a:t> becomes 2.</a:t>
            </a:r>
          </a:p>
          <a:p>
            <a:pPr marL="0" indent="0">
              <a:buNone/>
            </a:pPr>
            <a:r>
              <a:rPr lang="en-US" altLang="zh-TW" sz="2000" dirty="0">
                <a:ea typeface="新細明體" charset="-120"/>
              </a:rPr>
              <a:t>(Line 3)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</a:t>
            </a:r>
            <a:r>
              <a:rPr lang="en-US" altLang="zh-TW" sz="2000" dirty="0">
                <a:ea typeface="新細明體" charset="-120"/>
              </a:rPr>
              <a:t> becomes 0 but changing </a:t>
            </a:r>
            <a:r>
              <a:rPr lang="en-US" altLang="zh-TW" sz="2000" dirty="0">
                <a:solidFill>
                  <a:srgbClr val="0070C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</a:t>
            </a:r>
            <a:r>
              <a:rPr lang="en-US" altLang="zh-TW" sz="2000" dirty="0">
                <a:ea typeface="新細明體" charset="-120"/>
              </a:rPr>
              <a:t> </a:t>
            </a:r>
            <a:r>
              <a:rPr lang="en-US" altLang="zh-TW" sz="2000" b="1" i="1" dirty="0">
                <a:ea typeface="新細明體" charset="-120"/>
              </a:rPr>
              <a:t>does not affect other variables</a:t>
            </a:r>
            <a:r>
              <a:rPr lang="en-US" altLang="zh-TW" sz="2000" dirty="0">
                <a:ea typeface="新細明體" charset="-120"/>
              </a:rPr>
              <a:t>.</a:t>
            </a:r>
          </a:p>
        </p:txBody>
      </p:sp>
      <p:sp>
        <p:nvSpPr>
          <p:cNvPr id="428039" name="Rectangle 7"/>
          <p:cNvSpPr>
            <a:spLocks noChangeArrowheads="1"/>
          </p:cNvSpPr>
          <p:nvPr/>
        </p:nvSpPr>
        <p:spPr bwMode="auto">
          <a:xfrm>
            <a:off x="2057400" y="3962400"/>
            <a:ext cx="8610600" cy="12779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 err="1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b, c, d;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d = c = b = 0;     </a:t>
            </a: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Assign 0 to variables b, c, and d</a:t>
            </a:r>
            <a:endParaRPr lang="en-US" altLang="zh-TW" sz="2000" dirty="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d = c = b = 0 is evaluated as d = (c = (b = 0))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TW" sz="2000" dirty="0">
              <a:solidFill>
                <a:srgbClr val="0099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  <p:sp>
        <p:nvSpPr>
          <p:cNvPr id="428040" name="Rectangle 8"/>
          <p:cNvSpPr>
            <a:spLocks noChangeArrowheads="1"/>
          </p:cNvSpPr>
          <p:nvPr/>
        </p:nvSpPr>
        <p:spPr bwMode="auto">
          <a:xfrm>
            <a:off x="1524000" y="3962400"/>
            <a:ext cx="539750" cy="1277938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rIns="0"/>
          <a:lstStyle>
            <a:lvl1pPr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4635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defTabSz="46355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tabLst>
                <a:tab pos="0" algn="l"/>
              </a:tabLs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2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3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>
                <a:solidFill>
                  <a:srgbClr val="5F5F5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4</a:t>
            </a:r>
            <a:endParaRPr lang="en-US" altLang="zh-TW" sz="2000">
              <a:solidFill>
                <a:srgbClr val="0000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05210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8036" grpId="0" build="p"/>
      <p:bldP spid="428039" grpId="0" animBg="1"/>
      <p:bldP spid="42804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 charset="-120"/>
              </a:rPr>
              <a:t>5.1. Assignment Operators – Short Form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b="1" dirty="0" err="1">
                <a:latin typeface="Consolas" pitchFamily="49" charset="0"/>
              </a:rPr>
              <a:t>i</a:t>
            </a:r>
            <a:r>
              <a:rPr lang="en-US" sz="3000" b="1" dirty="0">
                <a:latin typeface="Consolas" pitchFamily="49" charset="0"/>
              </a:rPr>
              <a:t> = </a:t>
            </a:r>
            <a:r>
              <a:rPr lang="en-US" sz="3000" b="1" dirty="0" err="1">
                <a:latin typeface="Consolas" pitchFamily="49" charset="0"/>
              </a:rPr>
              <a:t>i</a:t>
            </a:r>
            <a:r>
              <a:rPr lang="en-US" sz="3000" b="1" dirty="0">
                <a:latin typeface="Consolas" pitchFamily="49" charset="0"/>
              </a:rPr>
              <a:t> + 2; </a:t>
            </a:r>
            <a:r>
              <a:rPr lang="en-US" sz="3000" dirty="0"/>
              <a:t> can be written as  </a:t>
            </a:r>
            <a:r>
              <a:rPr lang="en-US" sz="3000" b="1" dirty="0" err="1">
                <a:latin typeface="Consolas" pitchFamily="49" charset="0"/>
              </a:rPr>
              <a:t>i</a:t>
            </a:r>
            <a:r>
              <a:rPr lang="en-US" sz="3000" b="1" dirty="0">
                <a:latin typeface="Consolas" pitchFamily="49" charset="0"/>
              </a:rPr>
              <a:t> += 2;</a:t>
            </a:r>
          </a:p>
          <a:p>
            <a:pPr lvl="7"/>
            <a:endParaRPr lang="en-US" sz="1800" b="1" dirty="0">
              <a:latin typeface="Consolas" pitchFamily="49" charset="0"/>
            </a:endParaRPr>
          </a:p>
          <a:p>
            <a:r>
              <a:rPr lang="en-US" altLang="zh-TW" sz="2800" dirty="0">
                <a:ea typeface="新細明體" pitchFamily="18" charset="-120"/>
              </a:rPr>
              <a:t>The semantics of</a:t>
            </a:r>
          </a:p>
          <a:p>
            <a:pPr marL="0" indent="0">
              <a:buNone/>
            </a:pP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	</a:t>
            </a:r>
            <a:r>
              <a:rPr lang="en-US" altLang="zh-TW" sz="2600" dirty="0">
                <a:latin typeface="Consolas" pitchFamily="49" charset="0"/>
                <a:ea typeface="新細明體" pitchFamily="18" charset="-120"/>
              </a:rPr>
              <a:t>variable</a:t>
            </a:r>
            <a:r>
              <a:rPr lang="en-US" altLang="zh-TW" sz="2600" b="1" dirty="0">
                <a:latin typeface="Consolas" pitchFamily="49" charset="0"/>
                <a:ea typeface="新細明體" pitchFamily="18" charset="-120"/>
              </a:rPr>
              <a:t> = </a:t>
            </a:r>
            <a:r>
              <a:rPr lang="en-US" altLang="zh-TW" sz="2600" dirty="0">
                <a:latin typeface="Consolas" pitchFamily="49" charset="0"/>
                <a:ea typeface="新細明體" pitchFamily="18" charset="-120"/>
              </a:rPr>
              <a:t>variable</a:t>
            </a:r>
            <a:r>
              <a:rPr lang="en-US" altLang="zh-TW" sz="2600" b="1" dirty="0">
                <a:latin typeface="Consolas" pitchFamily="49" charset="0"/>
                <a:ea typeface="新細明體" pitchFamily="18" charset="-120"/>
              </a:rPr>
              <a:t> </a:t>
            </a:r>
            <a:r>
              <a:rPr lang="en-US" altLang="zh-TW" sz="2600" b="1" dirty="0">
                <a:solidFill>
                  <a:schemeClr val="accent1"/>
                </a:solidFill>
                <a:latin typeface="Consolas" pitchFamily="49" charset="0"/>
                <a:ea typeface="新細明體" pitchFamily="18" charset="-120"/>
              </a:rPr>
              <a:t>op</a:t>
            </a:r>
            <a:r>
              <a:rPr lang="en-US" altLang="zh-TW" sz="2600" b="1" dirty="0">
                <a:latin typeface="Consolas" pitchFamily="49" charset="0"/>
                <a:ea typeface="新細明體" pitchFamily="18" charset="-120"/>
              </a:rPr>
              <a:t> </a:t>
            </a:r>
            <a:r>
              <a:rPr lang="en-US" altLang="zh-TW" sz="2600" dirty="0">
                <a:latin typeface="Consolas" pitchFamily="49" charset="0"/>
                <a:ea typeface="新細明體" pitchFamily="18" charset="-120"/>
              </a:rPr>
              <a:t>(expression);</a:t>
            </a:r>
          </a:p>
          <a:p>
            <a:pPr>
              <a:buFont typeface="Wingdings" pitchFamily="2" charset="2"/>
              <a:buNone/>
            </a:pPr>
            <a:r>
              <a:rPr lang="en-US" altLang="zh-TW" sz="2800" dirty="0">
                <a:ea typeface="新細明體" pitchFamily="18" charset="-120"/>
              </a:rPr>
              <a:t>	is equivalent to</a:t>
            </a:r>
          </a:p>
          <a:p>
            <a:pPr>
              <a:buFont typeface="Wingdings" pitchFamily="2" charset="2"/>
              <a:buNone/>
            </a:pP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		</a:t>
            </a:r>
            <a:r>
              <a:rPr lang="en-US" altLang="zh-TW" sz="2600" dirty="0">
                <a:latin typeface="Consolas" pitchFamily="49" charset="0"/>
                <a:ea typeface="新細明體" pitchFamily="18" charset="-120"/>
              </a:rPr>
              <a:t>variable</a:t>
            </a:r>
            <a:r>
              <a:rPr lang="en-US" altLang="zh-TW" sz="2600" b="1" dirty="0">
                <a:latin typeface="Consolas" pitchFamily="49" charset="0"/>
                <a:ea typeface="新細明體" pitchFamily="18" charset="-120"/>
              </a:rPr>
              <a:t> </a:t>
            </a:r>
            <a:r>
              <a:rPr lang="en-US" altLang="zh-TW" sz="2600" b="1" dirty="0">
                <a:solidFill>
                  <a:schemeClr val="accent1"/>
                </a:solidFill>
                <a:latin typeface="Consolas" pitchFamily="49" charset="0"/>
                <a:ea typeface="新細明體" pitchFamily="18" charset="-120"/>
              </a:rPr>
              <a:t>op</a:t>
            </a:r>
            <a:r>
              <a:rPr lang="en-US" altLang="zh-TW" sz="2600" b="1" dirty="0">
                <a:latin typeface="Consolas" pitchFamily="49" charset="0"/>
                <a:ea typeface="新細明體" pitchFamily="18" charset="-120"/>
              </a:rPr>
              <a:t>= </a:t>
            </a:r>
            <a:r>
              <a:rPr lang="en-US" altLang="zh-TW" sz="2600" dirty="0">
                <a:latin typeface="Consolas" pitchFamily="49" charset="0"/>
                <a:ea typeface="新細明體" pitchFamily="18" charset="-120"/>
              </a:rPr>
              <a:t>expression</a:t>
            </a:r>
            <a:r>
              <a:rPr lang="en-US" altLang="zh-TW" sz="2600" b="1" dirty="0">
                <a:latin typeface="Consolas" pitchFamily="49" charset="0"/>
                <a:ea typeface="新細明體" pitchFamily="18" charset="-120"/>
              </a:rPr>
              <a:t>;</a:t>
            </a:r>
          </a:p>
          <a:p>
            <a:pPr lvl="8"/>
            <a:endParaRPr lang="en-US" altLang="zh-TW" sz="1800" dirty="0">
              <a:ea typeface="新細明體" pitchFamily="18" charset="-120"/>
            </a:endParaRPr>
          </a:p>
          <a:p>
            <a:r>
              <a:rPr lang="en-US" altLang="zh-TW" sz="2800" dirty="0">
                <a:ea typeface="新細明體" pitchFamily="18" charset="-120"/>
              </a:rPr>
              <a:t>Some short form assignment operators:</a:t>
            </a:r>
          </a:p>
          <a:p>
            <a:pPr marL="0" indent="0" algn="ctr">
              <a:buNone/>
            </a:pPr>
            <a:r>
              <a:rPr lang="en-US" altLang="zh-TW" sz="3500" b="1" dirty="0">
                <a:solidFill>
                  <a:srgbClr val="C00000"/>
                </a:solidFill>
                <a:latin typeface="Consolas" pitchFamily="49" charset="0"/>
                <a:ea typeface="新細明體" pitchFamily="18" charset="-120"/>
              </a:rPr>
              <a:t>+=   -=   *=   /=   %=</a:t>
            </a:r>
          </a:p>
          <a:p>
            <a:pPr algn="ctr">
              <a:buNone/>
            </a:pPr>
            <a:r>
              <a:rPr lang="en-US" altLang="zh-TW" sz="1800" b="1" dirty="0">
                <a:latin typeface="Consolas" pitchFamily="49" charset="0"/>
                <a:ea typeface="新細明體" pitchFamily="18" charset="-120"/>
              </a:rPr>
              <a:t>			</a:t>
            </a:r>
          </a:p>
          <a:p>
            <a:r>
              <a:rPr lang="en-US" altLang="zh-TW" sz="2800" dirty="0">
                <a:ea typeface="新細明體" pitchFamily="18" charset="-120"/>
              </a:rPr>
              <a:t>Note that  </a:t>
            </a:r>
            <a:r>
              <a:rPr lang="en-US" altLang="zh-TW" sz="28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 *= j + 2; </a:t>
            </a:r>
            <a:r>
              <a:rPr lang="en-US" altLang="zh-TW" sz="2800" dirty="0">
                <a:ea typeface="新細明體" pitchFamily="18" charset="-120"/>
              </a:rPr>
              <a:t>is equivalent to  </a:t>
            </a:r>
            <a:r>
              <a:rPr lang="en-US" altLang="zh-TW" sz="28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 = </a:t>
            </a:r>
            <a:r>
              <a:rPr lang="en-US" altLang="zh-TW" sz="28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 * (j + 2);</a:t>
            </a:r>
          </a:p>
          <a:p>
            <a:pPr>
              <a:buNone/>
            </a:pP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	</a:t>
            </a:r>
            <a:r>
              <a:rPr lang="en-US" altLang="zh-TW" sz="2800" dirty="0">
                <a:ea typeface="新細明體" pitchFamily="18" charset="-120"/>
              </a:rPr>
              <a:t>                                                                 </a:t>
            </a:r>
            <a:r>
              <a:rPr lang="en-US" altLang="zh-TW" sz="2800" b="1" u="sng" dirty="0">
                <a:ea typeface="新細明體" pitchFamily="18" charset="-120"/>
              </a:rPr>
              <a:t>not</a:t>
            </a:r>
            <a:r>
              <a:rPr lang="en-US" altLang="zh-TW" sz="2800" u="sng" dirty="0">
                <a:ea typeface="新細明體" pitchFamily="18" charset="-120"/>
              </a:rPr>
              <a:t> to</a:t>
            </a:r>
            <a:r>
              <a:rPr lang="en-US" altLang="zh-TW" sz="2800" dirty="0">
                <a:ea typeface="新細明體" pitchFamily="18" charset="-120"/>
              </a:rPr>
              <a:t>  </a:t>
            </a:r>
            <a:r>
              <a:rPr lang="en-US" altLang="zh-TW" sz="2800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800" dirty="0">
                <a:latin typeface="Consolas" pitchFamily="49" charset="0"/>
                <a:ea typeface="新細明體" pitchFamily="18" charset="-120"/>
              </a:rPr>
              <a:t> = </a:t>
            </a:r>
            <a:r>
              <a:rPr lang="en-US" altLang="zh-TW" sz="2800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800" dirty="0">
                <a:latin typeface="Consolas" pitchFamily="49" charset="0"/>
                <a:ea typeface="新細明體" pitchFamily="18" charset="-120"/>
              </a:rPr>
              <a:t> * j + 2;</a:t>
            </a:r>
            <a:endParaRPr lang="en-US" sz="2800" dirty="0">
              <a:latin typeface="Consolas" pitchFamily="49" charset="0"/>
              <a:ea typeface="新細明體" pitchFamily="18" charset="-120"/>
            </a:endParaRPr>
          </a:p>
          <a:p>
            <a:pPr algn="ctr">
              <a:buFont typeface="Wingdings" pitchFamily="2" charset="2"/>
              <a:buNone/>
            </a:pPr>
            <a:endParaRPr lang="en-US" sz="2800" b="1" dirty="0"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18</a:t>
            </a:fld>
            <a:endParaRPr lang="en-US"/>
          </a:p>
        </p:txBody>
      </p:sp>
      <p:graphicFrame>
        <p:nvGraphicFramePr>
          <p:cNvPr id="5" name="Table 3">
            <a:extLst>
              <a:ext uri="{FF2B5EF4-FFF2-40B4-BE49-F238E27FC236}">
                <a16:creationId xmlns:a16="http://schemas.microsoft.com/office/drawing/2014/main" id="{9FD58E91-9817-D94F-1D9A-9FD51246E5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817519"/>
              </p:ext>
            </p:extLst>
          </p:nvPr>
        </p:nvGraphicFramePr>
        <p:xfrm>
          <a:off x="7210722" y="1066800"/>
          <a:ext cx="4887493" cy="2621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43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8295">
                  <a:extLst>
                    <a:ext uri="{9D8B030D-6E8A-4147-A177-3AD203B41FA5}">
                      <a16:colId xmlns:a16="http://schemas.microsoft.com/office/drawing/2014/main" val="1856778750"/>
                    </a:ext>
                  </a:extLst>
                </a:gridCol>
              </a:tblGrid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Associativity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600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onsolas"/>
                        </a:rPr>
                        <a:t>+ 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(unary plus </a:t>
                      </a:r>
                      <a:r>
                        <a:rPr lang="en-US" altLang="zh-CN" sz="1600" b="0" i="0" u="none" strike="noStrike" noProof="0" dirty="0">
                          <a:latin typeface="Calibri"/>
                        </a:rPr>
                        <a:t>positive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)</a:t>
                      </a:r>
                      <a:r>
                        <a:rPr lang="en-US" sz="1600" b="0" i="0" u="none" strike="noStrike" noProof="0" dirty="0">
                          <a:latin typeface="Consolas"/>
                        </a:rPr>
                        <a:t> 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800" b="0" i="0" u="none" strike="noStrike" noProof="0" dirty="0">
                          <a:latin typeface="Consolas"/>
                        </a:rPr>
                        <a:t>- </a:t>
                      </a:r>
                      <a:r>
                        <a:rPr lang="en-US" sz="1600" b="0" i="0" u="none" strike="noStrike" noProof="0" dirty="0">
                          <a:latin typeface="Calibri"/>
                        </a:rPr>
                        <a:t>(unary minus negative)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dirty="0"/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600"/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6325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1800">
                          <a:latin typeface="Consolas"/>
                        </a:rPr>
                        <a:t>*  /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Consolas"/>
                        </a:rPr>
                        <a:t>+ </a:t>
                      </a:r>
                      <a:r>
                        <a:rPr lang="en-US" sz="1600" dirty="0">
                          <a:latin typeface="+mn-lt"/>
                        </a:rPr>
                        <a:t>(addition)  </a:t>
                      </a:r>
                      <a:r>
                        <a:rPr lang="en-US" sz="1600" dirty="0">
                          <a:latin typeface="Consolas"/>
                        </a:rPr>
                        <a:t> </a:t>
                      </a:r>
                      <a:endParaRPr lang="en-US" sz="1800" dirty="0">
                        <a:latin typeface="Consolas"/>
                      </a:endParaRPr>
                    </a:p>
                    <a:p>
                      <a:pPr algn="ctr"/>
                      <a:r>
                        <a:rPr lang="en-US" sz="1800" dirty="0">
                          <a:latin typeface="Consolas"/>
                        </a:rPr>
                        <a:t>- </a:t>
                      </a:r>
                      <a:r>
                        <a:rPr lang="en-US" sz="1600" dirty="0">
                          <a:latin typeface="+mn-lt"/>
                        </a:rPr>
                        <a:t>(subtraction)</a:t>
                      </a:r>
                      <a:endParaRPr lang="en-US" sz="1800" dirty="0">
                        <a:latin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=  </a:t>
                      </a:r>
                      <a:r>
                        <a:rPr lang="en-US" sz="1600" b="1" dirty="0">
                          <a:latin typeface="+mn-lt"/>
                        </a:rPr>
                        <a:t>(assignment)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1800" b="1" dirty="0">
                          <a:latin typeface="+mn-lt"/>
                        </a:rPr>
                        <a:t>+=  -=  *=  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1" i="0" u="none" strike="noStrike" noProof="0" dirty="0">
                          <a:latin typeface="Calibri"/>
                        </a:rPr>
                        <a:t>Right to Left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1600" b="1" i="0" u="none" strike="noStrike" noProof="0" dirty="0">
                          <a:latin typeface="Calibri"/>
                        </a:rPr>
                        <a:t>Lowest</a:t>
                      </a:r>
                      <a:endParaRPr lang="en-US" sz="1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9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4368066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7CF447-B551-490F-BC34-A12178F1759B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dirty="0">
                <a:ea typeface="新細明體" charset="-120"/>
              </a:rPr>
              <a:t>6. Swapping the value between two variables</a:t>
            </a:r>
          </a:p>
        </p:txBody>
      </p:sp>
      <p:sp>
        <p:nvSpPr>
          <p:cNvPr id="21508" name="Rectangle 7"/>
          <p:cNvSpPr>
            <a:spLocks noChangeArrowheads="1"/>
          </p:cNvSpPr>
          <p:nvPr/>
        </p:nvSpPr>
        <p:spPr bwMode="auto">
          <a:xfrm>
            <a:off x="1905001" y="2114551"/>
            <a:ext cx="8448675" cy="803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			</a:t>
            </a: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Method A 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a;</a:t>
            </a:r>
          </a:p>
        </p:txBody>
      </p:sp>
      <p:sp>
        <p:nvSpPr>
          <p:cNvPr id="21509" name="Rectangle 8"/>
          <p:cNvSpPr>
            <a:spLocks noChangeArrowheads="1"/>
          </p:cNvSpPr>
          <p:nvPr/>
        </p:nvSpPr>
        <p:spPr bwMode="auto">
          <a:xfrm>
            <a:off x="1905001" y="3074987"/>
            <a:ext cx="8448675" cy="1189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= a;			</a:t>
            </a: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Method B 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</a:t>
            </a: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21510" name="Rectangle 9"/>
          <p:cNvSpPr>
            <a:spLocks noChangeArrowheads="1"/>
          </p:cNvSpPr>
          <p:nvPr/>
        </p:nvSpPr>
        <p:spPr bwMode="auto">
          <a:xfrm>
            <a:off x="1905001" y="4419601"/>
            <a:ext cx="8448675" cy="1189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= a;			</a:t>
            </a: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Method C 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= </a:t>
            </a: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</a:t>
            </a:r>
          </a:p>
        </p:txBody>
      </p:sp>
      <p:sp>
        <p:nvSpPr>
          <p:cNvPr id="21511" name="Rectangle 10"/>
          <p:cNvSpPr>
            <a:spLocks noChangeArrowheads="1"/>
          </p:cNvSpPr>
          <p:nvPr/>
        </p:nvSpPr>
        <p:spPr bwMode="auto">
          <a:xfrm>
            <a:off x="1905001" y="1154113"/>
            <a:ext cx="8448675" cy="803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120650" indent="-63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3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</a:t>
            </a:r>
            <a:r>
              <a:rPr lang="en-US" altLang="zh-TW" sz="23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 = </a:t>
            </a:r>
            <a:r>
              <a:rPr lang="en-US" altLang="zh-TW" sz="23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How to exchange/swap the value of a and b?</a:t>
            </a:r>
          </a:p>
        </p:txBody>
      </p:sp>
    </p:spTree>
    <p:extLst>
      <p:ext uri="{BB962C8B-B14F-4D97-AF65-F5344CB8AC3E}">
        <p14:creationId xmlns:p14="http://schemas.microsoft.com/office/powerpoint/2010/main" val="1741559003"/>
      </p:ext>
    </p:extLst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7CF447-B551-490F-BC34-A12178F1759B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dirty="0">
                <a:ea typeface="新細明體" charset="-120"/>
              </a:rPr>
              <a:t>6. Swapping the value between two variables</a:t>
            </a:r>
          </a:p>
        </p:txBody>
      </p:sp>
      <p:sp>
        <p:nvSpPr>
          <p:cNvPr id="21509" name="Rectangle 8"/>
          <p:cNvSpPr>
            <a:spLocks noChangeArrowheads="1"/>
          </p:cNvSpPr>
          <p:nvPr/>
        </p:nvSpPr>
        <p:spPr bwMode="auto">
          <a:xfrm>
            <a:off x="1905001" y="3698090"/>
            <a:ext cx="8448675" cy="1428083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= a;			</a:t>
            </a:r>
            <a:endParaRPr lang="en-US" altLang="zh-TW" sz="2800" dirty="0">
              <a:solidFill>
                <a:srgbClr val="009900"/>
              </a:solidFill>
              <a:latin typeface="Consolas" panose="020B0609020204030204" pitchFamily="49" charset="0"/>
              <a:ea typeface="新細明體" charset="-120"/>
              <a:cs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</a:t>
            </a: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21511" name="Rectangle 10"/>
          <p:cNvSpPr>
            <a:spLocks noChangeArrowheads="1"/>
          </p:cNvSpPr>
          <p:nvPr/>
        </p:nvSpPr>
        <p:spPr bwMode="auto">
          <a:xfrm>
            <a:off x="1905001" y="1992313"/>
            <a:ext cx="8448675" cy="95410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120650" indent="-63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8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</a:t>
            </a:r>
            <a:r>
              <a:rPr lang="en-US" altLang="zh-TW" sz="28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 = </a:t>
            </a:r>
            <a:r>
              <a:rPr lang="en-US" altLang="zh-TW" sz="28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exchange/swap the value of a and b?</a:t>
            </a:r>
          </a:p>
        </p:txBody>
      </p:sp>
      <p:sp>
        <p:nvSpPr>
          <p:cNvPr id="2" name="Rectangle 8">
            <a:extLst>
              <a:ext uri="{FF2B5EF4-FFF2-40B4-BE49-F238E27FC236}">
                <a16:creationId xmlns:a16="http://schemas.microsoft.com/office/drawing/2014/main" id="{3EA1033E-4AF3-AA15-5FDE-F0C92B9056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5397712"/>
            <a:ext cx="8448675" cy="48013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= a; a = b; b = </a:t>
            </a:r>
            <a:r>
              <a:rPr lang="en-US" altLang="zh-TW" sz="28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8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2818925994"/>
      </p:ext>
    </p:extLst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362D-D039-0EA0-4AE5-2CF822A04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>
            <a:extLst>
              <a:ext uri="{FF2B5EF4-FFF2-40B4-BE49-F238E27FC236}">
                <a16:creationId xmlns:a16="http://schemas.microsoft.com/office/drawing/2014/main" id="{816D5DC3-54DC-D1BC-4E19-1B1B6A937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3D7CF447-B551-490F-BC34-A12178F1759B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90BEE368-5EEA-068C-1E0C-53C493E6483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94338" y="76200"/>
            <a:ext cx="8921262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3600" dirty="0">
                <a:ea typeface="新細明體" charset="-120"/>
              </a:rPr>
              <a:t>6. Swapping the value between two variables</a:t>
            </a:r>
          </a:p>
        </p:txBody>
      </p:sp>
      <p:sp>
        <p:nvSpPr>
          <p:cNvPr id="21508" name="Rectangle 7">
            <a:extLst>
              <a:ext uri="{FF2B5EF4-FFF2-40B4-BE49-F238E27FC236}">
                <a16:creationId xmlns:a16="http://schemas.microsoft.com/office/drawing/2014/main" id="{9B7A4624-0380-B835-76C2-1AC2B68E3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2114551"/>
            <a:ext cx="8448675" cy="803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			</a:t>
            </a: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Method A 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a;</a:t>
            </a:r>
          </a:p>
        </p:txBody>
      </p:sp>
      <p:sp>
        <p:nvSpPr>
          <p:cNvPr id="21509" name="Rectangle 8">
            <a:extLst>
              <a:ext uri="{FF2B5EF4-FFF2-40B4-BE49-F238E27FC236}">
                <a16:creationId xmlns:a16="http://schemas.microsoft.com/office/drawing/2014/main" id="{D5A6135E-AE14-7796-F58F-5941F75F06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3074987"/>
            <a:ext cx="8448675" cy="11890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= a;			</a:t>
            </a: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Method B 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= </a:t>
            </a: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21510" name="Rectangle 9">
            <a:extLst>
              <a:ext uri="{FF2B5EF4-FFF2-40B4-BE49-F238E27FC236}">
                <a16:creationId xmlns:a16="http://schemas.microsoft.com/office/drawing/2014/main" id="{57D4AF63-C6D9-D157-A37D-9CA94AA3C1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4419601"/>
            <a:ext cx="8448675" cy="1189037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= a;			</a:t>
            </a: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Method C ?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b 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= </a:t>
            </a: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b;</a:t>
            </a:r>
          </a:p>
        </p:txBody>
      </p:sp>
      <p:sp>
        <p:nvSpPr>
          <p:cNvPr id="21511" name="Rectangle 10">
            <a:extLst>
              <a:ext uri="{FF2B5EF4-FFF2-40B4-BE49-F238E27FC236}">
                <a16:creationId xmlns:a16="http://schemas.microsoft.com/office/drawing/2014/main" id="{AAB3F0A5-A1E7-468E-9702-0875CABEA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1" y="1154113"/>
            <a:ext cx="8448675" cy="80327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marL="342900" indent="-3429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120650" indent="-63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 err="1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int</a:t>
            </a:r>
            <a:r>
              <a:rPr lang="en-US" altLang="zh-TW" sz="2300" dirty="0">
                <a:solidFill>
                  <a:srgbClr val="0000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 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a = </a:t>
            </a:r>
            <a:r>
              <a:rPr lang="en-US" altLang="zh-TW" sz="23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0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b = </a:t>
            </a:r>
            <a:r>
              <a:rPr lang="en-US" altLang="zh-TW" sz="2300" dirty="0">
                <a:solidFill>
                  <a:srgbClr val="6699FF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1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, </a:t>
            </a:r>
            <a:r>
              <a:rPr lang="en-US" altLang="zh-TW" sz="2300" dirty="0" err="1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tmp</a:t>
            </a:r>
            <a:r>
              <a:rPr lang="en-US" altLang="zh-TW" sz="2300" dirty="0"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n-US" altLang="zh-TW" sz="2300" dirty="0">
                <a:solidFill>
                  <a:srgbClr val="009900"/>
                </a:solidFill>
                <a:latin typeface="Consolas" panose="020B0609020204030204" pitchFamily="49" charset="0"/>
                <a:ea typeface="新細明體" charset="-120"/>
                <a:cs typeface="Consolas" panose="020B0609020204030204" pitchFamily="49" charset="0"/>
              </a:rPr>
              <a:t>// How to exchange/swap the value of a and b?</a:t>
            </a:r>
          </a:p>
        </p:txBody>
      </p:sp>
      <p:sp>
        <p:nvSpPr>
          <p:cNvPr id="407563" name="Rectangle 11">
            <a:extLst>
              <a:ext uri="{FF2B5EF4-FFF2-40B4-BE49-F238E27FC236}">
                <a16:creationId xmlns:a16="http://schemas.microsoft.com/office/drawing/2014/main" id="{D7FDA612-763B-17BD-193E-F3CE8F2255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5695157"/>
            <a:ext cx="4525108" cy="661195"/>
          </a:xfrm>
          <a:prstGeom prst="rect">
            <a:avLst/>
          </a:prstGeom>
          <a:solidFill>
            <a:srgbClr val="CCFFCC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2000" dirty="0">
                <a:solidFill>
                  <a:srgbClr val="0000FF"/>
                </a:solidFill>
                <a:ea typeface="新細明體" charset="-120"/>
              </a:rPr>
              <a:t>Answer: Method B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TW" sz="1600" i="1" dirty="0">
                <a:solidFill>
                  <a:srgbClr val="0000FF"/>
                </a:solidFill>
                <a:ea typeface="新細明體" charset="-120"/>
              </a:rPr>
              <a:t>Dry run the code segments and you’ll know why!</a:t>
            </a:r>
          </a:p>
        </p:txBody>
      </p:sp>
    </p:spTree>
    <p:extLst>
      <p:ext uri="{BB962C8B-B14F-4D97-AF65-F5344CB8AC3E}">
        <p14:creationId xmlns:p14="http://schemas.microsoft.com/office/powerpoint/2010/main" val="166703446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dirty="0"/>
              <a:t>7. Increment / Decrement Operator</a:t>
            </a:r>
            <a:endParaRPr lang="en-US" sz="4000" dirty="0"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To increase the value of a variable, </a:t>
            </a:r>
            <a:r>
              <a:rPr lang="en-US" sz="2800" b="1" dirty="0" err="1">
                <a:latin typeface="Consolas" pitchFamily="49" charset="0"/>
              </a:rPr>
              <a:t>i</a:t>
            </a:r>
            <a:r>
              <a:rPr lang="en-US" sz="2800" dirty="0"/>
              <a:t>, by one, we can write the following statement:</a:t>
            </a:r>
          </a:p>
          <a:p>
            <a:pPr algn="ctr">
              <a:buNone/>
            </a:pP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b="1" dirty="0">
                <a:latin typeface="Consolas" pitchFamily="49" charset="0"/>
              </a:rPr>
              <a:t> = </a:t>
            </a: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b="1" dirty="0">
                <a:latin typeface="Consolas" pitchFamily="49" charset="0"/>
              </a:rPr>
              <a:t> + 1;</a:t>
            </a:r>
            <a:r>
              <a:rPr lang="en-US" altLang="zh-CN" sz="2800" dirty="0"/>
              <a:t>          </a:t>
            </a:r>
            <a:r>
              <a:rPr lang="en-US" altLang="zh-CN" sz="2800" b="1" dirty="0" err="1">
                <a:latin typeface="Consolas" pitchFamily="49" charset="0"/>
              </a:rPr>
              <a:t>i</a:t>
            </a:r>
            <a:r>
              <a:rPr lang="en-US" altLang="zh-CN" sz="2800" b="1" dirty="0">
                <a:latin typeface="Consolas" pitchFamily="49" charset="0"/>
              </a:rPr>
              <a:t> += 1;</a:t>
            </a:r>
            <a:endParaRPr lang="en-US" altLang="zh-TW" sz="2800" b="1" dirty="0">
              <a:latin typeface="Consolas" pitchFamily="49" charset="0"/>
            </a:endParaRPr>
          </a:p>
          <a:p>
            <a:endParaRPr lang="en-US" sz="2000" dirty="0"/>
          </a:p>
          <a:p>
            <a:r>
              <a:rPr lang="en-US" sz="2800" dirty="0"/>
              <a:t>We can also write a statement with an </a:t>
            </a:r>
            <a:r>
              <a:rPr lang="en-US" sz="2800" b="1" dirty="0">
                <a:solidFill>
                  <a:schemeClr val="accent1"/>
                </a:solidFill>
              </a:rPr>
              <a:t>increment operator</a:t>
            </a:r>
            <a:r>
              <a:rPr lang="en-US" sz="2800" dirty="0"/>
              <a:t> to achieve the same result:</a:t>
            </a:r>
          </a:p>
          <a:p>
            <a:pPr algn="ctr">
              <a:buNone/>
            </a:pPr>
            <a:r>
              <a:rPr lang="en-US" altLang="zh-TW" sz="2800" b="1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TW" sz="2800" b="1" dirty="0">
                <a:solidFill>
                  <a:srgbClr val="C00000"/>
                </a:solidFill>
                <a:latin typeface="Consolas" pitchFamily="49" charset="0"/>
              </a:rPr>
              <a:t>++;      </a:t>
            </a:r>
            <a:r>
              <a:rPr lang="en-US" altLang="zh-TW" sz="2800" dirty="0"/>
              <a:t>or</a:t>
            </a:r>
            <a:r>
              <a:rPr lang="en-US" altLang="zh-TW" sz="2800" b="1" dirty="0">
                <a:latin typeface="Consolas" pitchFamily="49" charset="0"/>
              </a:rPr>
              <a:t>      </a:t>
            </a:r>
            <a:r>
              <a:rPr lang="en-US" altLang="zh-TW" sz="2800" b="1" dirty="0">
                <a:solidFill>
                  <a:srgbClr val="C00000"/>
                </a:solidFill>
                <a:latin typeface="Consolas" pitchFamily="49" charset="0"/>
              </a:rPr>
              <a:t>++</a:t>
            </a:r>
            <a:r>
              <a:rPr lang="en-US" altLang="zh-TW" sz="2800" b="1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altLang="zh-TW" sz="2800" b="1" dirty="0">
                <a:solidFill>
                  <a:srgbClr val="C00000"/>
                </a:solidFill>
                <a:latin typeface="Consolas" pitchFamily="49" charset="0"/>
              </a:rPr>
              <a:t>;</a:t>
            </a:r>
            <a:endParaRPr lang="en-US" sz="2800" dirty="0">
              <a:solidFill>
                <a:srgbClr val="C00000"/>
              </a:solidFill>
            </a:endParaRPr>
          </a:p>
          <a:p>
            <a:pPr algn="ctr">
              <a:buNone/>
            </a:pPr>
            <a:r>
              <a:rPr lang="en-US" sz="2800" dirty="0"/>
              <a:t>	</a:t>
            </a:r>
            <a:r>
              <a:rPr lang="en-US" sz="2800" i="1" dirty="0"/>
              <a:t>(it’s different)</a:t>
            </a:r>
          </a:p>
          <a:p>
            <a:pPr>
              <a:buNone/>
            </a:pPr>
            <a:endParaRPr lang="en-US" sz="2000" dirty="0"/>
          </a:p>
          <a:p>
            <a:r>
              <a:rPr lang="en-US" sz="2800" dirty="0"/>
              <a:t>Similarly, we can write  </a:t>
            </a:r>
            <a:r>
              <a:rPr lang="en-US" sz="2800" b="1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sz="2800" b="1" dirty="0">
                <a:solidFill>
                  <a:srgbClr val="C00000"/>
                </a:solidFill>
                <a:latin typeface="Consolas" pitchFamily="49" charset="0"/>
              </a:rPr>
              <a:t>--</a:t>
            </a:r>
            <a:r>
              <a:rPr lang="en-US" sz="2800" dirty="0"/>
              <a:t> or </a:t>
            </a:r>
            <a:r>
              <a:rPr lang="en-US" sz="2800" b="1" dirty="0">
                <a:solidFill>
                  <a:srgbClr val="C00000"/>
                </a:solidFill>
                <a:latin typeface="Consolas" pitchFamily="49" charset="0"/>
              </a:rPr>
              <a:t>--</a:t>
            </a:r>
            <a:r>
              <a:rPr lang="en-US" sz="2800" b="1" dirty="0" err="1">
                <a:solidFill>
                  <a:srgbClr val="C00000"/>
                </a:solidFill>
                <a:latin typeface="Consolas" pitchFamily="49" charset="0"/>
              </a:rPr>
              <a:t>i</a:t>
            </a:r>
            <a:r>
              <a:rPr lang="en-US" sz="2800" dirty="0"/>
              <a:t> to decrease the value of </a:t>
            </a:r>
            <a:r>
              <a:rPr lang="en-US" sz="2800" b="1" dirty="0" err="1">
                <a:latin typeface="Consolas" pitchFamily="49" charset="0"/>
              </a:rPr>
              <a:t>i</a:t>
            </a:r>
            <a:r>
              <a:rPr lang="en-US" sz="2800" dirty="0"/>
              <a:t> by one.</a:t>
            </a:r>
          </a:p>
          <a:p>
            <a:pPr>
              <a:buNone/>
            </a:pPr>
            <a:endParaRPr lang="en-US" altLang="zh-TW" sz="2800" b="1" dirty="0">
              <a:latin typeface="Consolas" pitchFamily="49" charset="0"/>
            </a:endParaRPr>
          </a:p>
          <a:p>
            <a:pPr>
              <a:buNone/>
            </a:pPr>
            <a:endParaRPr lang="en-US" altLang="zh-TW" sz="2800" b="1" dirty="0">
              <a:latin typeface="Consolas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475353"/>
      </p:ext>
    </p:extLst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7.1. More on Increment Operator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7338" indent="-287338"/>
            <a:r>
              <a:rPr lang="en-US" altLang="zh-TW" sz="2800" dirty="0">
                <a:ea typeface="新細明體" pitchFamily="18" charset="-120"/>
              </a:rPr>
              <a:t>The increment operator (</a:t>
            </a: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++</a:t>
            </a:r>
            <a:r>
              <a:rPr lang="en-US" altLang="zh-TW" sz="2800" dirty="0">
                <a:ea typeface="新細明體" pitchFamily="18" charset="-120"/>
              </a:rPr>
              <a:t>) can be placed in either </a:t>
            </a:r>
            <a:r>
              <a:rPr lang="en-US" altLang="zh-TW" sz="2800" b="1" dirty="0">
                <a:solidFill>
                  <a:schemeClr val="accent1"/>
                </a:solidFill>
                <a:ea typeface="新細明體" pitchFamily="18" charset="-120"/>
              </a:rPr>
              <a:t>prefix</a:t>
            </a:r>
            <a:r>
              <a:rPr lang="en-US" altLang="zh-TW" sz="2800" dirty="0">
                <a:ea typeface="新細明體" pitchFamily="18" charset="-120"/>
              </a:rPr>
              <a:t> or </a:t>
            </a:r>
            <a:r>
              <a:rPr lang="en-US" altLang="zh-TW" sz="2800" b="1" dirty="0">
                <a:solidFill>
                  <a:schemeClr val="accent1"/>
                </a:solidFill>
                <a:ea typeface="新細明體" pitchFamily="18" charset="-120"/>
              </a:rPr>
              <a:t>postfix</a:t>
            </a:r>
            <a:r>
              <a:rPr lang="en-US" altLang="zh-TW" sz="2800" dirty="0">
                <a:ea typeface="新細明體" pitchFamily="18" charset="-120"/>
              </a:rPr>
              <a:t> position, with different results.</a:t>
            </a:r>
          </a:p>
          <a:p>
            <a:pPr marL="739775" lvl="1" indent="-276225"/>
            <a:endParaRPr lang="en-US" altLang="zh-TW" sz="1600" dirty="0">
              <a:ea typeface="新細明體" pitchFamily="18" charset="-120"/>
            </a:endParaRPr>
          </a:p>
          <a:p>
            <a:pPr marL="287338" indent="-287338"/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++</a:t>
            </a:r>
            <a:r>
              <a:rPr lang="en-US" altLang="zh-TW" sz="28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800" dirty="0">
                <a:latin typeface="Consolas" pitchFamily="49" charset="0"/>
                <a:ea typeface="新細明體" pitchFamily="18" charset="-120"/>
              </a:rPr>
              <a:t> </a:t>
            </a:r>
            <a:r>
              <a:rPr lang="en-US" altLang="zh-TW" sz="2800" dirty="0"/>
              <a:t>(prefix increment to </a:t>
            </a: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dirty="0"/>
              <a:t>)</a:t>
            </a:r>
            <a:endParaRPr lang="en-US" altLang="zh-TW" sz="2800" dirty="0">
              <a:latin typeface="Consolas" pitchFamily="49" charset="0"/>
              <a:ea typeface="新細明體" pitchFamily="18" charset="-120"/>
            </a:endParaRPr>
          </a:p>
          <a:p>
            <a:pPr marL="739775" lvl="1" indent="-276225"/>
            <a:r>
              <a:rPr lang="en-US" altLang="zh-TW" sz="2400" dirty="0">
                <a:ea typeface="新細明體" pitchFamily="18" charset="-120"/>
              </a:rPr>
              <a:t>Increase the value of 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 by 1, FIRST before everything in this line.</a:t>
            </a:r>
          </a:p>
          <a:p>
            <a:pPr marL="739775" lvl="1" indent="-276225"/>
            <a:r>
              <a:rPr lang="en-US" altLang="zh-TW" sz="2400" dirty="0">
                <a:ea typeface="新細明體" pitchFamily="18" charset="-120"/>
              </a:rPr>
              <a:t>The </a:t>
            </a:r>
            <a:r>
              <a:rPr lang="en-US" altLang="zh-TW" sz="2400" u="sng" dirty="0">
                <a:ea typeface="新細明體" pitchFamily="18" charset="-120"/>
              </a:rPr>
              <a:t>value of the expression</a:t>
            </a:r>
            <a:r>
              <a:rPr lang="en-US" altLang="zh-TW" sz="2400" dirty="0">
                <a:ea typeface="新細明體" pitchFamily="18" charset="-120"/>
              </a:rPr>
              <a:t> "</a:t>
            </a:r>
            <a:r>
              <a:rPr lang="en-US" altLang="zh-TW" sz="2400" b="1" dirty="0">
                <a:latin typeface="Consolas" pitchFamily="49" charset="0"/>
                <a:ea typeface="新細明體" pitchFamily="18" charset="-120"/>
              </a:rPr>
              <a:t>++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" is the </a:t>
            </a:r>
            <a:r>
              <a:rPr lang="en-US" altLang="zh-TW" sz="2400" b="1" dirty="0">
                <a:ea typeface="新細明體" pitchFamily="18" charset="-120"/>
              </a:rPr>
              <a:t>NEW value </a:t>
            </a:r>
            <a:r>
              <a:rPr lang="en-US" altLang="zh-TW" sz="2400" dirty="0">
                <a:ea typeface="新細明體" pitchFamily="18" charset="-120"/>
              </a:rPr>
              <a:t>of 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marL="739775" lvl="1" indent="-276225"/>
            <a:endParaRPr lang="en-US" altLang="zh-TW" sz="1600" dirty="0">
              <a:ea typeface="新細明體" pitchFamily="18" charset="-120"/>
            </a:endParaRPr>
          </a:p>
          <a:p>
            <a:pPr marL="287338" indent="-287338"/>
            <a:r>
              <a:rPr lang="en-US" altLang="zh-TW" sz="28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800" b="1" dirty="0">
                <a:latin typeface="Consolas" pitchFamily="49" charset="0"/>
                <a:ea typeface="新細明體" pitchFamily="18" charset="-120"/>
              </a:rPr>
              <a:t>++ </a:t>
            </a:r>
            <a:r>
              <a:rPr lang="en-US" altLang="zh-TW" sz="2800" dirty="0"/>
              <a:t>(postfix increment to </a:t>
            </a:r>
            <a:r>
              <a:rPr lang="en-US" altLang="zh-TW" sz="2800" b="1" dirty="0" err="1">
                <a:latin typeface="Consolas" pitchFamily="49" charset="0"/>
              </a:rPr>
              <a:t>i</a:t>
            </a:r>
            <a:r>
              <a:rPr lang="en-US" altLang="zh-TW" sz="2800" dirty="0"/>
              <a:t>)</a:t>
            </a:r>
            <a:endParaRPr lang="en-US" altLang="zh-TW" sz="2800" b="1" dirty="0">
              <a:latin typeface="Consolas" pitchFamily="49" charset="0"/>
              <a:ea typeface="新細明體" pitchFamily="18" charset="-120"/>
            </a:endParaRPr>
          </a:p>
          <a:p>
            <a:pPr marL="739775" lvl="1" indent="-276225"/>
            <a:r>
              <a:rPr lang="en-US" altLang="zh-TW" sz="2400" dirty="0">
                <a:ea typeface="新細明體" pitchFamily="18" charset="-120"/>
              </a:rPr>
              <a:t>The </a:t>
            </a:r>
            <a:r>
              <a:rPr lang="en-US" altLang="zh-TW" sz="2400" u="sng" dirty="0">
                <a:ea typeface="新細明體" pitchFamily="18" charset="-120"/>
              </a:rPr>
              <a:t>value of the expression</a:t>
            </a:r>
            <a:r>
              <a:rPr lang="en-US" altLang="zh-TW" sz="2400" dirty="0">
                <a:ea typeface="新細明體" pitchFamily="18" charset="-120"/>
              </a:rPr>
              <a:t> "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b="1" dirty="0">
                <a:latin typeface="Consolas" pitchFamily="49" charset="0"/>
                <a:ea typeface="新細明體" pitchFamily="18" charset="-120"/>
              </a:rPr>
              <a:t>++</a:t>
            </a:r>
            <a:r>
              <a:rPr lang="en-US" altLang="zh-TW" sz="2400" dirty="0">
                <a:ea typeface="新細明體" pitchFamily="18" charset="-120"/>
              </a:rPr>
              <a:t>" is the </a:t>
            </a:r>
            <a:r>
              <a:rPr lang="en-US" altLang="zh-TW" sz="2400" b="1" dirty="0">
                <a:ea typeface="新細明體" pitchFamily="18" charset="-120"/>
              </a:rPr>
              <a:t>OLD value </a:t>
            </a:r>
            <a:r>
              <a:rPr lang="en-US" altLang="zh-TW" sz="2400" dirty="0">
                <a:ea typeface="新細明體" pitchFamily="18" charset="-120"/>
              </a:rPr>
              <a:t>of 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.</a:t>
            </a:r>
          </a:p>
          <a:p>
            <a:pPr marL="739775" lvl="1" indent="-276225"/>
            <a:r>
              <a:rPr lang="en-US" altLang="zh-TW" sz="2400" dirty="0">
                <a:ea typeface="新細明體" pitchFamily="18" charset="-120"/>
              </a:rPr>
              <a:t>Increase the value of </a:t>
            </a:r>
            <a:r>
              <a:rPr lang="en-US" altLang="zh-TW" sz="2400" b="1" dirty="0" err="1">
                <a:latin typeface="Consolas" pitchFamily="49" charset="0"/>
                <a:ea typeface="新細明體" pitchFamily="18" charset="-120"/>
              </a:rPr>
              <a:t>i</a:t>
            </a:r>
            <a:r>
              <a:rPr lang="en-US" altLang="zh-TW" sz="2400" dirty="0">
                <a:ea typeface="新細明體" pitchFamily="18" charset="-120"/>
              </a:rPr>
              <a:t> by 1, LAST after everything in this line.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172440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F8B9F1D1-C6D9-4A59-83A0-91A31D669065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zh-TW" sz="1000">
              <a:ea typeface="新細明體" charset="-12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0181494"/>
              </p:ext>
            </p:extLst>
          </p:nvPr>
        </p:nvGraphicFramePr>
        <p:xfrm>
          <a:off x="1676400" y="1143000"/>
          <a:ext cx="8915400" cy="5013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6735">
                <a:tc>
                  <a:txBody>
                    <a:bodyPr/>
                    <a:lstStyle/>
                    <a:p>
                      <a:r>
                        <a:rPr lang="en-US" sz="2000" dirty="0"/>
                        <a:t>Statement</a:t>
                      </a:r>
                      <a:r>
                        <a:rPr lang="en-US" sz="2000" baseline="0" dirty="0"/>
                        <a:t>  that involves </a:t>
                      </a:r>
                      <a:r>
                        <a:rPr lang="en-US" sz="2000" dirty="0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++</a:t>
                      </a:r>
                      <a:r>
                        <a:rPr lang="en-US" sz="2000" dirty="0"/>
                        <a:t> operator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Equivalent</a:t>
                      </a:r>
                      <a:r>
                        <a:rPr lang="en-US" sz="2000" baseline="0" dirty="0"/>
                        <a:t> statements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106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++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* 2;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  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prefix increment of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+ 1;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side effect first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* 2;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// NEW value of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*2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954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++ * 2;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  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postfix increment of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400">
                          <a:solidFill>
                            <a:schemeClr val="tx1"/>
                          </a:solidFill>
                          <a:latin typeface="Arial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 sz="2000">
                          <a:solidFill>
                            <a:schemeClr val="tx1"/>
                          </a:solidFill>
                          <a:latin typeface="Arial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Font typeface="Wingdings" pitchFamily="2" charset="2"/>
                        <a:defRPr>
                          <a:solidFill>
                            <a:schemeClr val="tx1"/>
                          </a:solidFill>
                          <a:latin typeface="Arial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* 2;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// OLD value of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*2</a:t>
                      </a: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= </a:t>
                      </a: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i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+ 1;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side effect last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("%d\n", ++k);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  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prefix increment of k</a:t>
                      </a: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k + 1;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side effect first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("%d\n", k);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NEW k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1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("%d\n", k++);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    // postfix increment of 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0" lang="en-US" altLang="zh-TW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nsolas" panose="020B0609020204030204" pitchFamily="49" charset="0"/>
                        <a:ea typeface="新細明體" charset="-120"/>
                        <a:cs typeface="Consolas" panose="020B0609020204030204" pitchFamily="49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printf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("%d\n", k);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OLD k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k = k + 1; </a:t>
                      </a:r>
                      <a:r>
                        <a:rPr kumimoji="0" lang="en-US" altLang="zh-TW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Consolas" panose="020B0609020204030204" pitchFamily="49" charset="0"/>
                          <a:ea typeface="新細明體" charset="-120"/>
                          <a:cs typeface="Consolas" panose="020B0609020204030204" pitchFamily="49" charset="0"/>
                        </a:rPr>
                        <a:t>// side effect last</a:t>
                      </a:r>
                    </a:p>
                  </a:txBody>
                  <a:tcPr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itle 1">
            <a:extLst>
              <a:ext uri="{FF2B5EF4-FFF2-40B4-BE49-F238E27FC236}">
                <a16:creationId xmlns:a16="http://schemas.microsoft.com/office/drawing/2014/main" id="{6ACA48BF-733E-574D-ADE4-78F6AC25C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More on Increment Operator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16054583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2514600" y="1752600"/>
            <a:ext cx="5334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514600" y="3962400"/>
            <a:ext cx="533400" cy="1938992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bg1">
                <a:lumMod val="95000"/>
              </a:schemeClr>
            </a:solidFill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1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2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3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4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5</a:t>
            </a:r>
          </a:p>
          <a:p>
            <a:pPr algn="r"/>
            <a:r>
              <a:rPr lang="en-US" altLang="zh-TW" sz="2000" b="1">
                <a:solidFill>
                  <a:schemeClr val="tx1">
                    <a:lumMod val="50000"/>
                    <a:lumOff val="50000"/>
                  </a:schemeClr>
                </a:solidFill>
                <a:latin typeface="Consolas" pitchFamily="49" charset="0"/>
                <a:ea typeface="MS Gothic" pitchFamily="49" charset="-128"/>
              </a:rPr>
              <a:t>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Example</a:t>
            </a:r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2514600" y="1752600"/>
            <a:ext cx="4572000" cy="1981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648000">
            <a:noAutofit/>
          </a:bodyPr>
          <a:lstStyle/>
          <a:p>
            <a:r>
              <a:rPr lang="en-US" altLang="zh-TW" sz="2000" b="1" dirty="0" err="1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int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, k;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 = 0;</a:t>
            </a:r>
          </a:p>
          <a:p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k = </a:t>
            </a:r>
            <a:r>
              <a:rPr lang="en-US" altLang="zh-TW" sz="2000" b="1" dirty="0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++</a:t>
            </a:r>
            <a:r>
              <a:rPr lang="en-US" altLang="zh-TW" sz="2000" b="1" dirty="0" err="1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</a:t>
            </a:r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);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k);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</a:t>
            </a:r>
            <a:r>
              <a:rPr lang="en-US" altLang="zh-TW" sz="2000" b="1" dirty="0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++k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8001000" y="2133600"/>
            <a:ext cx="1447800" cy="10668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1</a:t>
            </a:r>
          </a:p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1</a:t>
            </a:r>
          </a:p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2</a:t>
            </a:r>
          </a:p>
        </p:txBody>
      </p:sp>
      <p:sp>
        <p:nvSpPr>
          <p:cNvPr id="8" name="Text Box 3"/>
          <p:cNvSpPr txBox="1">
            <a:spLocks noChangeArrowheads="1"/>
          </p:cNvSpPr>
          <p:nvPr/>
        </p:nvSpPr>
        <p:spPr bwMode="auto">
          <a:xfrm>
            <a:off x="2514600" y="3962400"/>
            <a:ext cx="4572000" cy="19812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square" lIns="648000">
            <a:noAutofit/>
          </a:bodyPr>
          <a:lstStyle/>
          <a:p>
            <a:r>
              <a:rPr lang="en-US" altLang="zh-TW" sz="2000" b="1" dirty="0" err="1">
                <a:solidFill>
                  <a:schemeClr val="accent1"/>
                </a:solidFill>
                <a:latin typeface="Consolas" pitchFamily="49" charset="0"/>
                <a:ea typeface="MS Gothic" pitchFamily="49" charset="-128"/>
              </a:rPr>
              <a:t>int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 </a:t>
            </a:r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, k;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 = 0;</a:t>
            </a:r>
          </a:p>
          <a:p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k = </a:t>
            </a:r>
            <a:r>
              <a:rPr lang="en-US" altLang="zh-TW" sz="2000" b="1" dirty="0" err="1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++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</a:t>
            </a:r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i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);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k);</a:t>
            </a:r>
          </a:p>
          <a:p>
            <a:r>
              <a:rPr lang="en-US" altLang="zh-TW" sz="2000" b="1" dirty="0" err="1">
                <a:latin typeface="Consolas" pitchFamily="49" charset="0"/>
                <a:ea typeface="MS Gothic" pitchFamily="49" charset="-128"/>
              </a:rPr>
              <a:t>printf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("%d\n", </a:t>
            </a:r>
            <a:r>
              <a:rPr lang="en-US" altLang="zh-TW" sz="2000" b="1" dirty="0">
                <a:solidFill>
                  <a:schemeClr val="accent2"/>
                </a:solidFill>
                <a:latin typeface="Consolas" pitchFamily="49" charset="0"/>
                <a:ea typeface="MS Gothic" pitchFamily="49" charset="-128"/>
              </a:rPr>
              <a:t>k++</a:t>
            </a:r>
            <a:r>
              <a:rPr lang="en-US" altLang="zh-TW" sz="2000" b="1" dirty="0">
                <a:latin typeface="Consolas" pitchFamily="49" charset="0"/>
                <a:ea typeface="MS Gothic" pitchFamily="49" charset="-128"/>
              </a:rPr>
              <a:t>);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01000" y="4419600"/>
            <a:ext cx="1447800" cy="1066800"/>
          </a:xfrm>
          <a:prstGeom prst="roundRect">
            <a:avLst/>
          </a:prstGeom>
          <a:solidFill>
            <a:schemeClr val="accent4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1</a:t>
            </a:r>
          </a:p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0</a:t>
            </a:r>
          </a:p>
          <a:p>
            <a:r>
              <a:rPr lang="en-US" b="1">
                <a:solidFill>
                  <a:schemeClr val="bg1"/>
                </a:solidFill>
                <a:latin typeface="Consolas" pitchFamily="49" charset="0"/>
              </a:rPr>
              <a:t>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B3E0E00A-C209-2546-A9F9-38386B7F89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4338" y="76200"/>
            <a:ext cx="8229600" cy="838200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ea typeface="新細明體" pitchFamily="18" charset="-120"/>
              </a:rPr>
              <a:t>More on Increment Operator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672198233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fld id="{AD576737-11F3-419B-8399-A8D8B8CAA85A}" type="slidenum">
              <a:rPr lang="zh-TW" altLang="en-US" sz="1000">
                <a:ea typeface="新細明體" charset="-120"/>
              </a:rPr>
              <a:pPr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zh-TW" sz="1000">
              <a:ea typeface="新細明體" charset="-120"/>
            </a:endParaRPr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zh-TW" sz="4000" dirty="0">
                <a:ea typeface="新細明體" charset="-120"/>
              </a:rPr>
              <a:t>Summary</a:t>
            </a:r>
          </a:p>
        </p:txBody>
      </p:sp>
      <p:sp>
        <p:nvSpPr>
          <p:cNvPr id="418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5408" y="1427166"/>
            <a:ext cx="5619217" cy="49291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Arithmetic operators (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+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-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*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/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%</a:t>
            </a:r>
            <a:r>
              <a:rPr lang="en-US" altLang="zh-TW" sz="2400" dirty="0">
                <a:ea typeface="新細明體"/>
              </a:rPr>
              <a:t>)</a:t>
            </a:r>
          </a:p>
          <a:p>
            <a:pPr eaLnBrk="1" hangingPunct="1">
              <a:lnSpc>
                <a:spcPct val="80000"/>
              </a:lnSpc>
            </a:pPr>
            <a:endParaRPr lang="en-US" altLang="zh-TW" sz="1800" dirty="0">
              <a:ea typeface="新細明體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Operator </a:t>
            </a:r>
            <a:r>
              <a:rPr lang="en-US" altLang="zh-TW" sz="2400" b="1" dirty="0">
                <a:ea typeface="新細明體"/>
              </a:rPr>
              <a:t>precedence</a:t>
            </a:r>
            <a:r>
              <a:rPr lang="en-US" altLang="zh-TW" sz="2400" dirty="0">
                <a:ea typeface="新細明體"/>
              </a:rPr>
              <a:t> and </a:t>
            </a:r>
            <a:r>
              <a:rPr lang="en-US" altLang="zh-TW" sz="2400" b="1" dirty="0">
                <a:ea typeface="新細明體"/>
              </a:rPr>
              <a:t>associativity</a:t>
            </a:r>
            <a:endParaRPr lang="en-US" altLang="zh-TW" sz="2400" dirty="0">
              <a:ea typeface="新細明體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1800" dirty="0">
              <a:ea typeface="新細明體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Different forms of assignment operators (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=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+=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-=</a:t>
            </a:r>
            <a:r>
              <a:rPr lang="en-US" altLang="zh-TW" sz="2400" dirty="0">
                <a:ea typeface="新細明體"/>
              </a:rPr>
              <a:t>, </a:t>
            </a:r>
            <a:r>
              <a:rPr lang="en-US" altLang="zh-TW" sz="2400" b="1" dirty="0">
                <a:latin typeface="Consolas"/>
                <a:ea typeface="新細明體"/>
                <a:cs typeface="Consolas" panose="020B0609020204030204" pitchFamily="49" charset="0"/>
              </a:rPr>
              <a:t>*=</a:t>
            </a:r>
            <a:r>
              <a:rPr lang="en-US" altLang="zh-TW" sz="2400" dirty="0">
                <a:ea typeface="新細明體"/>
              </a:rPr>
              <a:t>, …)</a:t>
            </a:r>
            <a:endParaRPr lang="en-US" altLang="zh-TW" sz="2400" dirty="0">
              <a:ea typeface="新細明體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1600" dirty="0">
              <a:ea typeface="新細明體" charset="-120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Swapping the value between two variables</a:t>
            </a:r>
          </a:p>
          <a:p>
            <a:pPr eaLnBrk="1" hangingPunct="1">
              <a:lnSpc>
                <a:spcPct val="80000"/>
              </a:lnSpc>
            </a:pPr>
            <a:endParaRPr lang="en-US" altLang="zh-TW" sz="2400" dirty="0">
              <a:ea typeface="新細明體"/>
            </a:endParaRPr>
          </a:p>
          <a:p>
            <a:pPr>
              <a:lnSpc>
                <a:spcPct val="80000"/>
              </a:lnSpc>
            </a:pPr>
            <a:r>
              <a:rPr lang="en-US" altLang="zh-TW" sz="2400" dirty="0">
                <a:ea typeface="新細明體"/>
              </a:rPr>
              <a:t>Increment (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++</a:t>
            </a:r>
            <a:r>
              <a:rPr lang="en-US" altLang="zh-TW" sz="2400" dirty="0">
                <a:ea typeface="新細明體"/>
              </a:rPr>
              <a:t>) and decrement (</a:t>
            </a:r>
            <a:r>
              <a:rPr lang="en-US" altLang="zh-TW" sz="2400" dirty="0">
                <a:latin typeface="Consolas"/>
                <a:ea typeface="新細明體"/>
                <a:cs typeface="Consolas" panose="020B0609020204030204" pitchFamily="49" charset="0"/>
              </a:rPr>
              <a:t>--</a:t>
            </a:r>
            <a:r>
              <a:rPr lang="en-US" altLang="zh-TW" sz="2400" dirty="0">
                <a:ea typeface="新細明體"/>
              </a:rPr>
              <a:t>) operators</a:t>
            </a:r>
            <a:endParaRPr lang="en-US" altLang="zh-TW" sz="2400" dirty="0">
              <a:ea typeface="新細明體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2400" dirty="0">
              <a:ea typeface="新細明體"/>
              <a:cs typeface="Calibri"/>
            </a:endParaRPr>
          </a:p>
          <a:p>
            <a:pPr eaLnBrk="1" hangingPunct="1">
              <a:lnSpc>
                <a:spcPct val="80000"/>
              </a:lnSpc>
            </a:pPr>
            <a:endParaRPr lang="en-US" altLang="zh-TW" sz="1600" dirty="0">
              <a:ea typeface="新細明體" charset="-120"/>
            </a:endParaRPr>
          </a:p>
          <a:p>
            <a:pPr eaLnBrk="1" hangingPunct="1">
              <a:lnSpc>
                <a:spcPct val="80000"/>
              </a:lnSpc>
              <a:buFont typeface="Wingdings" pitchFamily="2" charset="2"/>
              <a:buNone/>
            </a:pPr>
            <a:endParaRPr lang="en-US" altLang="zh-TW" sz="2400" dirty="0">
              <a:solidFill>
                <a:srgbClr val="FF0000"/>
              </a:solidFill>
              <a:ea typeface="新細明體" charset="-120"/>
              <a:cs typeface="Calibri"/>
            </a:endParaRPr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8AAE2969-2E88-F2A6-EFCA-59FC2555D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1175813"/>
              </p:ext>
            </p:extLst>
          </p:nvPr>
        </p:nvGraphicFramePr>
        <p:xfrm>
          <a:off x="6016734" y="1427166"/>
          <a:ext cx="6102599" cy="3322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895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08696">
                  <a:extLst>
                    <a:ext uri="{9D8B030D-6E8A-4147-A177-3AD203B41FA5}">
                      <a16:colId xmlns:a16="http://schemas.microsoft.com/office/drawing/2014/main" val="1856778750"/>
                    </a:ext>
                  </a:extLst>
                </a:gridCol>
              </a:tblGrid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/>
                        <a:t>Associativity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000" dirty="0"/>
                        <a:t>Precedence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Consolas"/>
                        </a:rPr>
                        <a:t>+ </a:t>
                      </a:r>
                      <a:r>
                        <a:rPr lang="en-US" sz="2000" b="0" i="0" u="none" strike="noStrike" noProof="0" dirty="0">
                          <a:latin typeface="Calibri"/>
                        </a:rPr>
                        <a:t>(unary plus </a:t>
                      </a:r>
                      <a:r>
                        <a:rPr lang="en-US" altLang="zh-CN" sz="2000" b="0" i="0" u="none" strike="noStrike" noProof="0" dirty="0">
                          <a:latin typeface="Calibri"/>
                        </a:rPr>
                        <a:t>positive</a:t>
                      </a:r>
                      <a:r>
                        <a:rPr lang="en-US" sz="2000" b="0" i="0" u="none" strike="noStrike" noProof="0" dirty="0">
                          <a:latin typeface="Calibri"/>
                        </a:rPr>
                        <a:t>)</a:t>
                      </a:r>
                      <a:r>
                        <a:rPr lang="en-US" sz="2000" b="0" i="0" u="none" strike="noStrike" noProof="0" dirty="0">
                          <a:latin typeface="Consolas"/>
                        </a:rPr>
                        <a:t>  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400" b="0" i="0" u="none" strike="noStrike" noProof="0" dirty="0">
                          <a:latin typeface="Consolas"/>
                        </a:rPr>
                        <a:t>- </a:t>
                      </a:r>
                      <a:r>
                        <a:rPr lang="en-US" sz="2000" b="0" i="0" u="none" strike="noStrike" noProof="0" dirty="0">
                          <a:latin typeface="Calibri"/>
                        </a:rPr>
                        <a:t>(unary minus negative)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dirty="0"/>
                        <a:t>Right to Left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000"/>
                        <a:t>Highest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6986325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Consolas"/>
                        </a:rPr>
                        <a:t>*  /  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Consolas"/>
                        </a:rPr>
                        <a:t>+ </a:t>
                      </a:r>
                      <a:r>
                        <a:rPr lang="en-US" sz="2000" dirty="0">
                          <a:latin typeface="+mn-lt"/>
                        </a:rPr>
                        <a:t>(addition)  </a:t>
                      </a:r>
                      <a:r>
                        <a:rPr lang="en-US" sz="2000" dirty="0">
                          <a:latin typeface="Consolas"/>
                        </a:rPr>
                        <a:t> </a:t>
                      </a:r>
                      <a:endParaRPr lang="en-US" sz="2400" dirty="0">
                        <a:latin typeface="Consolas"/>
                      </a:endParaRPr>
                    </a:p>
                    <a:p>
                      <a:pPr algn="ctr"/>
                      <a:r>
                        <a:rPr lang="en-US" sz="2400" dirty="0">
                          <a:latin typeface="Consolas"/>
                        </a:rPr>
                        <a:t>- </a:t>
                      </a:r>
                      <a:r>
                        <a:rPr lang="en-US" sz="2000" dirty="0">
                          <a:latin typeface="+mn-lt"/>
                        </a:rPr>
                        <a:t>(subtraction)</a:t>
                      </a:r>
                      <a:endParaRPr lang="en-US" sz="2400" dirty="0">
                        <a:latin typeface="Consolas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Left to 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endParaRPr lang="en-US" sz="2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779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+mn-lt"/>
                        </a:rPr>
                        <a:t>=  </a:t>
                      </a:r>
                      <a:r>
                        <a:rPr lang="en-US" sz="2000" dirty="0">
                          <a:latin typeface="+mn-lt"/>
                        </a:rPr>
                        <a:t>(assignment)</a:t>
                      </a:r>
                    </a:p>
                    <a:p>
                      <a:pPr lvl="0" algn="ctr">
                        <a:buNone/>
                      </a:pPr>
                      <a:r>
                        <a:rPr lang="en-US" sz="2400" dirty="0">
                          <a:latin typeface="+mn-lt"/>
                        </a:rPr>
                        <a:t>+=  -=  *=  /=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000" b="0" i="0" u="none" strike="noStrike" noProof="0" dirty="0">
                          <a:latin typeface="Calibri"/>
                        </a:rPr>
                        <a:t>Right to Left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None/>
                        <a:tabLst/>
                        <a:defRPr/>
                      </a:pPr>
                      <a:r>
                        <a:rPr lang="en-US" sz="2000" b="0" i="0" u="none" strike="noStrike" noProof="0" dirty="0">
                          <a:latin typeface="Calibri"/>
                        </a:rPr>
                        <a:t>Lowest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39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001808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C: How to Program, 8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err="1"/>
              <a:t>ed</a:t>
            </a:r>
            <a:r>
              <a:rPr lang="en-US" dirty="0"/>
              <a:t>, </a:t>
            </a:r>
            <a:r>
              <a:rPr lang="en-US" dirty="0" err="1"/>
              <a:t>Deitel</a:t>
            </a:r>
            <a:r>
              <a:rPr lang="en-US" dirty="0"/>
              <a:t> and </a:t>
            </a:r>
            <a:r>
              <a:rPr lang="en-US" dirty="0" err="1"/>
              <a:t>Deitel</a:t>
            </a:r>
            <a:endParaRPr lang="en-US" dirty="0"/>
          </a:p>
          <a:p>
            <a:r>
              <a:rPr lang="en-US" dirty="0"/>
              <a:t>Chapter 2 Introduction to C Programming</a:t>
            </a:r>
          </a:p>
          <a:p>
            <a:pPr lvl="1"/>
            <a:r>
              <a:rPr lang="en-US" dirty="0"/>
              <a:t>Section 2.5</a:t>
            </a:r>
          </a:p>
          <a:p>
            <a:r>
              <a:rPr lang="en-US" dirty="0"/>
              <a:t>Chapter 3 Structured Program Development in C</a:t>
            </a:r>
          </a:p>
          <a:p>
            <a:pPr lvl="1"/>
            <a:r>
              <a:rPr lang="en-US" dirty="0"/>
              <a:t>Sections 3.11, 3.12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28793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2429</TotalTime>
  <Words>2655</Words>
  <Application>Microsoft Office PowerPoint</Application>
  <PresentationFormat>Widescreen</PresentationFormat>
  <Paragraphs>480</Paragraphs>
  <Slides>27</Slides>
  <Notes>16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新細明體</vt:lpstr>
      <vt:lpstr>Arial</vt:lpstr>
      <vt:lpstr>Calibri</vt:lpstr>
      <vt:lpstr>Consolas</vt:lpstr>
      <vt:lpstr>Helvetica</vt:lpstr>
      <vt:lpstr>Wingdings</vt:lpstr>
      <vt:lpstr>Office Theme</vt:lpstr>
      <vt:lpstr>Review: Data type</vt:lpstr>
      <vt:lpstr>Operators</vt:lpstr>
      <vt:lpstr>Outline</vt:lpstr>
      <vt:lpstr>1. Operators</vt:lpstr>
      <vt:lpstr>1. Operators</vt:lpstr>
      <vt:lpstr>2. Arithmetic Operators</vt:lpstr>
      <vt:lpstr>2. Arithmetic Operators</vt:lpstr>
      <vt:lpstr>3. Operator Precedence &amp; Associativity</vt:lpstr>
      <vt:lpstr>3. Operator Precedence &amp; Associativity</vt:lpstr>
      <vt:lpstr>3. Operator Precedence &amp; Associativity</vt:lpstr>
      <vt:lpstr>3. Operator Precedence &amp; Associativity</vt:lpstr>
      <vt:lpstr>3.1. Some uses of Integer Division and Modulus Operators</vt:lpstr>
      <vt:lpstr>3.2. Parentheses</vt:lpstr>
      <vt:lpstr>4. Expressions</vt:lpstr>
      <vt:lpstr>5. Assignment Operators</vt:lpstr>
      <vt:lpstr>PowerPoint Presentation</vt:lpstr>
      <vt:lpstr>PowerPoint Presentation</vt:lpstr>
      <vt:lpstr>5.1. Assignment Operators – Short Form</vt:lpstr>
      <vt:lpstr>6. Swapping the value between two variables</vt:lpstr>
      <vt:lpstr>6. Swapping the value between two variables</vt:lpstr>
      <vt:lpstr>6. Swapping the value between two variables</vt:lpstr>
      <vt:lpstr>7. Increment / Decrement Operator</vt:lpstr>
      <vt:lpstr>7.1. More on Increment Operator</vt:lpstr>
      <vt:lpstr>More on Increment Operator</vt:lpstr>
      <vt:lpstr>More on Increment Operator</vt:lpstr>
      <vt:lpstr>Summary</vt:lpstr>
      <vt:lpstr>Reading Assignment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Operators</dc:title>
  <cp:lastModifiedBy>Yuli Jiang (CSD)</cp:lastModifiedBy>
  <cp:revision>1</cp:revision>
  <dcterms:created xsi:type="dcterms:W3CDTF">2011-07-19T12:51:33Z</dcterms:created>
  <dcterms:modified xsi:type="dcterms:W3CDTF">2025-09-14T18:10:31Z</dcterms:modified>
</cp:coreProperties>
</file>
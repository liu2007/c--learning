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452" r:id="rId2"/>
    <p:sldId id="453" r:id="rId3"/>
    <p:sldId id="424" r:id="rId4"/>
    <p:sldId id="426" r:id="rId5"/>
    <p:sldId id="489" r:id="rId6"/>
    <p:sldId id="425" r:id="rId7"/>
    <p:sldId id="427" r:id="rId8"/>
    <p:sldId id="482" r:id="rId9"/>
    <p:sldId id="480" r:id="rId10"/>
    <p:sldId id="481" r:id="rId11"/>
    <p:sldId id="483" r:id="rId12"/>
    <p:sldId id="491" r:id="rId13"/>
    <p:sldId id="490" r:id="rId14"/>
    <p:sldId id="428" r:id="rId15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MS Gothic" panose="020B0609070205080204" pitchFamily="49" charset="-128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99FF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882DB0-48FB-D3A6-3BF1-0BE4BECE0D4A}" v="18" dt="2019-09-22T08:42:05.9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1905" autoAdjust="0"/>
  </p:normalViewPr>
  <p:slideViewPr>
    <p:cSldViewPr snapToGrid="0">
      <p:cViewPr varScale="1">
        <p:scale>
          <a:sx n="84" d="100"/>
          <a:sy n="84" d="100"/>
        </p:scale>
        <p:origin x="2394" y="8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gs" Target="tags/tag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ck jee Chau (CSD)" userId="7aa7a09e-983f-4214-9e5a-071cbb678e81" providerId="ADAL" clId="{2C0F4B9A-4C4A-4340-BB9A-86D20BB35AE8}"/>
    <pc:docChg chg="undo custSel modSld">
      <pc:chgData name="Chuck jee Chau (CSD)" userId="7aa7a09e-983f-4214-9e5a-071cbb678e81" providerId="ADAL" clId="{2C0F4B9A-4C4A-4340-BB9A-86D20BB35AE8}" dt="2019-09-17T11:36:23.636" v="116" actId="20577"/>
      <pc:docMkLst>
        <pc:docMk/>
      </pc:docMkLst>
      <pc:sldChg chg="modSp">
        <pc:chgData name="Chuck jee Chau (CSD)" userId="7aa7a09e-983f-4214-9e5a-071cbb678e81" providerId="ADAL" clId="{2C0F4B9A-4C4A-4340-BB9A-86D20BB35AE8}" dt="2019-09-17T11:36:23.636" v="116" actId="20577"/>
        <pc:sldMkLst>
          <pc:docMk/>
          <pc:sldMk cId="0" sldId="426"/>
        </pc:sldMkLst>
        <pc:spChg chg="mod">
          <ac:chgData name="Chuck jee Chau (CSD)" userId="7aa7a09e-983f-4214-9e5a-071cbb678e81" providerId="ADAL" clId="{2C0F4B9A-4C4A-4340-BB9A-86D20BB35AE8}" dt="2019-09-17T11:36:23.636" v="116" actId="20577"/>
          <ac:spMkLst>
            <pc:docMk/>
            <pc:sldMk cId="0" sldId="426"/>
            <ac:spMk id="3" creationId="{00000000-0000-0000-0000-000000000000}"/>
          </ac:spMkLst>
        </pc:spChg>
      </pc:sldChg>
    </pc:docChg>
  </pc:docChgLst>
  <pc:docChgLst>
    <pc:chgData name="William Hui (IEG)" userId="S::kyhui@cuhk.edu.hk::07728535-8fdc-4325-b24f-20cc4d58a3a3" providerId="AD" clId="Web-{D7882DB0-48FB-D3A6-3BF1-0BE4BECE0D4A}"/>
    <pc:docChg chg="modSld">
      <pc:chgData name="William Hui (IEG)" userId="S::kyhui@cuhk.edu.hk::07728535-8fdc-4325-b24f-20cc4d58a3a3" providerId="AD" clId="Web-{D7882DB0-48FB-D3A6-3BF1-0BE4BECE0D4A}" dt="2019-09-22T08:42:05.957" v="15" actId="1076"/>
      <pc:docMkLst>
        <pc:docMk/>
      </pc:docMkLst>
      <pc:sldChg chg="addSp delSp modSp">
        <pc:chgData name="William Hui (IEG)" userId="S::kyhui@cuhk.edu.hk::07728535-8fdc-4325-b24f-20cc4d58a3a3" providerId="AD" clId="Web-{D7882DB0-48FB-D3A6-3BF1-0BE4BECE0D4A}" dt="2019-09-22T08:40:35.191" v="9" actId="14100"/>
        <pc:sldMkLst>
          <pc:docMk/>
          <pc:sldMk cId="0" sldId="424"/>
        </pc:sldMkLst>
        <pc:spChg chg="mod ord">
          <ac:chgData name="William Hui (IEG)" userId="S::kyhui@cuhk.edu.hk::07728535-8fdc-4325-b24f-20cc4d58a3a3" providerId="AD" clId="Web-{D7882DB0-48FB-D3A6-3BF1-0BE4BECE0D4A}" dt="2019-09-22T08:40:24.769" v="7" actId="1076"/>
          <ac:spMkLst>
            <pc:docMk/>
            <pc:sldMk cId="0" sldId="424"/>
            <ac:spMk id="8" creationId="{00000000-0000-0000-0000-000000000000}"/>
          </ac:spMkLst>
        </pc:spChg>
        <pc:picChg chg="add mod">
          <ac:chgData name="William Hui (IEG)" userId="S::kyhui@cuhk.edu.hk::07728535-8fdc-4325-b24f-20cc4d58a3a3" providerId="AD" clId="Web-{D7882DB0-48FB-D3A6-3BF1-0BE4BECE0D4A}" dt="2019-09-22T08:40:35.191" v="9" actId="14100"/>
          <ac:picMkLst>
            <pc:docMk/>
            <pc:sldMk cId="0" sldId="424"/>
            <ac:picMk id="4" creationId="{B6D3575B-082F-4566-985E-65590A45C538}"/>
          </ac:picMkLst>
        </pc:picChg>
        <pc:picChg chg="del">
          <ac:chgData name="William Hui (IEG)" userId="S::kyhui@cuhk.edu.hk::07728535-8fdc-4325-b24f-20cc4d58a3a3" providerId="AD" clId="Web-{D7882DB0-48FB-D3A6-3BF1-0BE4BECE0D4A}" dt="2019-09-22T08:40:07.051" v="2"/>
          <ac:picMkLst>
            <pc:docMk/>
            <pc:sldMk cId="0" sldId="424"/>
            <ac:picMk id="1028" creationId="{00000000-0000-0000-0000-000000000000}"/>
          </ac:picMkLst>
        </pc:picChg>
      </pc:sldChg>
      <pc:sldChg chg="addSp delSp modSp">
        <pc:chgData name="William Hui (IEG)" userId="S::kyhui@cuhk.edu.hk::07728535-8fdc-4325-b24f-20cc4d58a3a3" providerId="AD" clId="Web-{D7882DB0-48FB-D3A6-3BF1-0BE4BECE0D4A}" dt="2019-09-22T08:42:05.957" v="15" actId="1076"/>
        <pc:sldMkLst>
          <pc:docMk/>
          <pc:sldMk cId="0" sldId="426"/>
        </pc:sldMkLst>
        <pc:picChg chg="add mod ord">
          <ac:chgData name="William Hui (IEG)" userId="S::kyhui@cuhk.edu.hk::07728535-8fdc-4325-b24f-20cc4d58a3a3" providerId="AD" clId="Web-{D7882DB0-48FB-D3A6-3BF1-0BE4BECE0D4A}" dt="2019-09-22T08:42:05.957" v="15" actId="1076"/>
          <ac:picMkLst>
            <pc:docMk/>
            <pc:sldMk cId="0" sldId="426"/>
            <ac:picMk id="5" creationId="{25C35A7F-2075-4CFC-9D61-FAA890391AAC}"/>
          </ac:picMkLst>
        </pc:picChg>
        <pc:picChg chg="del">
          <ac:chgData name="William Hui (IEG)" userId="S::kyhui@cuhk.edu.hk::07728535-8fdc-4325-b24f-20cc4d58a3a3" providerId="AD" clId="Web-{D7882DB0-48FB-D3A6-3BF1-0BE4BECE0D4A}" dt="2019-09-22T08:41:52.082" v="10"/>
          <ac:picMkLst>
            <pc:docMk/>
            <pc:sldMk cId="0" sldId="426"/>
            <ac:picMk id="2050" creationId="{00000000-0000-0000-0000-000000000000}"/>
          </ac:picMkLst>
        </pc:picChg>
      </pc:sldChg>
    </pc:docChg>
  </pc:docChgLst>
  <pc:docChgLst>
    <pc:chgData name="Chuck jee Chau (CSD)" userId="7aa7a09e-983f-4214-9e5a-071cbb678e81" providerId="ADAL" clId="{69F87FAE-2DE5-6440-AF7A-8637A46C7192}"/>
    <pc:docChg chg="undo custSel addSld delSld modSld">
      <pc:chgData name="Chuck jee Chau (CSD)" userId="7aa7a09e-983f-4214-9e5a-071cbb678e81" providerId="ADAL" clId="{69F87FAE-2DE5-6440-AF7A-8637A46C7192}" dt="2019-09-17T10:30:37.397" v="864" actId="114"/>
      <pc:docMkLst>
        <pc:docMk/>
      </pc:docMkLst>
      <pc:sldChg chg="addSp delSp modSp">
        <pc:chgData name="Chuck jee Chau (CSD)" userId="7aa7a09e-983f-4214-9e5a-071cbb678e81" providerId="ADAL" clId="{69F87FAE-2DE5-6440-AF7A-8637A46C7192}" dt="2019-09-17T10:10:54.354" v="847"/>
        <pc:sldMkLst>
          <pc:docMk/>
          <pc:sldMk cId="0" sldId="424"/>
        </pc:sldMkLst>
        <pc:spChg chg="mod">
          <ac:chgData name="Chuck jee Chau (CSD)" userId="7aa7a09e-983f-4214-9e5a-071cbb678e81" providerId="ADAL" clId="{69F87FAE-2DE5-6440-AF7A-8637A46C7192}" dt="2019-09-17T09:47:18.050" v="184" actId="20577"/>
          <ac:spMkLst>
            <pc:docMk/>
            <pc:sldMk cId="0" sldId="424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09:55:06.256" v="252" actId="27636"/>
          <ac:spMkLst>
            <pc:docMk/>
            <pc:sldMk cId="0" sldId="424"/>
            <ac:spMk id="3" creationId="{00000000-0000-0000-0000-000000000000}"/>
          </ac:spMkLst>
        </pc:spChg>
        <pc:spChg chg="del">
          <ac:chgData name="Chuck jee Chau (CSD)" userId="7aa7a09e-983f-4214-9e5a-071cbb678e81" providerId="ADAL" clId="{69F87FAE-2DE5-6440-AF7A-8637A46C7192}" dt="2019-09-17T10:10:53.462" v="846" actId="478"/>
          <ac:spMkLst>
            <pc:docMk/>
            <pc:sldMk cId="0" sldId="424"/>
            <ac:spMk id="4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09:52:16.773" v="237" actId="2085"/>
          <ac:spMkLst>
            <pc:docMk/>
            <pc:sldMk cId="0" sldId="424"/>
            <ac:spMk id="5" creationId="{00000000-0000-0000-0000-000000000000}"/>
          </ac:spMkLst>
        </pc:spChg>
        <pc:spChg chg="del">
          <ac:chgData name="Chuck jee Chau (CSD)" userId="7aa7a09e-983f-4214-9e5a-071cbb678e81" providerId="ADAL" clId="{69F87FAE-2DE5-6440-AF7A-8637A46C7192}" dt="2019-09-16T07:57:01.421" v="16" actId="478"/>
          <ac:spMkLst>
            <pc:docMk/>
            <pc:sldMk cId="0" sldId="424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09:51:33.355" v="236" actId="14100"/>
          <ac:spMkLst>
            <pc:docMk/>
            <pc:sldMk cId="0" sldId="424"/>
            <ac:spMk id="8" creationId="{00000000-0000-0000-0000-000000000000}"/>
          </ac:spMkLst>
        </pc:spChg>
        <pc:spChg chg="del">
          <ac:chgData name="Chuck jee Chau (CSD)" userId="7aa7a09e-983f-4214-9e5a-071cbb678e81" providerId="ADAL" clId="{69F87FAE-2DE5-6440-AF7A-8637A46C7192}" dt="2019-09-16T07:56:46.546" v="14" actId="478"/>
          <ac:spMkLst>
            <pc:docMk/>
            <pc:sldMk cId="0" sldId="424"/>
            <ac:spMk id="9" creationId="{00000000-0000-0000-0000-000000000000}"/>
          </ac:spMkLst>
        </pc:spChg>
        <pc:spChg chg="add">
          <ac:chgData name="Chuck jee Chau (CSD)" userId="7aa7a09e-983f-4214-9e5a-071cbb678e81" providerId="ADAL" clId="{69F87FAE-2DE5-6440-AF7A-8637A46C7192}" dt="2019-09-17T10:10:54.354" v="847"/>
          <ac:spMkLst>
            <pc:docMk/>
            <pc:sldMk cId="0" sldId="424"/>
            <ac:spMk id="9" creationId="{97187759-3738-3946-9A56-1481E4D789D4}"/>
          </ac:spMkLst>
        </pc:spChg>
        <pc:picChg chg="mod">
          <ac:chgData name="Chuck jee Chau (CSD)" userId="7aa7a09e-983f-4214-9e5a-071cbb678e81" providerId="ADAL" clId="{69F87FAE-2DE5-6440-AF7A-8637A46C7192}" dt="2019-09-16T07:57:40.695" v="21" actId="732"/>
          <ac:picMkLst>
            <pc:docMk/>
            <pc:sldMk cId="0" sldId="424"/>
            <ac:picMk id="1028" creationId="{00000000-0000-0000-0000-000000000000}"/>
          </ac:picMkLst>
        </pc:picChg>
      </pc:sldChg>
      <pc:sldChg chg="modSp">
        <pc:chgData name="Chuck jee Chau (CSD)" userId="7aa7a09e-983f-4214-9e5a-071cbb678e81" providerId="ADAL" clId="{69F87FAE-2DE5-6440-AF7A-8637A46C7192}" dt="2019-09-17T09:53:07.375" v="244" actId="113"/>
        <pc:sldMkLst>
          <pc:docMk/>
          <pc:sldMk cId="0" sldId="425"/>
        </pc:sldMkLst>
        <pc:spChg chg="mod">
          <ac:chgData name="Chuck jee Chau (CSD)" userId="7aa7a09e-983f-4214-9e5a-071cbb678e81" providerId="ADAL" clId="{69F87FAE-2DE5-6440-AF7A-8637A46C7192}" dt="2019-09-17T09:52:57.650" v="242" actId="113"/>
          <ac:spMkLst>
            <pc:docMk/>
            <pc:sldMk cId="0" sldId="425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09:52:57.650" v="242" actId="113"/>
          <ac:spMkLst>
            <pc:docMk/>
            <pc:sldMk cId="0" sldId="425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09:52:57.650" v="242" actId="113"/>
          <ac:spMkLst>
            <pc:docMk/>
            <pc:sldMk cId="0" sldId="425"/>
            <ac:spMk id="4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09:53:00.197" v="243" actId="113"/>
          <ac:spMkLst>
            <pc:docMk/>
            <pc:sldMk cId="0" sldId="425"/>
            <ac:spMk id="9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09:52:57.650" v="242" actId="113"/>
          <ac:spMkLst>
            <pc:docMk/>
            <pc:sldMk cId="0" sldId="425"/>
            <ac:spMk id="10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09:53:07.375" v="244" actId="113"/>
          <ac:spMkLst>
            <pc:docMk/>
            <pc:sldMk cId="0" sldId="425"/>
            <ac:spMk id="15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09:52:57.650" v="242" actId="113"/>
          <ac:spMkLst>
            <pc:docMk/>
            <pc:sldMk cId="0" sldId="425"/>
            <ac:spMk id="19" creationId="{00000000-0000-0000-0000-000000000000}"/>
          </ac:spMkLst>
        </pc:spChg>
        <pc:cxnChg chg="mod">
          <ac:chgData name="Chuck jee Chau (CSD)" userId="7aa7a09e-983f-4214-9e5a-071cbb678e81" providerId="ADAL" clId="{69F87FAE-2DE5-6440-AF7A-8637A46C7192}" dt="2019-09-17T09:52:57.650" v="242" actId="113"/>
          <ac:cxnSpMkLst>
            <pc:docMk/>
            <pc:sldMk cId="0" sldId="425"/>
            <ac:cxnSpMk id="13" creationId="{00000000-0000-0000-0000-000000000000}"/>
          </ac:cxnSpMkLst>
        </pc:cxnChg>
        <pc:cxnChg chg="mod">
          <ac:chgData name="Chuck jee Chau (CSD)" userId="7aa7a09e-983f-4214-9e5a-071cbb678e81" providerId="ADAL" clId="{69F87FAE-2DE5-6440-AF7A-8637A46C7192}" dt="2019-09-17T09:52:57.650" v="242" actId="113"/>
          <ac:cxnSpMkLst>
            <pc:docMk/>
            <pc:sldMk cId="0" sldId="425"/>
            <ac:cxnSpMk id="14" creationId="{00000000-0000-0000-0000-000000000000}"/>
          </ac:cxnSpMkLst>
        </pc:cxnChg>
      </pc:sldChg>
      <pc:sldChg chg="modSp">
        <pc:chgData name="Chuck jee Chau (CSD)" userId="7aa7a09e-983f-4214-9e5a-071cbb678e81" providerId="ADAL" clId="{69F87FAE-2DE5-6440-AF7A-8637A46C7192}" dt="2019-09-17T10:30:08.274" v="850" actId="14100"/>
        <pc:sldMkLst>
          <pc:docMk/>
          <pc:sldMk cId="0" sldId="426"/>
        </pc:sldMkLst>
        <pc:spChg chg="mod">
          <ac:chgData name="Chuck jee Chau (CSD)" userId="7aa7a09e-983f-4214-9e5a-071cbb678e81" providerId="ADAL" clId="{69F87FAE-2DE5-6440-AF7A-8637A46C7192}" dt="2019-09-17T09:47:22.303" v="186" actId="20577"/>
          <ac:spMkLst>
            <pc:docMk/>
            <pc:sldMk cId="0" sldId="426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6T07:59:10.565" v="100" actId="108"/>
          <ac:spMkLst>
            <pc:docMk/>
            <pc:sldMk cId="0" sldId="426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10:30:08.274" v="850" actId="14100"/>
          <ac:spMkLst>
            <pc:docMk/>
            <pc:sldMk cId="0" sldId="426"/>
            <ac:spMk id="9" creationId="{00000000-0000-0000-0000-000000000000}"/>
          </ac:spMkLst>
        </pc:spChg>
        <pc:picChg chg="mod">
          <ac:chgData name="Chuck jee Chau (CSD)" userId="7aa7a09e-983f-4214-9e5a-071cbb678e81" providerId="ADAL" clId="{69F87FAE-2DE5-6440-AF7A-8637A46C7192}" dt="2019-09-16T07:57:32.584" v="20" actId="732"/>
          <ac:picMkLst>
            <pc:docMk/>
            <pc:sldMk cId="0" sldId="426"/>
            <ac:picMk id="2050" creationId="{00000000-0000-0000-0000-000000000000}"/>
          </ac:picMkLst>
        </pc:picChg>
        <pc:cxnChg chg="mod">
          <ac:chgData name="Chuck jee Chau (CSD)" userId="7aa7a09e-983f-4214-9e5a-071cbb678e81" providerId="ADAL" clId="{69F87FAE-2DE5-6440-AF7A-8637A46C7192}" dt="2019-09-16T07:59:18.980" v="101" actId="14100"/>
          <ac:cxnSpMkLst>
            <pc:docMk/>
            <pc:sldMk cId="0" sldId="426"/>
            <ac:cxnSpMk id="8" creationId="{00000000-0000-0000-0000-000000000000}"/>
          </ac:cxnSpMkLst>
        </pc:cxnChg>
      </pc:sldChg>
      <pc:sldChg chg="modSp">
        <pc:chgData name="Chuck jee Chau (CSD)" userId="7aa7a09e-983f-4214-9e5a-071cbb678e81" providerId="ADAL" clId="{69F87FAE-2DE5-6440-AF7A-8637A46C7192}" dt="2019-09-17T09:47:40.978" v="195" actId="20577"/>
        <pc:sldMkLst>
          <pc:docMk/>
          <pc:sldMk cId="0" sldId="427"/>
        </pc:sldMkLst>
        <pc:spChg chg="mod">
          <ac:chgData name="Chuck jee Chau (CSD)" userId="7aa7a09e-983f-4214-9e5a-071cbb678e81" providerId="ADAL" clId="{69F87FAE-2DE5-6440-AF7A-8637A46C7192}" dt="2019-09-17T09:47:40.978" v="195" actId="20577"/>
          <ac:spMkLst>
            <pc:docMk/>
            <pc:sldMk cId="0" sldId="427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6T08:04:21.244" v="116" actId="20577"/>
          <ac:spMkLst>
            <pc:docMk/>
            <pc:sldMk cId="0" sldId="427"/>
            <ac:spMk id="3" creationId="{00000000-0000-0000-0000-000000000000}"/>
          </ac:spMkLst>
        </pc:spChg>
      </pc:sldChg>
      <pc:sldChg chg="modSp">
        <pc:chgData name="Chuck jee Chau (CSD)" userId="7aa7a09e-983f-4214-9e5a-071cbb678e81" providerId="ADAL" clId="{69F87FAE-2DE5-6440-AF7A-8637A46C7192}" dt="2019-09-17T10:09:49.178" v="844" actId="20577"/>
        <pc:sldMkLst>
          <pc:docMk/>
          <pc:sldMk cId="0" sldId="428"/>
        </pc:sldMkLst>
        <pc:spChg chg="mod">
          <ac:chgData name="Chuck jee Chau (CSD)" userId="7aa7a09e-983f-4214-9e5a-071cbb678e81" providerId="ADAL" clId="{69F87FAE-2DE5-6440-AF7A-8637A46C7192}" dt="2019-09-17T09:48:21.558" v="206" actId="20577"/>
          <ac:spMkLst>
            <pc:docMk/>
            <pc:sldMk cId="0" sldId="428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6T08:03:21.155" v="115" actId="20577"/>
          <ac:spMkLst>
            <pc:docMk/>
            <pc:sldMk cId="0" sldId="428"/>
            <ac:spMk id="5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10:09:49.178" v="844" actId="20577"/>
          <ac:spMkLst>
            <pc:docMk/>
            <pc:sldMk cId="0" sldId="428"/>
            <ac:spMk id="6" creationId="{00000000-0000-0000-0000-000000000000}"/>
          </ac:spMkLst>
        </pc:spChg>
      </pc:sldChg>
      <pc:sldChg chg="addSp modSp">
        <pc:chgData name="Chuck jee Chau (CSD)" userId="7aa7a09e-983f-4214-9e5a-071cbb678e81" providerId="ADAL" clId="{69F87FAE-2DE5-6440-AF7A-8637A46C7192}" dt="2019-09-17T10:10:49.801" v="845"/>
        <pc:sldMkLst>
          <pc:docMk/>
          <pc:sldMk cId="3984328668" sldId="453"/>
        </pc:sldMkLst>
        <pc:spChg chg="add">
          <ac:chgData name="Chuck jee Chau (CSD)" userId="7aa7a09e-983f-4214-9e5a-071cbb678e81" providerId="ADAL" clId="{69F87FAE-2DE5-6440-AF7A-8637A46C7192}" dt="2019-09-17T10:10:49.801" v="845"/>
          <ac:spMkLst>
            <pc:docMk/>
            <pc:sldMk cId="3984328668" sldId="453"/>
            <ac:spMk id="5" creationId="{4C0BD760-526C-FF49-944D-DD55D45EDE42}"/>
          </ac:spMkLst>
        </pc:spChg>
        <pc:spChg chg="mod">
          <ac:chgData name="Chuck jee Chau (CSD)" userId="7aa7a09e-983f-4214-9e5a-071cbb678e81" providerId="ADAL" clId="{69F87FAE-2DE5-6440-AF7A-8637A46C7192}" dt="2019-09-16T07:56:02.807" v="0" actId="20577"/>
          <ac:spMkLst>
            <pc:docMk/>
            <pc:sldMk cId="3984328668" sldId="453"/>
            <ac:spMk id="41" creationId="{00000000-0000-0000-0000-000000000000}"/>
          </ac:spMkLst>
        </pc:spChg>
      </pc:sldChg>
      <pc:sldChg chg="modSp">
        <pc:chgData name="Chuck jee Chau (CSD)" userId="7aa7a09e-983f-4214-9e5a-071cbb678e81" providerId="ADAL" clId="{69F87FAE-2DE5-6440-AF7A-8637A46C7192}" dt="2019-09-17T09:59:26.593" v="336" actId="207"/>
        <pc:sldMkLst>
          <pc:docMk/>
          <pc:sldMk cId="2249739064" sldId="480"/>
        </pc:sldMkLst>
        <pc:spChg chg="mod">
          <ac:chgData name="Chuck jee Chau (CSD)" userId="7aa7a09e-983f-4214-9e5a-071cbb678e81" providerId="ADAL" clId="{69F87FAE-2DE5-6440-AF7A-8637A46C7192}" dt="2019-09-17T09:48:01.432" v="201" actId="20577"/>
          <ac:spMkLst>
            <pc:docMk/>
            <pc:sldMk cId="2249739064" sldId="480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09:53:37.526" v="250" actId="113"/>
          <ac:spMkLst>
            <pc:docMk/>
            <pc:sldMk cId="2249739064" sldId="480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09:48:31.292" v="209" actId="113"/>
          <ac:spMkLst>
            <pc:docMk/>
            <pc:sldMk cId="2249739064" sldId="480"/>
            <ac:spMk id="10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09:59:26.593" v="336" actId="207"/>
          <ac:spMkLst>
            <pc:docMk/>
            <pc:sldMk cId="2249739064" sldId="480"/>
            <ac:spMk id="12" creationId="{00000000-0000-0000-0000-000000000000}"/>
          </ac:spMkLst>
        </pc:spChg>
      </pc:sldChg>
      <pc:sldChg chg="modSp">
        <pc:chgData name="Chuck jee Chau (CSD)" userId="7aa7a09e-983f-4214-9e5a-071cbb678e81" providerId="ADAL" clId="{69F87FAE-2DE5-6440-AF7A-8637A46C7192}" dt="2019-09-17T10:00:33.385" v="353" actId="1036"/>
        <pc:sldMkLst>
          <pc:docMk/>
          <pc:sldMk cId="3782194000" sldId="481"/>
        </pc:sldMkLst>
        <pc:spChg chg="mod">
          <ac:chgData name="Chuck jee Chau (CSD)" userId="7aa7a09e-983f-4214-9e5a-071cbb678e81" providerId="ADAL" clId="{69F87FAE-2DE5-6440-AF7A-8637A46C7192}" dt="2019-09-17T09:48:07.573" v="202"/>
          <ac:spMkLst>
            <pc:docMk/>
            <pc:sldMk cId="3782194000" sldId="481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10:00:33.385" v="353" actId="1036"/>
          <ac:spMkLst>
            <pc:docMk/>
            <pc:sldMk cId="3782194000" sldId="481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09:48:29.109" v="208" actId="113"/>
          <ac:spMkLst>
            <pc:docMk/>
            <pc:sldMk cId="3782194000" sldId="481"/>
            <ac:spMk id="10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09:59:34.649" v="338" actId="207"/>
          <ac:spMkLst>
            <pc:docMk/>
            <pc:sldMk cId="3782194000" sldId="481"/>
            <ac:spMk id="11" creationId="{00000000-0000-0000-0000-000000000000}"/>
          </ac:spMkLst>
        </pc:spChg>
      </pc:sldChg>
      <pc:sldChg chg="addSp modSp">
        <pc:chgData name="Chuck jee Chau (CSD)" userId="7aa7a09e-983f-4214-9e5a-071cbb678e81" providerId="ADAL" clId="{69F87FAE-2DE5-6440-AF7A-8637A46C7192}" dt="2019-09-17T09:59:06.894" v="334" actId="207"/>
        <pc:sldMkLst>
          <pc:docMk/>
          <pc:sldMk cId="1744464474" sldId="482"/>
        </pc:sldMkLst>
        <pc:spChg chg="mod">
          <ac:chgData name="Chuck jee Chau (CSD)" userId="7aa7a09e-983f-4214-9e5a-071cbb678e81" providerId="ADAL" clId="{69F87FAE-2DE5-6440-AF7A-8637A46C7192}" dt="2019-09-17T09:47:50.327" v="198" actId="20577"/>
          <ac:spMkLst>
            <pc:docMk/>
            <pc:sldMk cId="1744464474" sldId="482"/>
            <ac:spMk id="2" creationId="{00000000-0000-0000-0000-000000000000}"/>
          </ac:spMkLst>
        </pc:spChg>
        <pc:spChg chg="add mod">
          <ac:chgData name="Chuck jee Chau (CSD)" userId="7aa7a09e-983f-4214-9e5a-071cbb678e81" providerId="ADAL" clId="{69F87FAE-2DE5-6440-AF7A-8637A46C7192}" dt="2019-09-17T09:58:41.151" v="331" actId="1036"/>
          <ac:spMkLst>
            <pc:docMk/>
            <pc:sldMk cId="1744464474" sldId="482"/>
            <ac:spMk id="6" creationId="{7623599C-C812-864F-8DB3-23C81BC10B06}"/>
          </ac:spMkLst>
        </pc:spChg>
        <pc:spChg chg="mod">
          <ac:chgData name="Chuck jee Chau (CSD)" userId="7aa7a09e-983f-4214-9e5a-071cbb678e81" providerId="ADAL" clId="{69F87FAE-2DE5-6440-AF7A-8637A46C7192}" dt="2019-09-17T09:48:34.464" v="210" actId="113"/>
          <ac:spMkLst>
            <pc:docMk/>
            <pc:sldMk cId="1744464474" sldId="482"/>
            <ac:spMk id="8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09:59:06.894" v="334" actId="207"/>
          <ac:spMkLst>
            <pc:docMk/>
            <pc:sldMk cId="1744464474" sldId="482"/>
            <ac:spMk id="9" creationId="{00000000-0000-0000-0000-000000000000}"/>
          </ac:spMkLst>
        </pc:spChg>
        <pc:picChg chg="add mod modCrop">
          <ac:chgData name="Chuck jee Chau (CSD)" userId="7aa7a09e-983f-4214-9e5a-071cbb678e81" providerId="ADAL" clId="{69F87FAE-2DE5-6440-AF7A-8637A46C7192}" dt="2019-09-17T09:58:45.573" v="332" actId="1036"/>
          <ac:picMkLst>
            <pc:docMk/>
            <pc:sldMk cId="1744464474" sldId="482"/>
            <ac:picMk id="5" creationId="{E38A2D16-FBAE-0F44-93BF-CEF17F50106D}"/>
          </ac:picMkLst>
        </pc:picChg>
      </pc:sldChg>
      <pc:sldChg chg="modSp">
        <pc:chgData name="Chuck jee Chau (CSD)" userId="7aa7a09e-983f-4214-9e5a-071cbb678e81" providerId="ADAL" clId="{69F87FAE-2DE5-6440-AF7A-8637A46C7192}" dt="2019-09-17T09:59:48.599" v="341" actId="207"/>
        <pc:sldMkLst>
          <pc:docMk/>
          <pc:sldMk cId="3663039170" sldId="483"/>
        </pc:sldMkLst>
        <pc:spChg chg="mod">
          <ac:chgData name="Chuck jee Chau (CSD)" userId="7aa7a09e-983f-4214-9e5a-071cbb678e81" providerId="ADAL" clId="{69F87FAE-2DE5-6440-AF7A-8637A46C7192}" dt="2019-09-17T09:48:10.701" v="203"/>
          <ac:spMkLst>
            <pc:docMk/>
            <pc:sldMk cId="3663039170" sldId="483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09:48:26.887" v="207" actId="113"/>
          <ac:spMkLst>
            <pc:docMk/>
            <pc:sldMk cId="3663039170" sldId="483"/>
            <ac:spMk id="8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09:59:48.599" v="341" actId="207"/>
          <ac:spMkLst>
            <pc:docMk/>
            <pc:sldMk cId="3663039170" sldId="483"/>
            <ac:spMk id="9" creationId="{00000000-0000-0000-0000-000000000000}"/>
          </ac:spMkLst>
        </pc:spChg>
      </pc:sldChg>
      <pc:sldChg chg="modSp del">
        <pc:chgData name="Chuck jee Chau (CSD)" userId="7aa7a09e-983f-4214-9e5a-071cbb678e81" providerId="ADAL" clId="{69F87FAE-2DE5-6440-AF7A-8637A46C7192}" dt="2019-09-16T08:02:52.415" v="112" actId="2696"/>
        <pc:sldMkLst>
          <pc:docMk/>
          <pc:sldMk cId="536504219" sldId="487"/>
        </pc:sldMkLst>
        <pc:spChg chg="mod">
          <ac:chgData name="Chuck jee Chau (CSD)" userId="7aa7a09e-983f-4214-9e5a-071cbb678e81" providerId="ADAL" clId="{69F87FAE-2DE5-6440-AF7A-8637A46C7192}" dt="2019-09-16T08:01:29.518" v="111" actId="20577"/>
          <ac:spMkLst>
            <pc:docMk/>
            <pc:sldMk cId="536504219" sldId="487"/>
            <ac:spMk id="41" creationId="{00000000-0000-0000-0000-000000000000}"/>
          </ac:spMkLst>
        </pc:spChg>
      </pc:sldChg>
      <pc:sldChg chg="delSp modSp del">
        <pc:chgData name="Chuck jee Chau (CSD)" userId="7aa7a09e-983f-4214-9e5a-071cbb678e81" providerId="ADAL" clId="{69F87FAE-2DE5-6440-AF7A-8637A46C7192}" dt="2019-09-17T09:49:40.041" v="214" actId="2696"/>
        <pc:sldMkLst>
          <pc:docMk/>
          <pc:sldMk cId="2342735298" sldId="488"/>
        </pc:sldMkLst>
        <pc:spChg chg="mod">
          <ac:chgData name="Chuck jee Chau (CSD)" userId="7aa7a09e-983f-4214-9e5a-071cbb678e81" providerId="ADAL" clId="{69F87FAE-2DE5-6440-AF7A-8637A46C7192}" dt="2019-09-17T09:47:28.524" v="191" actId="20577"/>
          <ac:spMkLst>
            <pc:docMk/>
            <pc:sldMk cId="2342735298" sldId="488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6T08:03:02.821" v="113" actId="403"/>
          <ac:spMkLst>
            <pc:docMk/>
            <pc:sldMk cId="2342735298" sldId="488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6T08:00:06.602" v="107" actId="1076"/>
          <ac:spMkLst>
            <pc:docMk/>
            <pc:sldMk cId="2342735298" sldId="488"/>
            <ac:spMk id="10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6T08:00:06.602" v="107" actId="1076"/>
          <ac:spMkLst>
            <pc:docMk/>
            <pc:sldMk cId="2342735298" sldId="488"/>
            <ac:spMk id="11" creationId="{00000000-0000-0000-0000-000000000000}"/>
          </ac:spMkLst>
        </pc:spChg>
        <pc:spChg chg="del">
          <ac:chgData name="Chuck jee Chau (CSD)" userId="7aa7a09e-983f-4214-9e5a-071cbb678e81" providerId="ADAL" clId="{69F87FAE-2DE5-6440-AF7A-8637A46C7192}" dt="2019-09-16T07:59:57.646" v="104" actId="478"/>
          <ac:spMkLst>
            <pc:docMk/>
            <pc:sldMk cId="2342735298" sldId="488"/>
            <ac:spMk id="12" creationId="{00000000-0000-0000-0000-000000000000}"/>
          </ac:spMkLst>
        </pc:spChg>
        <pc:spChg chg="del">
          <ac:chgData name="Chuck jee Chau (CSD)" userId="7aa7a09e-983f-4214-9e5a-071cbb678e81" providerId="ADAL" clId="{69F87FAE-2DE5-6440-AF7A-8637A46C7192}" dt="2019-09-16T07:59:55.351" v="103" actId="478"/>
          <ac:spMkLst>
            <pc:docMk/>
            <pc:sldMk cId="2342735298" sldId="488"/>
            <ac:spMk id="13" creationId="{00000000-0000-0000-0000-000000000000}"/>
          </ac:spMkLst>
        </pc:spChg>
      </pc:sldChg>
      <pc:sldChg chg="del">
        <pc:chgData name="Chuck jee Chau (CSD)" userId="7aa7a09e-983f-4214-9e5a-071cbb678e81" providerId="ADAL" clId="{69F87FAE-2DE5-6440-AF7A-8637A46C7192}" dt="2019-09-16T07:56:20.941" v="1" actId="2696"/>
        <pc:sldMkLst>
          <pc:docMk/>
          <pc:sldMk cId="1503155320" sldId="489"/>
        </pc:sldMkLst>
      </pc:sldChg>
      <pc:sldChg chg="modSp add">
        <pc:chgData name="Chuck jee Chau (CSD)" userId="7aa7a09e-983f-4214-9e5a-071cbb678e81" providerId="ADAL" clId="{69F87FAE-2DE5-6440-AF7A-8637A46C7192}" dt="2019-09-17T09:56:18.260" v="272" actId="1035"/>
        <pc:sldMkLst>
          <pc:docMk/>
          <pc:sldMk cId="3718699733" sldId="489"/>
        </pc:sldMkLst>
        <pc:spChg chg="mod">
          <ac:chgData name="Chuck jee Chau (CSD)" userId="7aa7a09e-983f-4214-9e5a-071cbb678e81" providerId="ADAL" clId="{69F87FAE-2DE5-6440-AF7A-8637A46C7192}" dt="2019-09-17T09:49:36.284" v="213" actId="20577"/>
          <ac:spMkLst>
            <pc:docMk/>
            <pc:sldMk cId="3718699733" sldId="489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09:56:11.970" v="270" actId="27636"/>
          <ac:spMkLst>
            <pc:docMk/>
            <pc:sldMk cId="3718699733" sldId="489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09:52:46.927" v="240" actId="113"/>
          <ac:spMkLst>
            <pc:docMk/>
            <pc:sldMk cId="3718699733" sldId="489"/>
            <ac:spMk id="10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09:56:18.260" v="272" actId="1035"/>
          <ac:spMkLst>
            <pc:docMk/>
            <pc:sldMk cId="3718699733" sldId="489"/>
            <ac:spMk id="12" creationId="{00000000-0000-0000-0000-000000000000}"/>
          </ac:spMkLst>
        </pc:spChg>
        <pc:spChg chg="mod">
          <ac:chgData name="Chuck jee Chau (CSD)" userId="7aa7a09e-983f-4214-9e5a-071cbb678e81" providerId="ADAL" clId="{69F87FAE-2DE5-6440-AF7A-8637A46C7192}" dt="2019-09-17T09:56:18.260" v="272" actId="1035"/>
          <ac:spMkLst>
            <pc:docMk/>
            <pc:sldMk cId="3718699733" sldId="489"/>
            <ac:spMk id="13" creationId="{00000000-0000-0000-0000-000000000000}"/>
          </ac:spMkLst>
        </pc:spChg>
      </pc:sldChg>
      <pc:sldChg chg="del">
        <pc:chgData name="Chuck jee Chau (CSD)" userId="7aa7a09e-983f-4214-9e5a-071cbb678e81" providerId="ADAL" clId="{69F87FAE-2DE5-6440-AF7A-8637A46C7192}" dt="2019-09-16T07:56:20.951" v="8" actId="2696"/>
        <pc:sldMkLst>
          <pc:docMk/>
          <pc:sldMk cId="1650576317" sldId="490"/>
        </pc:sldMkLst>
      </pc:sldChg>
      <pc:sldChg chg="addSp modSp add">
        <pc:chgData name="Chuck jee Chau (CSD)" userId="7aa7a09e-983f-4214-9e5a-071cbb678e81" providerId="ADAL" clId="{69F87FAE-2DE5-6440-AF7A-8637A46C7192}" dt="2019-09-17T10:30:37.397" v="864" actId="114"/>
        <pc:sldMkLst>
          <pc:docMk/>
          <pc:sldMk cId="2752271509" sldId="490"/>
        </pc:sldMkLst>
        <pc:spChg chg="mod">
          <ac:chgData name="Chuck jee Chau (CSD)" userId="7aa7a09e-983f-4214-9e5a-071cbb678e81" providerId="ADAL" clId="{69F87FAE-2DE5-6440-AF7A-8637A46C7192}" dt="2019-09-17T10:01:52.846" v="384" actId="20577"/>
          <ac:spMkLst>
            <pc:docMk/>
            <pc:sldMk cId="2752271509" sldId="490"/>
            <ac:spMk id="2" creationId="{9E309EFE-027F-6244-9EB9-6D4226D3D025}"/>
          </ac:spMkLst>
        </pc:spChg>
        <pc:spChg chg="mod">
          <ac:chgData name="Chuck jee Chau (CSD)" userId="7aa7a09e-983f-4214-9e5a-071cbb678e81" providerId="ADAL" clId="{69F87FAE-2DE5-6440-AF7A-8637A46C7192}" dt="2019-09-17T10:08:40.764" v="843" actId="113"/>
          <ac:spMkLst>
            <pc:docMk/>
            <pc:sldMk cId="2752271509" sldId="490"/>
            <ac:spMk id="3" creationId="{59F3D728-6B49-A148-8E98-180555938F45}"/>
          </ac:spMkLst>
        </pc:spChg>
        <pc:spChg chg="add mod">
          <ac:chgData name="Chuck jee Chau (CSD)" userId="7aa7a09e-983f-4214-9e5a-071cbb678e81" providerId="ADAL" clId="{69F87FAE-2DE5-6440-AF7A-8637A46C7192}" dt="2019-09-17T10:30:30.401" v="860" actId="113"/>
          <ac:spMkLst>
            <pc:docMk/>
            <pc:sldMk cId="2752271509" sldId="490"/>
            <ac:spMk id="5" creationId="{5DC9DC47-4290-594D-9EA3-4512124D97DF}"/>
          </ac:spMkLst>
        </pc:spChg>
        <pc:spChg chg="add mod">
          <ac:chgData name="Chuck jee Chau (CSD)" userId="7aa7a09e-983f-4214-9e5a-071cbb678e81" providerId="ADAL" clId="{69F87FAE-2DE5-6440-AF7A-8637A46C7192}" dt="2019-09-17T10:30:34.450" v="862" actId="113"/>
          <ac:spMkLst>
            <pc:docMk/>
            <pc:sldMk cId="2752271509" sldId="490"/>
            <ac:spMk id="6" creationId="{F61190B3-8FEE-C34C-865D-3CE46847D84F}"/>
          </ac:spMkLst>
        </pc:spChg>
        <pc:spChg chg="add mod">
          <ac:chgData name="Chuck jee Chau (CSD)" userId="7aa7a09e-983f-4214-9e5a-071cbb678e81" providerId="ADAL" clId="{69F87FAE-2DE5-6440-AF7A-8637A46C7192}" dt="2019-09-17T10:30:37.397" v="864" actId="114"/>
          <ac:spMkLst>
            <pc:docMk/>
            <pc:sldMk cId="2752271509" sldId="490"/>
            <ac:spMk id="7" creationId="{08B54DFB-0B14-4A41-9CE0-D736D3C960EF}"/>
          </ac:spMkLst>
        </pc:spChg>
        <pc:spChg chg="add mod">
          <ac:chgData name="Chuck jee Chau (CSD)" userId="7aa7a09e-983f-4214-9e5a-071cbb678e81" providerId="ADAL" clId="{69F87FAE-2DE5-6440-AF7A-8637A46C7192}" dt="2019-09-17T10:08:13.245" v="835" actId="1076"/>
          <ac:spMkLst>
            <pc:docMk/>
            <pc:sldMk cId="2752271509" sldId="490"/>
            <ac:spMk id="8" creationId="{E13710B3-4D25-D347-8A76-E58D1E33E44A}"/>
          </ac:spMkLst>
        </pc:spChg>
        <pc:spChg chg="add mod">
          <ac:chgData name="Chuck jee Chau (CSD)" userId="7aa7a09e-983f-4214-9e5a-071cbb678e81" providerId="ADAL" clId="{69F87FAE-2DE5-6440-AF7A-8637A46C7192}" dt="2019-09-17T10:08:21.177" v="841" actId="1035"/>
          <ac:spMkLst>
            <pc:docMk/>
            <pc:sldMk cId="2752271509" sldId="490"/>
            <ac:spMk id="9" creationId="{B435BE64-F625-0943-B8AF-34D010A9FFDF}"/>
          </ac:spMkLst>
        </pc:spChg>
      </pc:sldChg>
      <pc:sldChg chg="del">
        <pc:chgData name="Chuck jee Chau (CSD)" userId="7aa7a09e-983f-4214-9e5a-071cbb678e81" providerId="ADAL" clId="{69F87FAE-2DE5-6440-AF7A-8637A46C7192}" dt="2019-09-16T07:56:20.963" v="9" actId="2696"/>
        <pc:sldMkLst>
          <pc:docMk/>
          <pc:sldMk cId="2484001865" sldId="491"/>
        </pc:sldMkLst>
      </pc:sldChg>
      <pc:sldChg chg="del">
        <pc:chgData name="Chuck jee Chau (CSD)" userId="7aa7a09e-983f-4214-9e5a-071cbb678e81" providerId="ADAL" clId="{69F87FAE-2DE5-6440-AF7A-8637A46C7192}" dt="2019-09-16T07:56:20.964" v="10" actId="2696"/>
        <pc:sldMkLst>
          <pc:docMk/>
          <pc:sldMk cId="2814010054" sldId="492"/>
        </pc:sldMkLst>
      </pc:sldChg>
      <pc:sldChg chg="del">
        <pc:chgData name="Chuck jee Chau (CSD)" userId="7aa7a09e-983f-4214-9e5a-071cbb678e81" providerId="ADAL" clId="{69F87FAE-2DE5-6440-AF7A-8637A46C7192}" dt="2019-09-16T07:56:20.965" v="11" actId="2696"/>
        <pc:sldMkLst>
          <pc:docMk/>
          <pc:sldMk cId="2397195939" sldId="493"/>
        </pc:sldMkLst>
      </pc:sldChg>
      <pc:sldChg chg="del">
        <pc:chgData name="Chuck jee Chau (CSD)" userId="7aa7a09e-983f-4214-9e5a-071cbb678e81" providerId="ADAL" clId="{69F87FAE-2DE5-6440-AF7A-8637A46C7192}" dt="2019-09-16T07:56:20.967" v="12" actId="2696"/>
        <pc:sldMkLst>
          <pc:docMk/>
          <pc:sldMk cId="2738103722" sldId="494"/>
        </pc:sldMkLst>
      </pc:sldChg>
      <pc:sldChg chg="del">
        <pc:chgData name="Chuck jee Chau (CSD)" userId="7aa7a09e-983f-4214-9e5a-071cbb678e81" providerId="ADAL" clId="{69F87FAE-2DE5-6440-AF7A-8637A46C7192}" dt="2019-09-16T07:56:20.985" v="13" actId="2696"/>
        <pc:sldMkLst>
          <pc:docMk/>
          <pc:sldMk cId="2776379892" sldId="495"/>
        </pc:sldMkLst>
      </pc:sldChg>
      <pc:sldChg chg="del">
        <pc:chgData name="Chuck jee Chau (CSD)" userId="7aa7a09e-983f-4214-9e5a-071cbb678e81" providerId="ADAL" clId="{69F87FAE-2DE5-6440-AF7A-8637A46C7192}" dt="2019-09-16T07:56:20.950" v="7" actId="2696"/>
        <pc:sldMkLst>
          <pc:docMk/>
          <pc:sldMk cId="2098489069" sldId="496"/>
        </pc:sldMkLst>
      </pc:sldChg>
      <pc:sldChg chg="del">
        <pc:chgData name="Chuck jee Chau (CSD)" userId="7aa7a09e-983f-4214-9e5a-071cbb678e81" providerId="ADAL" clId="{69F87FAE-2DE5-6440-AF7A-8637A46C7192}" dt="2019-09-16T07:56:20.942" v="2" actId="2696"/>
        <pc:sldMkLst>
          <pc:docMk/>
          <pc:sldMk cId="3515398174" sldId="497"/>
        </pc:sldMkLst>
      </pc:sldChg>
      <pc:sldChg chg="del">
        <pc:chgData name="Chuck jee Chau (CSD)" userId="7aa7a09e-983f-4214-9e5a-071cbb678e81" providerId="ADAL" clId="{69F87FAE-2DE5-6440-AF7A-8637A46C7192}" dt="2019-09-16T07:56:20.947" v="5" actId="2696"/>
        <pc:sldMkLst>
          <pc:docMk/>
          <pc:sldMk cId="3603862385" sldId="498"/>
        </pc:sldMkLst>
      </pc:sldChg>
      <pc:sldChg chg="del">
        <pc:chgData name="Chuck jee Chau (CSD)" userId="7aa7a09e-983f-4214-9e5a-071cbb678e81" providerId="ADAL" clId="{69F87FAE-2DE5-6440-AF7A-8637A46C7192}" dt="2019-09-16T07:56:20.944" v="3" actId="2696"/>
        <pc:sldMkLst>
          <pc:docMk/>
          <pc:sldMk cId="91740640" sldId="499"/>
        </pc:sldMkLst>
      </pc:sldChg>
      <pc:sldChg chg="del">
        <pc:chgData name="Chuck jee Chau (CSD)" userId="7aa7a09e-983f-4214-9e5a-071cbb678e81" providerId="ADAL" clId="{69F87FAE-2DE5-6440-AF7A-8637A46C7192}" dt="2019-09-16T07:56:20.949" v="6" actId="2696"/>
        <pc:sldMkLst>
          <pc:docMk/>
          <pc:sldMk cId="3810681956" sldId="502"/>
        </pc:sldMkLst>
      </pc:sldChg>
      <pc:sldChg chg="del">
        <pc:chgData name="Chuck jee Chau (CSD)" userId="7aa7a09e-983f-4214-9e5a-071cbb678e81" providerId="ADAL" clId="{69F87FAE-2DE5-6440-AF7A-8637A46C7192}" dt="2019-09-16T07:56:20.946" v="4" actId="2696"/>
        <pc:sldMkLst>
          <pc:docMk/>
          <pc:sldMk cId="382749099" sldId="50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2023-02-03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2023-02-03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8" name="Shape 3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65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016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20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821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ctrTitle"/>
          </p:nvPr>
        </p:nvSpPr>
        <p:spPr>
          <a:xfrm>
            <a:off x="381000" y="2130426"/>
            <a:ext cx="8381999" cy="267017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sz="4800" b="1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800" b="1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baseline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Debugging</a:t>
            </a:r>
            <a:endParaRPr lang="en-US" sz="4800" b="1" i="0" u="none" strike="noStrike" cap="none" baseline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872145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70338" y="76200"/>
            <a:ext cx="8229600" cy="838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en-US" sz="4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70338" y="1066800"/>
            <a:ext cx="8932984" cy="51053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640"/>
              </a:spcBef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of Errors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1" indent="-342900">
              <a:spcBef>
                <a:spcPts val="640"/>
              </a:spcBef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Compilation/Syntax errors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1" indent="-342900">
              <a:spcBef>
                <a:spcPts val="640"/>
              </a:spcBef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Run-Time errors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1" indent="-342900">
              <a:spcBef>
                <a:spcPts val="640"/>
              </a:spcBef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-US" sz="28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 errors</a:t>
            </a:r>
            <a:endParaRPr lang="en-US" sz="2800" b="0" i="0" u="none" strike="noStrike" cap="none" baseline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40"/>
              </a:spcBef>
              <a:buClr>
                <a:schemeClr val="dk1"/>
              </a:buClr>
              <a:buSzPct val="100000"/>
              <a:buFont typeface="Calibri"/>
              <a:buChar char="•"/>
            </a:pP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40"/>
              </a:spcBef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-US" sz="3200" b="0" i="0" u="none" strike="noStrike" cap="none" baseline="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Debugging techniques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locate logical errors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40"/>
              </a:spcBef>
              <a:buClr>
                <a:schemeClr val="dk1"/>
              </a:buClr>
              <a:buSzPct val="100000"/>
              <a:buFont typeface="Calibri"/>
              <a:buChar char="•"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Shape 42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C0BD760-526C-FF49-944D-DD55D45EDE42}"/>
              </a:ext>
            </a:extLst>
          </p:cNvPr>
          <p:cNvSpPr txBox="1">
            <a:spLocks/>
          </p:cNvSpPr>
          <p:nvPr/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2866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Errors – Syntax 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1295400"/>
          </a:xfrm>
        </p:spPr>
        <p:txBody>
          <a:bodyPr>
            <a:normAutofit fontScale="85000" lnSpcReduction="10000"/>
          </a:bodyPr>
          <a:lstStyle/>
          <a:p>
            <a:r>
              <a:rPr lang="en-US" sz="2800" dirty="0" smtClean="0"/>
              <a:t>Type 1. </a:t>
            </a:r>
            <a:r>
              <a:rPr lang="en-US" sz="2800" b="1" dirty="0" smtClean="0">
                <a:solidFill>
                  <a:srgbClr val="C00000"/>
                </a:solidFill>
              </a:rPr>
              <a:t>Compilation/Syntax Errors</a:t>
            </a:r>
            <a:endParaRPr lang="en-US" sz="2800" dirty="0"/>
          </a:p>
          <a:p>
            <a:pPr lvl="1"/>
            <a:r>
              <a:rPr lang="en-US" sz="2400" dirty="0" smtClean="0"/>
              <a:t>The errors that are detected during the compilation of the program</a:t>
            </a:r>
            <a:endParaRPr lang="en-US" sz="2400" dirty="0"/>
          </a:p>
          <a:p>
            <a:pPr lvl="1"/>
            <a:r>
              <a:rPr lang="en-US" sz="2400" dirty="0" smtClean="0"/>
              <a:t>Code::Blocks and other C environments can usually highlight these errors</a:t>
            </a:r>
            <a:endParaRPr lang="en-US" sz="2400" dirty="0"/>
          </a:p>
          <a:p>
            <a:endParaRPr lang="en-US" sz="1400" dirty="0"/>
          </a:p>
        </p:txBody>
      </p:sp>
      <p:sp>
        <p:nvSpPr>
          <p:cNvPr id="5" name="Rectangle 4"/>
          <p:cNvSpPr/>
          <p:nvPr/>
        </p:nvSpPr>
        <p:spPr>
          <a:xfrm>
            <a:off x="304800" y="5410200"/>
            <a:ext cx="5410200" cy="707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Note</a:t>
            </a:r>
            <a:r>
              <a:rPr lang="en-US" sz="2000" dirty="0" smtClean="0"/>
              <a:t>: Sometimes the errors may appear before the indicated line</a:t>
            </a:r>
            <a:r>
              <a:rPr lang="en-US" sz="2000" dirty="0"/>
              <a:t>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97187759-3738-3946-9A56-1481E4D78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4" name="Picture 5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6D3575B-082F-4566-985E-65590A45C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385" y="2208486"/>
            <a:ext cx="4024890" cy="24092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4800" y="4603585"/>
            <a:ext cx="4724400" cy="707886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spcBef>
                <a:spcPct val="0"/>
              </a:spcBef>
              <a:buFontTx/>
              <a:buNone/>
              <a:defRPr kumimoji="1" sz="2400">
                <a:ea typeface="新細明體" pitchFamily="18" charset="-120"/>
                <a:cs typeface="Times New Roman" pitchFamily="18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4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0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•"/>
            </a:lvl4pPr>
            <a:lvl5pPr marL="2057400" indent="-228600">
              <a:spcBef>
                <a:spcPct val="20000"/>
              </a:spcBef>
              <a:buFont typeface="Arial" pitchFamily="34" charset="0"/>
              <a:buChar char="•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sz="2000" dirty="0" smtClean="0"/>
              <a:t>Move your mouse cursor over the squiggly lines to get more info about the error</a:t>
            </a:r>
            <a:r>
              <a:rPr lang="en-US" sz="2000" dirty="0"/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25C35A7F-2075-4CFC-9D61-FAA890391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136" y="3036707"/>
            <a:ext cx="3709250" cy="227670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Type 1. </a:t>
            </a:r>
            <a:r>
              <a:rPr lang="en-US" b="1" dirty="0" smtClean="0">
                <a:solidFill>
                  <a:srgbClr val="C00000"/>
                </a:solidFill>
              </a:rPr>
              <a:t>Compilation/Syntax Errors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Common syntax errors</a:t>
            </a:r>
            <a:r>
              <a:rPr lang="en-US" dirty="0"/>
              <a:t>:</a:t>
            </a:r>
          </a:p>
          <a:p>
            <a:pPr lvl="1"/>
            <a:r>
              <a:rPr lang="en-US" dirty="0" smtClean="0"/>
              <a:t>Duplicated variable names</a:t>
            </a:r>
            <a:endParaRPr lang="en-US" dirty="0"/>
          </a:p>
          <a:p>
            <a:pPr lvl="1"/>
            <a:r>
              <a:rPr lang="en-US" dirty="0" smtClean="0"/>
              <a:t>Missing semi-colons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Consolas" pitchFamily="49" charset="0"/>
              </a:rPr>
              <a:t>;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Consolas" pitchFamily="49" charset="0"/>
            </a:endParaRPr>
          </a:p>
          <a:p>
            <a:pPr lvl="1"/>
            <a:r>
              <a:rPr lang="en-US" dirty="0" smtClean="0"/>
              <a:t>Mismatched braces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Consolas" pitchFamily="49" charset="0"/>
              </a:rPr>
              <a:t>{ }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Consolas" pitchFamily="49" charset="0"/>
            </a:endParaRPr>
          </a:p>
          <a:p>
            <a:pPr lvl="1"/>
            <a:r>
              <a:rPr lang="en-US" dirty="0" smtClean="0"/>
              <a:t>Mismatched quotes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Consolas" pitchFamily="49" charset="0"/>
              </a:rPr>
              <a:t> ""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Consolas" pitchFamily="49" charset="0"/>
            </a:endParaRPr>
          </a:p>
          <a:p>
            <a:pPr lvl="2"/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Consolas" pitchFamily="49" charset="0"/>
              </a:rPr>
              <a:t>…("…)"…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Consolas" pitchFamily="49" charset="0"/>
            </a:endParaRPr>
          </a:p>
          <a:p>
            <a:pPr lvl="2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nsolas" pitchFamily="49" charset="0"/>
              </a:rPr>
              <a:t>…('…")…</a:t>
            </a:r>
          </a:p>
          <a:p>
            <a:pPr lvl="2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nsolas" pitchFamily="49" charset="0"/>
              </a:rPr>
              <a:t>…("…,"…)…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Errors – Syntax Errors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4415136" y="3989070"/>
            <a:ext cx="156864" cy="1040130"/>
          </a:xfrm>
          <a:prstGeom prst="straightConnector1">
            <a:avLst/>
          </a:prstGeom>
          <a:ln w="571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876800" y="5220730"/>
            <a:ext cx="3200400" cy="369332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 indent="0">
              <a:spcBef>
                <a:spcPct val="0"/>
              </a:spcBef>
              <a:buFontTx/>
              <a:buNone/>
              <a:defRPr kumimoji="1" sz="2000">
                <a:ea typeface="新細明體" pitchFamily="18" charset="-120"/>
                <a:cs typeface="Times New Roman" pitchFamily="18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4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0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•"/>
            </a:lvl4pPr>
            <a:lvl5pPr marL="2057400" indent="-228600">
              <a:spcBef>
                <a:spcPct val="20000"/>
              </a:spcBef>
              <a:buFont typeface="Arial" pitchFamily="34" charset="0"/>
              <a:buChar char="•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 smtClean="0"/>
              <a:t>This is called a dangling brace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Type 2. </a:t>
            </a:r>
            <a:r>
              <a:rPr lang="en-US" b="1" dirty="0" smtClean="0">
                <a:solidFill>
                  <a:srgbClr val="C00000"/>
                </a:solidFill>
              </a:rPr>
              <a:t>Run-Time Errors</a:t>
            </a:r>
            <a:endParaRPr lang="en-US" dirty="0"/>
          </a:p>
          <a:p>
            <a:pPr lvl="1"/>
            <a:r>
              <a:rPr lang="en-US" dirty="0" smtClean="0"/>
              <a:t>The errors occur while the program is running and cause the program to crash</a:t>
            </a:r>
            <a:r>
              <a:rPr lang="en-US" dirty="0"/>
              <a:t>.</a:t>
            </a:r>
          </a:p>
          <a:p>
            <a:r>
              <a:rPr lang="en-US" dirty="0" smtClean="0"/>
              <a:t>Common run-time errors</a:t>
            </a:r>
            <a:r>
              <a:rPr lang="en-US" dirty="0"/>
              <a:t>:</a:t>
            </a:r>
          </a:p>
          <a:p>
            <a:pPr lvl="1"/>
            <a:r>
              <a:rPr lang="en-US" dirty="0" smtClean="0"/>
              <a:t>Division by zero</a:t>
            </a:r>
            <a:endParaRPr lang="en-US" dirty="0"/>
          </a:p>
          <a:p>
            <a:pPr lvl="1"/>
            <a:r>
              <a:rPr lang="en-US" dirty="0" smtClean="0"/>
              <a:t>Array index out of bound</a:t>
            </a:r>
            <a:endParaRPr lang="en-US" dirty="0"/>
          </a:p>
          <a:p>
            <a:pPr lvl="2"/>
            <a:r>
              <a:rPr lang="en-US" altLang="zh-TW" sz="2000" dirty="0" smtClean="0">
                <a:ea typeface="新細明體" pitchFamily="18" charset="-120"/>
              </a:rPr>
              <a:t>The consequence of the a</a:t>
            </a:r>
            <a:r>
              <a:rPr lang="en-US" sz="2000" dirty="0" smtClean="0"/>
              <a:t>rray index out of bound</a:t>
            </a:r>
            <a:r>
              <a:rPr lang="en-US" altLang="zh-TW" sz="2000" dirty="0" smtClean="0">
                <a:ea typeface="新細明體" pitchFamily="18" charset="-120"/>
              </a:rPr>
              <a:t> error is unpredictable</a:t>
            </a:r>
            <a:r>
              <a:rPr lang="en-US" altLang="zh-TW" sz="2000" dirty="0">
                <a:ea typeface="新細明體" pitchFamily="18" charset="-120"/>
              </a:rPr>
              <a:t>;</a:t>
            </a:r>
          </a:p>
          <a:p>
            <a:pPr lvl="2"/>
            <a:r>
              <a:rPr lang="en-US" altLang="zh-TW" sz="2000" dirty="0" smtClean="0">
                <a:ea typeface="新細明體" pitchFamily="18" charset="-120"/>
              </a:rPr>
              <a:t>The program may crash (run-time errors), or</a:t>
            </a:r>
            <a:endParaRPr lang="en-US" altLang="zh-TW" sz="2000" dirty="0">
              <a:ea typeface="新細明體" pitchFamily="18" charset="-120"/>
            </a:endParaRPr>
          </a:p>
          <a:p>
            <a:pPr lvl="2"/>
            <a:r>
              <a:rPr lang="en-US" altLang="zh-TW" sz="2000" dirty="0" smtClean="0">
                <a:ea typeface="新細明體" pitchFamily="18" charset="-120"/>
              </a:rPr>
              <a:t>Some variables may get modified unknowingly (the program does not crash). </a:t>
            </a:r>
            <a:endParaRPr lang="en-US" altLang="zh-TW" sz="2000" dirty="0">
              <a:ea typeface="新細明體" pitchFamily="18" charset="-12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Errors – Run-time Errors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5105400" y="2133600"/>
            <a:ext cx="34544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1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2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3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05400" y="2133600"/>
            <a:ext cx="3810000" cy="1200329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612000">
            <a:spAutoFit/>
          </a:bodyPr>
          <a:lstStyle/>
          <a:p>
            <a:r>
              <a:rPr lang="pt-BR" altLang="zh-TW" b="1" dirty="0" smtClean="0">
                <a:solidFill>
                  <a:srgbClr val="0070C0"/>
                </a:solidFill>
                <a:latin typeface="Consolas" pitchFamily="49" charset="0"/>
                <a:ea typeface="MS Gothic" pitchFamily="49" charset="-128"/>
              </a:rPr>
              <a:t>int</a:t>
            </a:r>
            <a:r>
              <a:rPr lang="pt-BR" altLang="zh-TW" b="1" dirty="0" smtClean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 a, b</a:t>
            </a:r>
            <a:r>
              <a:rPr lang="pt-BR" altLang="zh-TW" b="1" dirty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;</a:t>
            </a:r>
          </a:p>
          <a:p>
            <a:r>
              <a:rPr lang="pt-BR" altLang="zh-TW" b="1" dirty="0" smtClean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a = 3</a:t>
            </a:r>
            <a:r>
              <a:rPr lang="pt-BR" altLang="zh-TW" b="1" dirty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;</a:t>
            </a:r>
          </a:p>
          <a:p>
            <a:r>
              <a:rPr lang="pt-BR" altLang="zh-TW" b="1" dirty="0" smtClean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b = 0</a:t>
            </a:r>
            <a:r>
              <a:rPr lang="pt-BR" altLang="zh-TW" b="1" dirty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;</a:t>
            </a:r>
          </a:p>
          <a:p>
            <a:r>
              <a:rPr lang="pt-BR" altLang="zh-TW" b="1" dirty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printf("%d\n</a:t>
            </a:r>
            <a:r>
              <a:rPr lang="pt-BR" altLang="zh-TW" b="1" dirty="0" smtClean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", a / b</a:t>
            </a:r>
            <a:r>
              <a:rPr lang="pt-BR" altLang="zh-TW" b="1" dirty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);</a:t>
            </a:r>
            <a:endParaRPr lang="en-US" altLang="zh-TW" b="1" dirty="0">
              <a:solidFill>
                <a:schemeClr val="tx1"/>
              </a:solidFill>
              <a:latin typeface="Consolas" pitchFamily="49" charset="0"/>
              <a:ea typeface="MS Gothic" pitchFamily="49" charset="-128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4267200" y="5257800"/>
            <a:ext cx="34544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1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2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7200" y="5257800"/>
            <a:ext cx="4648200" cy="923330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612000">
            <a:spAutoFit/>
          </a:bodyPr>
          <a:lstStyle/>
          <a:p>
            <a:r>
              <a:rPr lang="pt-BR" altLang="zh-TW" b="1" dirty="0" smtClean="0">
                <a:solidFill>
                  <a:srgbClr val="0070C0"/>
                </a:solidFill>
                <a:latin typeface="Consolas" pitchFamily="49" charset="0"/>
                <a:ea typeface="MS Gothic" pitchFamily="49" charset="-128"/>
              </a:rPr>
              <a:t>int</a:t>
            </a:r>
            <a:r>
              <a:rPr lang="pt-BR" altLang="zh-TW" b="1" dirty="0" smtClean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 array[10] = { 0 };</a:t>
            </a:r>
            <a:endParaRPr lang="pt-BR" altLang="zh-TW" b="1" dirty="0">
              <a:solidFill>
                <a:schemeClr val="tx1"/>
              </a:solidFill>
              <a:latin typeface="Consolas" pitchFamily="49" charset="0"/>
              <a:ea typeface="MS Gothic" pitchFamily="49" charset="-128"/>
            </a:endParaRPr>
          </a:p>
          <a:p>
            <a:r>
              <a:rPr lang="pt-BR" altLang="zh-TW" b="1" dirty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array[10</a:t>
            </a:r>
            <a:r>
              <a:rPr lang="pt-BR" altLang="zh-TW" b="1" dirty="0" smtClean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] = 50</a:t>
            </a:r>
            <a:r>
              <a:rPr lang="pt-BR" altLang="zh-TW" b="1" dirty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;</a:t>
            </a:r>
          </a:p>
          <a:p>
            <a:r>
              <a:rPr lang="pt-BR" altLang="zh-TW" b="1" dirty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printf("%d\n</a:t>
            </a:r>
            <a:r>
              <a:rPr lang="pt-BR" altLang="zh-TW" b="1" dirty="0" smtClean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", array[1000</a:t>
            </a:r>
            <a:r>
              <a:rPr lang="pt-BR" altLang="zh-TW" b="1" dirty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]);</a:t>
            </a:r>
            <a:endParaRPr lang="en-US" altLang="zh-TW" b="1" dirty="0">
              <a:solidFill>
                <a:schemeClr val="tx1"/>
              </a:solidFill>
              <a:latin typeface="Consolas" pitchFamily="49" charset="0"/>
              <a:ea typeface="MS Gothic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1869973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Errors – Logical 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Type 3. </a:t>
            </a:r>
            <a:r>
              <a:rPr lang="en-US" b="1" dirty="0" smtClean="0">
                <a:solidFill>
                  <a:srgbClr val="C00000"/>
                </a:solidFill>
              </a:rPr>
              <a:t>Logical Errors</a:t>
            </a:r>
            <a:r>
              <a:rPr lang="en-US" dirty="0" smtClean="0"/>
              <a:t>: the result is unexpected</a:t>
            </a:r>
            <a:r>
              <a:rPr lang="en-US" dirty="0"/>
              <a:t>!</a:t>
            </a:r>
          </a:p>
          <a:p>
            <a:pPr lvl="1"/>
            <a:r>
              <a:rPr lang="en-US" dirty="0" smtClean="0"/>
              <a:t>Not syntax errors or run-time errors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i.e</a:t>
            </a:r>
            <a:r>
              <a:rPr lang="en-US" dirty="0" smtClean="0"/>
              <a:t>., the program can be compiled and executed successfully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But</a:t>
            </a:r>
            <a:r>
              <a:rPr lang="en-US" dirty="0" smtClean="0"/>
              <a:t>, the program </a:t>
            </a:r>
            <a:r>
              <a:rPr lang="en-US" b="1" i="1" dirty="0" smtClean="0"/>
              <a:t>logic</a:t>
            </a:r>
            <a:r>
              <a:rPr lang="en-US" dirty="0" smtClean="0"/>
              <a:t> is wrong</a:t>
            </a:r>
            <a:r>
              <a:rPr lang="en-US" dirty="0"/>
              <a:t>.</a:t>
            </a:r>
          </a:p>
          <a:p>
            <a:r>
              <a:rPr lang="en-US" dirty="0" smtClean="0"/>
              <a:t>Source of errors: (</a:t>
            </a:r>
            <a:r>
              <a:rPr lang="en-US" dirty="0"/>
              <a:t>1</a:t>
            </a:r>
            <a:r>
              <a:rPr lang="en-US" dirty="0" smtClean="0"/>
              <a:t>) </a:t>
            </a:r>
            <a:r>
              <a:rPr lang="en-US" b="1" dirty="0" smtClean="0">
                <a:solidFill>
                  <a:srgbClr val="C00000"/>
                </a:solidFill>
              </a:rPr>
              <a:t>Typo</a:t>
            </a:r>
            <a:r>
              <a:rPr lang="en-US" dirty="0"/>
              <a:t>.</a:t>
            </a:r>
          </a:p>
          <a:p>
            <a:pPr lvl="1"/>
            <a:r>
              <a:rPr lang="en-US" dirty="0" smtClean="0"/>
              <a:t>Valid C statement, but wrong meaning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086600" y="4063425"/>
            <a:ext cx="1916723" cy="107721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Using </a:t>
            </a:r>
            <a:r>
              <a:rPr lang="en-US" sz="16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%d</a:t>
            </a:r>
            <a:r>
              <a:rPr lang="en-US" sz="1600" dirty="0" smtClean="0"/>
              <a:t> instead of </a:t>
            </a:r>
            <a:r>
              <a:rPr lang="en-US" sz="16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%lf</a:t>
            </a:r>
            <a:r>
              <a:rPr lang="en-US" sz="1600" dirty="0" smtClean="0">
                <a:cs typeface="Consolas" panose="020B0609020204030204" pitchFamily="49" charset="0"/>
              </a:rPr>
              <a:t> </a:t>
            </a:r>
            <a:r>
              <a:rPr lang="en-US" sz="1600" dirty="0" smtClean="0"/>
              <a:t>when the variable is of type </a:t>
            </a:r>
            <a:r>
              <a:rPr lang="en-US" sz="16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2807109" y="4505236"/>
            <a:ext cx="34544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1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2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3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07109" y="4505236"/>
            <a:ext cx="3810000" cy="1200329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612000">
            <a:spAutoFit/>
          </a:bodyPr>
          <a:lstStyle/>
          <a:p>
            <a:r>
              <a:rPr lang="pt-BR" altLang="zh-TW" b="1" dirty="0" smtClean="0">
                <a:solidFill>
                  <a:srgbClr val="0070C0"/>
                </a:solidFill>
                <a:latin typeface="Consolas" pitchFamily="49" charset="0"/>
                <a:ea typeface="MS Gothic" pitchFamily="49" charset="-128"/>
              </a:rPr>
              <a:t>double</a:t>
            </a:r>
            <a:r>
              <a:rPr lang="pt-BR" altLang="zh-TW" b="1" dirty="0" smtClean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 a</a:t>
            </a:r>
            <a:r>
              <a:rPr lang="pt-BR" altLang="zh-TW" b="1" dirty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;</a:t>
            </a:r>
          </a:p>
          <a:p>
            <a:r>
              <a:rPr lang="pt-BR" altLang="zh-TW" b="1" dirty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scanf("%d</a:t>
            </a:r>
            <a:r>
              <a:rPr lang="pt-BR" altLang="zh-TW" b="1" dirty="0" smtClean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", &amp;</a:t>
            </a:r>
            <a:r>
              <a:rPr lang="pt-BR" altLang="zh-TW" b="1" dirty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a);</a:t>
            </a:r>
          </a:p>
          <a:p>
            <a:r>
              <a:rPr lang="pt-BR" altLang="zh-TW" b="1" dirty="0" smtClean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if (a = 1</a:t>
            </a:r>
            <a:r>
              <a:rPr lang="pt-BR" altLang="zh-TW" b="1" dirty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)</a:t>
            </a:r>
          </a:p>
          <a:p>
            <a:r>
              <a:rPr lang="pt-BR" altLang="zh-TW" b="1" dirty="0" smtClean="0">
                <a:solidFill>
                  <a:schemeClr val="tx1"/>
                </a:solidFill>
                <a:latin typeface="Consolas" pitchFamily="49" charset="0"/>
                <a:ea typeface="MS Gothic" pitchFamily="49" charset="-128"/>
              </a:rPr>
              <a:t>  ...</a:t>
            </a:r>
            <a:endParaRPr lang="pt-BR" altLang="zh-TW" b="1" dirty="0">
              <a:solidFill>
                <a:schemeClr val="tx1"/>
              </a:solidFill>
              <a:latin typeface="Consolas" pitchFamily="49" charset="0"/>
              <a:ea typeface="MS Gothic" pitchFamily="49" charset="-128"/>
            </a:endParaRPr>
          </a:p>
        </p:txBody>
      </p:sp>
      <p:cxnSp>
        <p:nvCxnSpPr>
          <p:cNvPr id="14" name="Straight Arrow Connector 13"/>
          <p:cNvCxnSpPr>
            <a:stCxn id="15" idx="1"/>
          </p:cNvCxnSpPr>
          <p:nvPr/>
        </p:nvCxnSpPr>
        <p:spPr>
          <a:xfrm flipH="1">
            <a:off x="4800600" y="4602034"/>
            <a:ext cx="2286000" cy="230318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4953000" y="5264006"/>
            <a:ext cx="1981200" cy="298594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52264" y="5280627"/>
            <a:ext cx="1916723" cy="83099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Using </a:t>
            </a:r>
            <a:r>
              <a:rPr lang="en-US" sz="16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600" dirty="0" smtClean="0"/>
              <a:t> instead of </a:t>
            </a:r>
            <a:r>
              <a:rPr lang="en-US" sz="16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US" sz="1600" dirty="0" smtClean="0">
                <a:cs typeface="Consolas" panose="020B0609020204030204" pitchFamily="49" charset="0"/>
              </a:rPr>
              <a:t> </a:t>
            </a:r>
            <a:r>
              <a:rPr lang="en-US" sz="1600" dirty="0" smtClean="0"/>
              <a:t>when checking for equality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Errors – Logical 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Source of errors: (</a:t>
            </a:r>
            <a:r>
              <a:rPr lang="en-US" dirty="0"/>
              <a:t>2</a:t>
            </a:r>
            <a:r>
              <a:rPr lang="en-US" dirty="0" smtClean="0"/>
              <a:t>) </a:t>
            </a:r>
            <a:r>
              <a:rPr lang="en-US" b="1" dirty="0" smtClean="0">
                <a:solidFill>
                  <a:srgbClr val="C00000"/>
                </a:solidFill>
              </a:rPr>
              <a:t>Incorrect program logic</a:t>
            </a:r>
            <a:r>
              <a:rPr lang="en-US" dirty="0"/>
              <a:t>.</a:t>
            </a:r>
          </a:p>
          <a:p>
            <a:pPr lvl="1"/>
            <a:r>
              <a:rPr lang="en-US" dirty="0" smtClean="0"/>
              <a:t>This is the most frustrating moment</a:t>
            </a:r>
            <a:r>
              <a:rPr lang="en-US" dirty="0"/>
              <a:t>!</a:t>
            </a:r>
          </a:p>
          <a:p>
            <a:pPr lvl="1"/>
            <a:r>
              <a:rPr lang="en-US" dirty="0" smtClean="0"/>
              <a:t>Because we usually spend </a:t>
            </a:r>
            <a:r>
              <a:rPr lang="en-US" b="1" dirty="0" smtClean="0">
                <a:solidFill>
                  <a:srgbClr val="C00000"/>
                </a:solidFill>
              </a:rPr>
              <a:t>most of the programming time</a:t>
            </a:r>
            <a:r>
              <a:rPr lang="en-US" dirty="0" smtClean="0"/>
              <a:t> in discovering where the error is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smtClean="0"/>
              <a:t>Don’t give up yet! </a:t>
            </a:r>
            <a:endParaRPr lang="en-US" dirty="0"/>
          </a:p>
          <a:p>
            <a:pPr lvl="1"/>
            <a:r>
              <a:rPr lang="en-US" dirty="0" smtClean="0"/>
              <a:t>We have systematic ways to locate logical bugs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Locate a Logical Error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1295400"/>
          </a:xfrm>
        </p:spPr>
        <p:txBody>
          <a:bodyPr>
            <a:normAutofit/>
          </a:bodyPr>
          <a:lstStyle/>
          <a:p>
            <a:r>
              <a:rPr lang="en-US" dirty="0" smtClean="0"/>
              <a:t>The output of this program is incorrect. </a:t>
            </a:r>
            <a:endParaRPr lang="en-US" dirty="0"/>
          </a:p>
          <a:p>
            <a:r>
              <a:rPr lang="en-US" dirty="0" smtClean="0"/>
              <a:t>How should we approach to find the bug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609600" y="2514600"/>
            <a:ext cx="533400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1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2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3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4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5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6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7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8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9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101112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514600"/>
            <a:ext cx="8001000" cy="3416320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612000">
            <a:spAutoFit/>
          </a:bodyPr>
          <a:lstStyle/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A program to convert temperature in degree Fahrenheit </a:t>
            </a:r>
            <a:endParaRPr lang="en-US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to equivalent degrees in Celsius and Kelvin</a:t>
            </a:r>
            <a:r>
              <a:rPr lang="en-US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 F, C, K; </a:t>
            </a:r>
            <a:r>
              <a:rPr lang="en-US" b="1" dirty="0" smtClean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Fahrenheit, Celsius, Kelvin</a:t>
            </a:r>
            <a:endParaRPr lang="en-US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err="1">
                <a:latin typeface="Consolas"/>
                <a:ea typeface="Consolas"/>
                <a:cs typeface="Consolas"/>
                <a:sym typeface="Consolas"/>
              </a:rPr>
              <a:t>scanf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("%lf</a:t>
            </a: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", &amp;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F);</a:t>
            </a: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C = 5 / 9 * (F - 32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K = C + 273.15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("%.</a:t>
            </a: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2fF = %.2fC = %.2fK\n", F, C, K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23599C-C812-864F-8DB3-23C81BC10B06}"/>
              </a:ext>
            </a:extLst>
          </p:cNvPr>
          <p:cNvSpPr txBox="1"/>
          <p:nvPr/>
        </p:nvSpPr>
        <p:spPr>
          <a:xfrm>
            <a:off x="6931603" y="3834825"/>
            <a:ext cx="1755197" cy="1499175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spcBef>
                <a:spcPct val="0"/>
              </a:spcBef>
              <a:buFontTx/>
              <a:buNone/>
              <a:defRPr kumimoji="1" sz="2400">
                <a:ea typeface="新細明體" pitchFamily="18" charset="-120"/>
                <a:cs typeface="Times New Roman" pitchFamily="18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4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0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•"/>
            </a:lvl4pPr>
            <a:lvl5pPr marL="2057400" indent="-228600">
              <a:spcBef>
                <a:spcPct val="20000"/>
              </a:spcBef>
              <a:buFont typeface="Arial" pitchFamily="34" charset="0"/>
              <a:buChar char="•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GB" sz="1800" i="1" dirty="0" smtClean="0"/>
              <a:t>The first bug in computer history</a:t>
            </a:r>
            <a:endParaRPr lang="en-GB" sz="18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8A2D16-FBAE-0F44-93BF-CEF17F5010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201" r="30235"/>
          <a:stretch/>
        </p:blipFill>
        <p:spPr>
          <a:xfrm>
            <a:off x="7072280" y="4451449"/>
            <a:ext cx="1489276" cy="80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46447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609600" y="2514600"/>
            <a:ext cx="533400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1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2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3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4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5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6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7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8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9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101112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2514600"/>
            <a:ext cx="8001000" cy="3416320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612000">
            <a:spAutoFit/>
          </a:bodyPr>
          <a:lstStyle/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A program to convert temperature in degree Fahrenheit </a:t>
            </a:r>
            <a:endParaRPr lang="en-US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to equivalent degrees in Celsius and Kelvin</a:t>
            </a:r>
            <a:r>
              <a:rPr lang="en-US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 F, C, K; </a:t>
            </a:r>
            <a:r>
              <a:rPr lang="en-US" b="1" dirty="0" smtClean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Fahrenheit, Celsius, Kelvin</a:t>
            </a:r>
            <a:endParaRPr lang="en-US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err="1">
                <a:latin typeface="Consolas"/>
                <a:ea typeface="Consolas"/>
                <a:cs typeface="Consolas"/>
                <a:sym typeface="Consolas"/>
              </a:rPr>
              <a:t>scanf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("%lf</a:t>
            </a: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", &amp;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F);</a:t>
            </a: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C = 5 / 9 * (F - 32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K = C + 273.15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("%.</a:t>
            </a: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2fF = %.2fC = %.2fK\n", F, C, K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);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692662" cy="838200"/>
          </a:xfrm>
        </p:spPr>
        <p:txBody>
          <a:bodyPr>
            <a:normAutofit/>
          </a:bodyPr>
          <a:lstStyle/>
          <a:p>
            <a:r>
              <a:rPr lang="en-US" dirty="0" smtClean="0"/>
              <a:t>How to Locate a Logical Error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1295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Every statement computes in the following manners</a:t>
            </a:r>
            <a:endParaRPr lang="en-US" dirty="0"/>
          </a:p>
          <a:p>
            <a:pPr lvl="1"/>
            <a:r>
              <a:rPr lang="en-US" dirty="0" smtClean="0"/>
              <a:t>Base its computation on the value of some variable(s</a:t>
            </a:r>
            <a:r>
              <a:rPr lang="en-US" dirty="0"/>
              <a:t>)</a:t>
            </a:r>
          </a:p>
          <a:p>
            <a:pPr lvl="1"/>
            <a:r>
              <a:rPr lang="en-US" dirty="0" smtClean="0"/>
              <a:t>Update the value of some variable(s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415051" y="4256157"/>
            <a:ext cx="3962401" cy="707886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 indent="0">
              <a:spcBef>
                <a:spcPct val="0"/>
              </a:spcBef>
              <a:buFontTx/>
              <a:buNone/>
              <a:defRPr kumimoji="1" sz="2400">
                <a:ea typeface="新細明體" pitchFamily="18" charset="-120"/>
                <a:cs typeface="Times New Roman" pitchFamily="18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4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0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•"/>
            </a:lvl4pPr>
            <a:lvl5pPr marL="2057400" indent="-228600">
              <a:spcBef>
                <a:spcPct val="20000"/>
              </a:spcBef>
              <a:buFont typeface="Arial" pitchFamily="34" charset="0"/>
              <a:buChar char="•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 smtClean="0"/>
              <a:t>Use the value of </a:t>
            </a:r>
            <a:r>
              <a:rPr lang="en-US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dirty="0" smtClean="0"/>
              <a:t> to compute, and update the value of </a:t>
            </a:r>
            <a:r>
              <a:rPr lang="en-US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/>
              <a:t>.</a:t>
            </a:r>
          </a:p>
        </p:txBody>
      </p:sp>
      <p:cxnSp>
        <p:nvCxnSpPr>
          <p:cNvPr id="9" name="Straight Arrow Connector 8"/>
          <p:cNvCxnSpPr>
            <a:stCxn id="7" idx="1"/>
            <a:endCxn id="11" idx="3"/>
          </p:cNvCxnSpPr>
          <p:nvPr/>
        </p:nvCxnSpPr>
        <p:spPr>
          <a:xfrm flipH="1">
            <a:off x="3886200" y="4610100"/>
            <a:ext cx="528851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142246" y="4419600"/>
            <a:ext cx="2743954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3906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609600" y="2514600"/>
            <a:ext cx="533400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1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2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3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4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5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6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7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8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9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101112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2514600"/>
            <a:ext cx="8001000" cy="3416320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612000">
            <a:spAutoFit/>
          </a:bodyPr>
          <a:lstStyle/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A program to convert temperature in degree Fahrenheit </a:t>
            </a:r>
            <a:endParaRPr lang="en-US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to equivalent degrees in Celsius and Kelvin</a:t>
            </a:r>
            <a:r>
              <a:rPr lang="en-US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 F, C, K; </a:t>
            </a:r>
            <a:r>
              <a:rPr lang="en-US" b="1" dirty="0" smtClean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Fahrenheit, Celsius, Kelvin</a:t>
            </a:r>
            <a:endParaRPr lang="en-US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err="1">
                <a:latin typeface="Consolas"/>
                <a:ea typeface="Consolas"/>
                <a:cs typeface="Consolas"/>
                <a:sym typeface="Consolas"/>
              </a:rPr>
              <a:t>scanf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("%lf</a:t>
            </a: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", &amp;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F);</a:t>
            </a: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C = 5 / 9 * (F - 32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K = C + 273.15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("%.</a:t>
            </a: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2fF = %.2fC = %.2fK\n", F, C, K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);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to Locate a Logical Error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1295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If a variable is assigned a wrongly computed value, subsequent computations will likely produce wrong results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368792" y="3751558"/>
            <a:ext cx="4476939" cy="1658642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spcBef>
                <a:spcPct val="0"/>
              </a:spcBef>
              <a:buFontTx/>
              <a:buNone/>
              <a:defRPr kumimoji="1" sz="2400">
                <a:ea typeface="新細明體" pitchFamily="18" charset="-120"/>
                <a:cs typeface="Times New Roman" pitchFamily="18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•"/>
              <a:defRPr sz="24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0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•"/>
            </a:lvl4pPr>
            <a:lvl5pPr marL="2057400" indent="-228600">
              <a:spcBef>
                <a:spcPct val="20000"/>
              </a:spcBef>
              <a:buFont typeface="Arial" pitchFamily="34" charset="0"/>
              <a:buChar char="•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sz="2000" dirty="0" smtClean="0"/>
              <a:t>If </a:t>
            </a:r>
            <a:r>
              <a:rPr lang="en-US" sz="20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sz="2000" dirty="0" smtClean="0"/>
              <a:t> is assigned a wrong value here, then subsequently the value of </a:t>
            </a:r>
            <a:r>
              <a:rPr lang="en-US" sz="20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sz="2000" dirty="0" smtClean="0"/>
              <a:t> and the output will be affected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 smtClean="0"/>
              <a:t>How do we find out if </a:t>
            </a:r>
            <a:r>
              <a:rPr lang="en-US" sz="20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sz="2000" dirty="0" smtClean="0"/>
              <a:t>'s value is wrong</a:t>
            </a:r>
            <a:r>
              <a:rPr lang="en-US" sz="2000" dirty="0"/>
              <a:t>?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3886199" y="4586276"/>
            <a:ext cx="482593" cy="348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142246" y="4419600"/>
            <a:ext cx="2743954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19400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to Locate a Logical Error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1295400"/>
          </a:xfrm>
        </p:spPr>
        <p:txBody>
          <a:bodyPr>
            <a:normAutofit/>
          </a:bodyPr>
          <a:lstStyle/>
          <a:p>
            <a:r>
              <a:rPr lang="en-US" dirty="0" smtClean="0"/>
              <a:t>Variables usually hold some clues to the bug</a:t>
            </a:r>
            <a:r>
              <a:rPr lang="en-US" dirty="0"/>
              <a:t>.</a:t>
            </a:r>
          </a:p>
          <a:p>
            <a:pPr lvl="1"/>
            <a:r>
              <a:rPr lang="en-US" dirty="0" smtClean="0"/>
              <a:t>One way to inspect variables is to output their values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609600" y="2514600"/>
            <a:ext cx="533400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1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2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3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4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5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6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7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8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9</a:t>
            </a:r>
          </a:p>
          <a:p>
            <a:pPr algn="r"/>
            <a:r>
              <a:rPr lang="en-US" altLang="zh-TW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101112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514600"/>
            <a:ext cx="8001000" cy="3416320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612000">
            <a:spAutoFit/>
          </a:bodyPr>
          <a:lstStyle/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A program to convert temperature in degree Fahrenheit </a:t>
            </a:r>
            <a:endParaRPr lang="en-US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to equivalent degrees in Celsius and Kelvin</a:t>
            </a:r>
            <a:r>
              <a:rPr lang="en-US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 F, C, K; </a:t>
            </a:r>
            <a:r>
              <a:rPr lang="en-US" b="1" dirty="0" smtClean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Fahrenheit, Celsius, Kelvin</a:t>
            </a:r>
            <a:endParaRPr lang="en-US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err="1">
                <a:latin typeface="Consolas"/>
                <a:ea typeface="Consolas"/>
                <a:cs typeface="Consolas"/>
                <a:sym typeface="Consolas"/>
              </a:rPr>
              <a:t>scanf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("%lf</a:t>
            </a: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", &amp;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F);</a:t>
            </a: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C = 5 / 9 * (F - 32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>
              <a:buClr>
                <a:schemeClr val="dk1"/>
              </a:buClr>
              <a:buSzPct val="25000"/>
            </a:pPr>
            <a:r>
              <a:rPr lang="en-US" b="1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("DEBUG</a:t>
            </a: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: C = %.2f\n", C);   </a:t>
            </a:r>
            <a:r>
              <a:rPr lang="en-US" b="1" dirty="0" smtClean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Check C's value</a:t>
            </a:r>
            <a:endParaRPr lang="en-US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K = C + 273.15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("%.</a:t>
            </a: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2fF = %.2fC = %.2fK\n", F, C, K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);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2246" y="4724400"/>
            <a:ext cx="6858754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3917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to Locate a Logical Error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12954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(</a:t>
            </a:r>
            <a:r>
              <a:rPr lang="en-US" dirty="0" smtClean="0"/>
              <a:t>Even better) Use a variable to control whether debug messages should be printed</a:t>
            </a:r>
            <a:endParaRPr lang="en-US" dirty="0"/>
          </a:p>
          <a:p>
            <a:pPr lvl="1"/>
            <a:r>
              <a:rPr lang="en-US" dirty="0" smtClean="0"/>
              <a:t>Can suppress debug messages in final version (</a:t>
            </a:r>
            <a:r>
              <a:rPr lang="en-US" dirty="0"/>
              <a:t>e.g</a:t>
            </a:r>
            <a:r>
              <a:rPr lang="en-US" dirty="0" smtClean="0"/>
              <a:t>., lab submission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609600" y="2183130"/>
            <a:ext cx="533400" cy="397031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1</a:t>
            </a:r>
          </a:p>
          <a:p>
            <a:pPr algn="r"/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2</a:t>
            </a:r>
          </a:p>
          <a:p>
            <a:pPr algn="r"/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3</a:t>
            </a:r>
          </a:p>
          <a:p>
            <a:pPr algn="r"/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4</a:t>
            </a:r>
          </a:p>
          <a:p>
            <a:pPr algn="r"/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5</a:t>
            </a:r>
          </a:p>
          <a:p>
            <a:pPr algn="r"/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6</a:t>
            </a:r>
          </a:p>
          <a:p>
            <a:pPr algn="r"/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7</a:t>
            </a:r>
          </a:p>
          <a:p>
            <a:pPr algn="r"/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8</a:t>
            </a:r>
          </a:p>
          <a:p>
            <a:pPr algn="r"/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9</a:t>
            </a:r>
          </a:p>
          <a:p>
            <a:pPr algn="r"/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101112</a:t>
            </a:r>
          </a:p>
          <a:p>
            <a:pPr algn="r"/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13</a:t>
            </a:r>
          </a:p>
          <a:p>
            <a:pPr algn="r"/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183130"/>
            <a:ext cx="8001000" cy="3970318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612000" tIns="45720" rIns="91440" bIns="45720" anchor="t">
            <a:spAutoFit/>
          </a:bodyPr>
          <a:lstStyle/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A program to convert temperature in degree Fahrenheit </a:t>
            </a:r>
            <a:endParaRPr lang="en-US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to equivalent degrees in Celsius and Kelvin</a:t>
            </a:r>
            <a:r>
              <a:rPr lang="en-US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 F, C, K; </a:t>
            </a:r>
            <a:r>
              <a:rPr lang="en-US" b="1" dirty="0" smtClean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Fahrenheit, Celsius, Kelvin</a:t>
            </a:r>
            <a:endParaRPr lang="en-US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err="1" smtClean="0">
                <a:solidFill>
                  <a:srgbClr val="0070C0"/>
                </a:solidFill>
                <a:latin typeface="Consolas"/>
                <a:cs typeface="Consolas"/>
                <a:sym typeface="Consolas"/>
              </a:rPr>
              <a:t>int</a:t>
            </a:r>
            <a:r>
              <a:rPr lang="en-US" b="1" dirty="0" smtClean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 debug = 1; </a:t>
            </a:r>
            <a:r>
              <a:rPr lang="en-US" b="1" dirty="0" smtClean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Change this to 0 in final version</a:t>
            </a:r>
            <a:endParaRPr lang="en-US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err="1">
                <a:latin typeface="Consolas"/>
                <a:ea typeface="Consolas"/>
                <a:cs typeface="Consolas"/>
                <a:sym typeface="Consolas"/>
              </a:rPr>
              <a:t>scanf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("%lf</a:t>
            </a: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", &amp;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F);</a:t>
            </a: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C = 5 / 9 * (F - 32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solidFill>
                  <a:srgbClr val="0070C0"/>
                </a:solidFill>
                <a:latin typeface="Consolas"/>
                <a:cs typeface="Consolas"/>
                <a:sym typeface="Consolas"/>
              </a:rPr>
              <a:t>if</a:t>
            </a: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debug)</a:t>
            </a:r>
          </a:p>
          <a:p>
            <a:pPr>
              <a:buClr>
                <a:schemeClr val="dk1"/>
              </a:buClr>
              <a:buSzPct val="25000"/>
            </a:pP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b="1" dirty="0" err="1" smtClean="0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("DEBUG</a:t>
            </a: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: C = %.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2f\n</a:t>
            </a: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", C);   </a:t>
            </a:r>
            <a:r>
              <a:rPr lang="en-US" b="1" dirty="0" smtClean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// Check C's value</a:t>
            </a:r>
            <a:endParaRPr lang="en-US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K = C + 273.15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lvl="0">
              <a:buClr>
                <a:schemeClr val="dk1"/>
              </a:buClr>
              <a:buSzPct val="25000"/>
            </a:pPr>
            <a:endParaRPr lang="en-US" b="1" dirty="0"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chemeClr val="dk1"/>
              </a:buClr>
              <a:buSzPct val="25000"/>
            </a:pPr>
            <a:r>
              <a:rPr lang="en-US" b="1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("%.</a:t>
            </a: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2lfF = %.2fC = %.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2fK\n</a:t>
            </a:r>
            <a:r>
              <a:rPr lang="en-US" b="1" dirty="0" smtClean="0">
                <a:latin typeface="Consolas"/>
                <a:ea typeface="Consolas"/>
                <a:cs typeface="Consolas"/>
                <a:sym typeface="Consolas"/>
              </a:rPr>
              <a:t>", F, C, K</a:t>
            </a:r>
            <a:r>
              <a:rPr lang="en-US" b="1" dirty="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lang="en-US" b="1" dirty="0">
              <a:latin typeface="Consolas"/>
              <a:ea typeface="Consolas"/>
              <a:cs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46F194-6C82-6D4E-BD43-71C776854342}"/>
              </a:ext>
            </a:extLst>
          </p:cNvPr>
          <p:cNvSpPr/>
          <p:nvPr/>
        </p:nvSpPr>
        <p:spPr>
          <a:xfrm>
            <a:off x="1142246" y="4685016"/>
            <a:ext cx="7064494" cy="5856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3DFE49-DC38-6D01-8C6D-23B3E25EAA6F}"/>
              </a:ext>
            </a:extLst>
          </p:cNvPr>
          <p:cNvSpPr/>
          <p:nvPr/>
        </p:nvSpPr>
        <p:spPr>
          <a:xfrm>
            <a:off x="1142246" y="3318553"/>
            <a:ext cx="6858754" cy="3287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2449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09EFE-027F-6244-9EB9-6D4226D3D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Narrowing Down the Range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3D728-6B49-A148-8E98-180555938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If you find that you have too many lines of code and not sure where to insert </a:t>
            </a:r>
            <a:r>
              <a:rPr lang="en-GB" b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GB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GB" dirty="0" smtClean="0"/>
              <a:t>, you may comment out later parts of the program first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256EC-DF30-9240-BD11-28F78B39E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C9DC47-4290-594D-9EA3-4512124D97DF}"/>
              </a:ext>
            </a:extLst>
          </p:cNvPr>
          <p:cNvSpPr txBox="1"/>
          <p:nvPr/>
        </p:nvSpPr>
        <p:spPr>
          <a:xfrm>
            <a:off x="139860" y="2766349"/>
            <a:ext cx="2895600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00B050"/>
                </a:solidFill>
              </a:rPr>
              <a:t>// calculations</a:t>
            </a:r>
            <a:r>
              <a:rPr lang="en-GB" dirty="0">
                <a:solidFill>
                  <a:srgbClr val="00B050"/>
                </a:solidFill>
              </a:rPr>
              <a:t>…</a:t>
            </a:r>
          </a:p>
          <a:p>
            <a:r>
              <a:rPr lang="en-GB" dirty="0" smtClean="0">
                <a:solidFill>
                  <a:srgbClr val="00B050"/>
                </a:solidFill>
              </a:rPr>
              <a:t>// output… </a:t>
            </a:r>
            <a:r>
              <a:rPr lang="en-GB" b="1" i="1" dirty="0" smtClean="0">
                <a:solidFill>
                  <a:srgbClr val="00B050"/>
                </a:solidFill>
              </a:rPr>
              <a:t>CHECK HERE</a:t>
            </a:r>
            <a:endParaRPr lang="en-GB" b="1" i="1" dirty="0">
              <a:solidFill>
                <a:srgbClr val="00B050"/>
              </a:solidFill>
            </a:endParaRPr>
          </a:p>
          <a:p>
            <a:endParaRPr lang="en-GB" dirty="0"/>
          </a:p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/*</a:t>
            </a:r>
          </a:p>
          <a:p>
            <a:r>
              <a:rPr lang="en-GB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// some more calculations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</a:p>
          <a:p>
            <a:r>
              <a:rPr lang="en-GB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// some more output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</a:p>
          <a:p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GB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// even more calculations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</a:p>
          <a:p>
            <a:r>
              <a:rPr lang="en-GB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// even more output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</a:p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1190B3-8FEE-C34C-865D-3CE46847D84F}"/>
              </a:ext>
            </a:extLst>
          </p:cNvPr>
          <p:cNvSpPr txBox="1"/>
          <p:nvPr/>
        </p:nvSpPr>
        <p:spPr>
          <a:xfrm>
            <a:off x="3124200" y="3055716"/>
            <a:ext cx="2895600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00B050"/>
                </a:solidFill>
              </a:rPr>
              <a:t>// calculations</a:t>
            </a:r>
            <a:r>
              <a:rPr lang="en-GB" dirty="0">
                <a:solidFill>
                  <a:srgbClr val="00B050"/>
                </a:solidFill>
              </a:rPr>
              <a:t>…</a:t>
            </a:r>
          </a:p>
          <a:p>
            <a:r>
              <a:rPr lang="en-GB" dirty="0" smtClean="0">
                <a:solidFill>
                  <a:srgbClr val="00B050"/>
                </a:solidFill>
              </a:rPr>
              <a:t>// output… </a:t>
            </a:r>
            <a:r>
              <a:rPr lang="en-GB" b="1" dirty="0" smtClean="0">
                <a:solidFill>
                  <a:srgbClr val="00B050"/>
                </a:solidFill>
              </a:rPr>
              <a:t>CHECKED OK</a:t>
            </a:r>
            <a:r>
              <a:rPr lang="en-GB" b="1" dirty="0">
                <a:solidFill>
                  <a:srgbClr val="00B050"/>
                </a:solidFill>
              </a:rPr>
              <a:t>!</a:t>
            </a:r>
          </a:p>
          <a:p>
            <a:endParaRPr lang="en-GB" dirty="0">
              <a:solidFill>
                <a:srgbClr val="00B050"/>
              </a:solidFill>
            </a:endParaRPr>
          </a:p>
          <a:p>
            <a:r>
              <a:rPr lang="en-GB" dirty="0" smtClean="0">
                <a:solidFill>
                  <a:srgbClr val="00B050"/>
                </a:solidFill>
              </a:rPr>
              <a:t>// some more calculations</a:t>
            </a:r>
            <a:r>
              <a:rPr lang="en-GB" dirty="0">
                <a:solidFill>
                  <a:srgbClr val="00B050"/>
                </a:solidFill>
              </a:rPr>
              <a:t>…</a:t>
            </a:r>
          </a:p>
          <a:p>
            <a:r>
              <a:rPr lang="en-GB" dirty="0" smtClean="0">
                <a:solidFill>
                  <a:srgbClr val="00B050"/>
                </a:solidFill>
              </a:rPr>
              <a:t>// some more output… </a:t>
            </a:r>
            <a:endParaRPr lang="en-GB" dirty="0">
              <a:solidFill>
                <a:srgbClr val="00B050"/>
              </a:solidFill>
            </a:endParaRPr>
          </a:p>
          <a:p>
            <a:r>
              <a:rPr lang="en-GB" dirty="0" smtClean="0">
                <a:solidFill>
                  <a:srgbClr val="00B050"/>
                </a:solidFill>
              </a:rPr>
              <a:t>// </a:t>
            </a:r>
            <a:r>
              <a:rPr lang="en-GB" b="1" i="1" dirty="0" smtClean="0">
                <a:solidFill>
                  <a:srgbClr val="00B050"/>
                </a:solidFill>
              </a:rPr>
              <a:t>CHECK HERE</a:t>
            </a:r>
            <a:endParaRPr lang="en-GB" b="1" i="1" dirty="0">
              <a:solidFill>
                <a:srgbClr val="00B050"/>
              </a:solidFill>
            </a:endParaRPr>
          </a:p>
          <a:p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/*</a:t>
            </a:r>
          </a:p>
          <a:p>
            <a:r>
              <a:rPr lang="en-GB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// even more calculations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</a:p>
          <a:p>
            <a:r>
              <a:rPr lang="en-GB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// even more output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</a:p>
          <a:p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B54DFB-0B14-4A41-9CE0-D736D3C960EF}"/>
              </a:ext>
            </a:extLst>
          </p:cNvPr>
          <p:cNvSpPr txBox="1"/>
          <p:nvPr/>
        </p:nvSpPr>
        <p:spPr>
          <a:xfrm>
            <a:off x="6108540" y="2766349"/>
            <a:ext cx="2895600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00B050"/>
                </a:solidFill>
              </a:rPr>
              <a:t>// calculations</a:t>
            </a:r>
            <a:r>
              <a:rPr lang="en-GB" dirty="0">
                <a:solidFill>
                  <a:srgbClr val="00B050"/>
                </a:solidFill>
              </a:rPr>
              <a:t>…</a:t>
            </a:r>
          </a:p>
          <a:p>
            <a:r>
              <a:rPr lang="en-GB" dirty="0" smtClean="0">
                <a:solidFill>
                  <a:srgbClr val="00B050"/>
                </a:solidFill>
              </a:rPr>
              <a:t>// output</a:t>
            </a:r>
            <a:r>
              <a:rPr lang="en-GB" dirty="0">
                <a:solidFill>
                  <a:srgbClr val="00B050"/>
                </a:solidFill>
              </a:rPr>
              <a:t>…</a:t>
            </a:r>
          </a:p>
          <a:p>
            <a:endParaRPr lang="en-GB" dirty="0">
              <a:solidFill>
                <a:srgbClr val="00B050"/>
              </a:solidFill>
            </a:endParaRPr>
          </a:p>
          <a:p>
            <a:r>
              <a:rPr lang="en-GB" dirty="0" smtClean="0">
                <a:solidFill>
                  <a:srgbClr val="00B050"/>
                </a:solidFill>
              </a:rPr>
              <a:t>// some more calculations</a:t>
            </a:r>
            <a:r>
              <a:rPr lang="en-GB" dirty="0">
                <a:solidFill>
                  <a:srgbClr val="00B050"/>
                </a:solidFill>
              </a:rPr>
              <a:t>…</a:t>
            </a:r>
          </a:p>
          <a:p>
            <a:r>
              <a:rPr lang="en-GB" dirty="0" smtClean="0">
                <a:solidFill>
                  <a:srgbClr val="00B050"/>
                </a:solidFill>
              </a:rPr>
              <a:t>// some more output</a:t>
            </a:r>
            <a:r>
              <a:rPr lang="en-GB" dirty="0">
                <a:solidFill>
                  <a:srgbClr val="00B050"/>
                </a:solidFill>
              </a:rPr>
              <a:t>…</a:t>
            </a:r>
          </a:p>
          <a:p>
            <a:r>
              <a:rPr lang="en-GB" dirty="0" smtClean="0">
                <a:solidFill>
                  <a:srgbClr val="00B050"/>
                </a:solidFill>
              </a:rPr>
              <a:t>// </a:t>
            </a:r>
            <a:r>
              <a:rPr lang="en-GB" b="1" dirty="0" smtClean="0">
                <a:solidFill>
                  <a:srgbClr val="00B050"/>
                </a:solidFill>
              </a:rPr>
              <a:t>CHECKED OK</a:t>
            </a:r>
            <a:r>
              <a:rPr lang="en-GB" b="1" dirty="0">
                <a:solidFill>
                  <a:srgbClr val="00B050"/>
                </a:solidFill>
              </a:rPr>
              <a:t>!</a:t>
            </a:r>
          </a:p>
          <a:p>
            <a:endParaRPr lang="en-GB" dirty="0">
              <a:solidFill>
                <a:srgbClr val="00B050"/>
              </a:solidFill>
            </a:endParaRPr>
          </a:p>
          <a:p>
            <a:r>
              <a:rPr lang="en-GB" dirty="0" smtClean="0">
                <a:solidFill>
                  <a:srgbClr val="00B050"/>
                </a:solidFill>
              </a:rPr>
              <a:t>// even more calculations</a:t>
            </a:r>
            <a:r>
              <a:rPr lang="en-GB" dirty="0">
                <a:solidFill>
                  <a:srgbClr val="00B050"/>
                </a:solidFill>
              </a:rPr>
              <a:t>…</a:t>
            </a:r>
          </a:p>
          <a:p>
            <a:r>
              <a:rPr lang="en-GB" dirty="0" smtClean="0">
                <a:solidFill>
                  <a:srgbClr val="00B050"/>
                </a:solidFill>
              </a:rPr>
              <a:t>// even more output</a:t>
            </a:r>
            <a:r>
              <a:rPr lang="en-GB" dirty="0">
                <a:solidFill>
                  <a:srgbClr val="00B050"/>
                </a:solidFill>
              </a:rPr>
              <a:t>…</a:t>
            </a:r>
          </a:p>
          <a:p>
            <a:r>
              <a:rPr lang="en-GB" dirty="0" smtClean="0">
                <a:solidFill>
                  <a:srgbClr val="00B050"/>
                </a:solidFill>
              </a:rPr>
              <a:t>// </a:t>
            </a:r>
            <a:r>
              <a:rPr lang="en-GB" b="1" i="1" dirty="0" smtClean="0">
                <a:solidFill>
                  <a:srgbClr val="00B050"/>
                </a:solidFill>
              </a:rPr>
              <a:t>CHECK HERE</a:t>
            </a:r>
            <a:endParaRPr lang="en-GB" b="1" i="1" dirty="0">
              <a:solidFill>
                <a:srgbClr val="00B050"/>
              </a:solidFill>
            </a:endParaRPr>
          </a:p>
        </p:txBody>
      </p:sp>
      <p:sp>
        <p:nvSpPr>
          <p:cNvPr id="8" name="Striped Right Arrow 7">
            <a:extLst>
              <a:ext uri="{FF2B5EF4-FFF2-40B4-BE49-F238E27FC236}">
                <a16:creationId xmlns:a16="http://schemas.microsoft.com/office/drawing/2014/main" id="{E13710B3-4D25-D347-8A76-E58D1E33E44A}"/>
              </a:ext>
            </a:extLst>
          </p:cNvPr>
          <p:cNvSpPr/>
          <p:nvPr/>
        </p:nvSpPr>
        <p:spPr>
          <a:xfrm>
            <a:off x="2590800" y="3397651"/>
            <a:ext cx="685800" cy="685800"/>
          </a:xfrm>
          <a:prstGeom prst="striped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triped Right Arrow 8">
            <a:extLst>
              <a:ext uri="{FF2B5EF4-FFF2-40B4-BE49-F238E27FC236}">
                <a16:creationId xmlns:a16="http://schemas.microsoft.com/office/drawing/2014/main" id="{B435BE64-F625-0943-B8AF-34D010A9FFDF}"/>
              </a:ext>
            </a:extLst>
          </p:cNvPr>
          <p:cNvSpPr/>
          <p:nvPr/>
        </p:nvSpPr>
        <p:spPr>
          <a:xfrm>
            <a:off x="5638800" y="4267200"/>
            <a:ext cx="685800" cy="685800"/>
          </a:xfrm>
          <a:prstGeom prst="striped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227150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in Locating Logical Errors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Diamond 4"/>
          <p:cNvSpPr/>
          <p:nvPr/>
        </p:nvSpPr>
        <p:spPr>
          <a:xfrm>
            <a:off x="4267200" y="2971800"/>
            <a:ext cx="2667000" cy="1143000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Do you see </a:t>
            </a:r>
            <a:r>
              <a:rPr lang="en-US" sz="1600" b="1" dirty="0" smtClean="0">
                <a:solidFill>
                  <a:srgbClr val="C00000"/>
                </a:solidFill>
              </a:rPr>
              <a:t>unexpected values</a:t>
            </a:r>
            <a:r>
              <a:rPr lang="en-US" sz="1600" dirty="0"/>
              <a:t>?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2800" y="1447800"/>
            <a:ext cx="4495800" cy="1219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 smtClean="0"/>
              <a:t>Insert “</a:t>
            </a:r>
            <a:r>
              <a:rPr lang="en-US" sz="1600" dirty="0"/>
              <a:t>print</a:t>
            </a:r>
            <a:r>
              <a:rPr lang="en-US" sz="1600" dirty="0" smtClean="0"/>
              <a:t>” statements to </a:t>
            </a:r>
            <a:r>
              <a:rPr lang="en-US" sz="1600" b="1" dirty="0" smtClean="0">
                <a:solidFill>
                  <a:srgbClr val="C00000"/>
                </a:solidFill>
              </a:rPr>
              <a:t>important locations </a:t>
            </a:r>
            <a:r>
              <a:rPr lang="en-US" sz="1600" dirty="0" smtClean="0"/>
              <a:t>of a selected range of problematic code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US" sz="1600" dirty="0" smtClean="0"/>
              <a:t>Print out values of important variables</a:t>
            </a:r>
            <a:r>
              <a:rPr lang="en-US" sz="1600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53200" y="4572000"/>
            <a:ext cx="23622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 smtClean="0"/>
              <a:t>Need to print </a:t>
            </a:r>
            <a:r>
              <a:rPr lang="en-US" sz="1600" b="1" dirty="0" smtClean="0">
                <a:solidFill>
                  <a:srgbClr val="C00000"/>
                </a:solidFill>
              </a:rPr>
              <a:t>more</a:t>
            </a:r>
            <a:r>
              <a:rPr lang="en-US" sz="1600" dirty="0" smtClean="0"/>
              <a:t> variables out</a:t>
            </a:r>
            <a:r>
              <a:rPr lang="en-US" sz="1600" dirty="0"/>
              <a:t>.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6324600" y="3810000"/>
            <a:ext cx="457200" cy="6858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7" idx="0"/>
            <a:endCxn id="5" idx="3"/>
          </p:cNvCxnSpPr>
          <p:nvPr/>
        </p:nvCxnSpPr>
        <p:spPr>
          <a:xfrm rot="16200000" flipV="1">
            <a:off x="6819900" y="3657600"/>
            <a:ext cx="1028700" cy="800100"/>
          </a:xfrm>
          <a:prstGeom prst="bentConnector2">
            <a:avLst/>
          </a:prstGeom>
          <a:ln w="381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67170" y="4050268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NO</a:t>
            </a:r>
          </a:p>
        </p:txBody>
      </p:sp>
      <p:cxnSp>
        <p:nvCxnSpPr>
          <p:cNvPr id="21" name="Straight Arrow Connector 20"/>
          <p:cNvCxnSpPr>
            <a:endCxn id="23" idx="0"/>
          </p:cNvCxnSpPr>
          <p:nvPr/>
        </p:nvCxnSpPr>
        <p:spPr>
          <a:xfrm flipH="1">
            <a:off x="4430486" y="3886200"/>
            <a:ext cx="522514" cy="5334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745159" y="4038600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YES</a:t>
            </a:r>
          </a:p>
        </p:txBody>
      </p:sp>
      <p:sp>
        <p:nvSpPr>
          <p:cNvPr id="23" name="Diamond 22"/>
          <p:cNvSpPr/>
          <p:nvPr/>
        </p:nvSpPr>
        <p:spPr>
          <a:xfrm>
            <a:off x="3450772" y="4419600"/>
            <a:ext cx="1959428" cy="1143000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Can you locate the bug</a:t>
            </a:r>
            <a:r>
              <a:rPr lang="en-US" sz="1600" dirty="0"/>
              <a:t>?</a:t>
            </a:r>
          </a:p>
        </p:txBody>
      </p:sp>
      <p:pic>
        <p:nvPicPr>
          <p:cNvPr id="24" name="Picture 4" descr="C:\Temp\Cache\Temporary Internet Files\Content.IE5\E5RHZ5ZS\MC900151337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4419600"/>
            <a:ext cx="1493215" cy="1794053"/>
          </a:xfrm>
          <a:prstGeom prst="rect">
            <a:avLst/>
          </a:prstGeom>
          <a:noFill/>
        </p:spPr>
      </p:pic>
      <p:cxnSp>
        <p:nvCxnSpPr>
          <p:cNvPr id="25" name="Straight Arrow Connector 24"/>
          <p:cNvCxnSpPr>
            <a:stCxn id="6" idx="2"/>
            <a:endCxn id="5" idx="0"/>
          </p:cNvCxnSpPr>
          <p:nvPr/>
        </p:nvCxnSpPr>
        <p:spPr>
          <a:xfrm>
            <a:off x="5600700" y="2667000"/>
            <a:ext cx="0" cy="3048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1524000" y="5257800"/>
            <a:ext cx="2209800" cy="762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667000" y="5498068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8200" y="3200400"/>
            <a:ext cx="2286000" cy="609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 smtClean="0">
                <a:solidFill>
                  <a:srgbClr val="C00000"/>
                </a:solidFill>
              </a:rPr>
              <a:t>Narrow down </a:t>
            </a:r>
            <a:r>
              <a:rPr lang="en-US" sz="1600" dirty="0" smtClean="0"/>
              <a:t>the range of problematic codes</a:t>
            </a:r>
            <a:r>
              <a:rPr lang="en-US" sz="1600" dirty="0"/>
              <a:t>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4202668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NO</a:t>
            </a:r>
          </a:p>
        </p:txBody>
      </p:sp>
      <p:cxnSp>
        <p:nvCxnSpPr>
          <p:cNvPr id="45" name="Shape 44"/>
          <p:cNvCxnSpPr>
            <a:endCxn id="42" idx="2"/>
          </p:cNvCxnSpPr>
          <p:nvPr/>
        </p:nvCxnSpPr>
        <p:spPr>
          <a:xfrm rot="10800000">
            <a:off x="1981200" y="3810000"/>
            <a:ext cx="1981200" cy="838200"/>
          </a:xfrm>
          <a:prstGeom prst="bentConnector2">
            <a:avLst/>
          </a:prstGeom>
          <a:ln w="381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hape 46"/>
          <p:cNvCxnSpPr>
            <a:stCxn id="42" idx="0"/>
            <a:endCxn id="6" idx="1"/>
          </p:cNvCxnSpPr>
          <p:nvPr/>
        </p:nvCxnSpPr>
        <p:spPr>
          <a:xfrm rot="5400000" flipH="1" flipV="1">
            <a:off x="2095500" y="1943100"/>
            <a:ext cx="1143000" cy="1371600"/>
          </a:xfrm>
          <a:prstGeom prst="bentConnector2">
            <a:avLst/>
          </a:prstGeom>
          <a:ln w="381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1253</Words>
  <PresentationFormat>On-screen Show (4:3)</PresentationFormat>
  <Paragraphs>272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Consolas</vt:lpstr>
      <vt:lpstr>新細明體</vt:lpstr>
      <vt:lpstr>MS Gothic</vt:lpstr>
      <vt:lpstr>Arial</vt:lpstr>
      <vt:lpstr>Times New Roman</vt:lpstr>
      <vt:lpstr>Calibri</vt:lpstr>
      <vt:lpstr>Office Theme</vt:lpstr>
      <vt:lpstr> Debugging</vt:lpstr>
      <vt:lpstr>Outline</vt:lpstr>
      <vt:lpstr>Types of Errors – Syntax Errors</vt:lpstr>
      <vt:lpstr>Types of Errors – Syntax Errors</vt:lpstr>
      <vt:lpstr>Types of Errors – Run-time Errors</vt:lpstr>
      <vt:lpstr>Types of Errors – Logical Errors</vt:lpstr>
      <vt:lpstr>Types of Errors – Logical Errors</vt:lpstr>
      <vt:lpstr>How to Locate a Logical Error?</vt:lpstr>
      <vt:lpstr>How to Locate a Logical Error?</vt:lpstr>
      <vt:lpstr>How to Locate a Logical Error?</vt:lpstr>
      <vt:lpstr>How to Locate a Logical Error?</vt:lpstr>
      <vt:lpstr>How to Locate a Logical Error?</vt:lpstr>
      <vt:lpstr>Narrowing Down the Range</vt:lpstr>
      <vt:lpstr>Steps in Locating Logical Errors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subject/>
  <dc:creator/>
  <cp:keywords/>
  <dc:description/>
  <dcterms:created xsi:type="dcterms:W3CDTF">2011-07-19T12:51:33Z</dcterms:created>
  <dcterms:modified xsi:type="dcterms:W3CDTF">2023-02-03T03:57:35Z</dcterms:modified>
  <cp:category/>
</cp:coreProperties>
</file>
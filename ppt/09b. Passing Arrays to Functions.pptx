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340" r:id="rId4"/>
    <p:sldId id="325" r:id="rId5"/>
    <p:sldId id="326" r:id="rId6"/>
    <p:sldId id="327" r:id="rId7"/>
    <p:sldId id="328" r:id="rId8"/>
    <p:sldId id="341" r:id="rId9"/>
    <p:sldId id="342" r:id="rId10"/>
    <p:sldId id="324" r:id="rId11"/>
    <p:sldId id="330" r:id="rId12"/>
    <p:sldId id="329" r:id="rId13"/>
    <p:sldId id="343" r:id="rId14"/>
    <p:sldId id="344" r:id="rId15"/>
    <p:sldId id="331" r:id="rId16"/>
    <p:sldId id="387" r:id="rId17"/>
    <p:sldId id="332" r:id="rId18"/>
    <p:sldId id="336" r:id="rId19"/>
    <p:sldId id="337" r:id="rId20"/>
    <p:sldId id="338" r:id="rId21"/>
    <p:sldId id="345" r:id="rId22"/>
    <p:sldId id="385" r:id="rId23"/>
    <p:sldId id="386" r:id="rId24"/>
    <p:sldId id="384" r:id="rId25"/>
    <p:sldId id="388" r:id="rId26"/>
  </p:sldIdLst>
  <p:sldSz cx="12192000" cy="6858000"/>
  <p:notesSz cx="6794500" cy="9906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D43E9-5D63-43E4-B28A-F249344F0F3C}" v="104" dt="2025-10-26T17:09:44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3099" autoAdjust="0"/>
  </p:normalViewPr>
  <p:slideViewPr>
    <p:cSldViewPr>
      <p:cViewPr varScale="1">
        <p:scale>
          <a:sx n="74" d="100"/>
          <a:sy n="74" d="100"/>
        </p:scale>
        <p:origin x="66" y="414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450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C09937A5-630B-715C-6826-0F26C83FF3B0}"/>
    <pc:docChg chg="addSld delSld modSld sldOrd">
      <pc:chgData name="William Hui (IEG)" userId="S::kyhui@cuhk.edu.hk::07728535-8fdc-4325-b24f-20cc4d58a3a3" providerId="AD" clId="Web-{C09937A5-630B-715C-6826-0F26C83FF3B0}" dt="2019-09-22T11:29:06.847" v="1051" actId="20577"/>
      <pc:docMkLst>
        <pc:docMk/>
      </pc:docMkLst>
      <pc:sldChg chg="modSp">
        <pc:chgData name="William Hui (IEG)" userId="S::kyhui@cuhk.edu.hk::07728535-8fdc-4325-b24f-20cc4d58a3a3" providerId="AD" clId="Web-{C09937A5-630B-715C-6826-0F26C83FF3B0}" dt="2019-09-22T10:32:48.896" v="114" actId="20577"/>
        <pc:sldMkLst>
          <pc:docMk/>
          <pc:sldMk cId="0" sldId="256"/>
        </pc:sldMkLst>
      </pc:sldChg>
      <pc:sldChg chg="modSp">
        <pc:chgData name="William Hui (IEG)" userId="S::kyhui@cuhk.edu.hk::07728535-8fdc-4325-b24f-20cc4d58a3a3" providerId="AD" clId="Web-{C09937A5-630B-715C-6826-0F26C83FF3B0}" dt="2019-09-22T11:24:28.817" v="656" actId="20577"/>
        <pc:sldMkLst>
          <pc:docMk/>
          <pc:sldMk cId="3565715760" sldId="324"/>
        </pc:sldMkLst>
      </pc:sldChg>
      <pc:sldChg chg="modSp">
        <pc:chgData name="William Hui (IEG)" userId="S::kyhui@cuhk.edu.hk::07728535-8fdc-4325-b24f-20cc4d58a3a3" providerId="AD" clId="Web-{C09937A5-630B-715C-6826-0F26C83FF3B0}" dt="2019-09-22T11:23:53.644" v="640" actId="20577"/>
        <pc:sldMkLst>
          <pc:docMk/>
          <pc:sldMk cId="1726000368" sldId="325"/>
        </pc:sldMkLst>
      </pc:sldChg>
      <pc:sldChg chg="modSp">
        <pc:chgData name="William Hui (IEG)" userId="S::kyhui@cuhk.edu.hk::07728535-8fdc-4325-b24f-20cc4d58a3a3" providerId="AD" clId="Web-{C09937A5-630B-715C-6826-0F26C83FF3B0}" dt="2019-09-22T11:23:58.425" v="641" actId="20577"/>
        <pc:sldMkLst>
          <pc:docMk/>
          <pc:sldMk cId="2668770394" sldId="326"/>
        </pc:sldMkLst>
      </pc:sldChg>
      <pc:sldChg chg="modSp">
        <pc:chgData name="William Hui (IEG)" userId="S::kyhui@cuhk.edu.hk::07728535-8fdc-4325-b24f-20cc4d58a3a3" providerId="AD" clId="Web-{C09937A5-630B-715C-6826-0F26C83FF3B0}" dt="2019-09-22T11:24:00.910" v="642" actId="20577"/>
        <pc:sldMkLst>
          <pc:docMk/>
          <pc:sldMk cId="169882404" sldId="327"/>
        </pc:sldMkLst>
      </pc:sldChg>
      <pc:sldChg chg="modSp">
        <pc:chgData name="William Hui (IEG)" userId="S::kyhui@cuhk.edu.hk::07728535-8fdc-4325-b24f-20cc4d58a3a3" providerId="AD" clId="Web-{C09937A5-630B-715C-6826-0F26C83FF3B0}" dt="2019-09-22T11:24:04.082" v="643" actId="20577"/>
        <pc:sldMkLst>
          <pc:docMk/>
          <pc:sldMk cId="1460892543" sldId="328"/>
        </pc:sldMkLst>
      </pc:sldChg>
      <pc:sldChg chg="modSp">
        <pc:chgData name="William Hui (IEG)" userId="S::kyhui@cuhk.edu.hk::07728535-8fdc-4325-b24f-20cc4d58a3a3" providerId="AD" clId="Web-{C09937A5-630B-715C-6826-0F26C83FF3B0}" dt="2019-09-22T11:25:05.835" v="661" actId="20577"/>
        <pc:sldMkLst>
          <pc:docMk/>
          <pc:sldMk cId="388274574" sldId="329"/>
        </pc:sldMkLst>
      </pc:sldChg>
      <pc:sldChg chg="modSp ord">
        <pc:chgData name="William Hui (IEG)" userId="S::kyhui@cuhk.edu.hk::07728535-8fdc-4325-b24f-20cc4d58a3a3" providerId="AD" clId="Web-{C09937A5-630B-715C-6826-0F26C83FF3B0}" dt="2019-09-22T11:24:35.865" v="658" actId="20577"/>
        <pc:sldMkLst>
          <pc:docMk/>
          <pc:sldMk cId="4269089495" sldId="330"/>
        </pc:sldMkLst>
      </pc:sldChg>
      <pc:sldChg chg="modSp">
        <pc:chgData name="William Hui (IEG)" userId="S::kyhui@cuhk.edu.hk::07728535-8fdc-4325-b24f-20cc4d58a3a3" providerId="AD" clId="Web-{C09937A5-630B-715C-6826-0F26C83FF3B0}" dt="2019-09-22T11:25:38.680" v="666" actId="20577"/>
        <pc:sldMkLst>
          <pc:docMk/>
          <pc:sldMk cId="2774011410" sldId="331"/>
        </pc:sldMkLst>
      </pc:sldChg>
      <pc:sldChg chg="modSp">
        <pc:chgData name="William Hui (IEG)" userId="S::kyhui@cuhk.edu.hk::07728535-8fdc-4325-b24f-20cc4d58a3a3" providerId="AD" clId="Web-{C09937A5-630B-715C-6826-0F26C83FF3B0}" dt="2019-09-22T11:25:41.024" v="667" actId="20577"/>
        <pc:sldMkLst>
          <pc:docMk/>
          <pc:sldMk cId="4024607104" sldId="332"/>
        </pc:sldMkLst>
      </pc:sldChg>
      <pc:sldChg chg="modSp">
        <pc:chgData name="William Hui (IEG)" userId="S::kyhui@cuhk.edu.hk::07728535-8fdc-4325-b24f-20cc4d58a3a3" providerId="AD" clId="Web-{C09937A5-630B-715C-6826-0F26C83FF3B0}" dt="2019-09-22T11:25:44.243" v="668" actId="20577"/>
        <pc:sldMkLst>
          <pc:docMk/>
          <pc:sldMk cId="4020930004" sldId="336"/>
        </pc:sldMkLst>
      </pc:sldChg>
      <pc:sldChg chg="modSp">
        <pc:chgData name="William Hui (IEG)" userId="S::kyhui@cuhk.edu.hk::07728535-8fdc-4325-b24f-20cc4d58a3a3" providerId="AD" clId="Web-{C09937A5-630B-715C-6826-0F26C83FF3B0}" dt="2019-09-22T11:25:47.009" v="669" actId="20577"/>
        <pc:sldMkLst>
          <pc:docMk/>
          <pc:sldMk cId="1823017427" sldId="337"/>
        </pc:sldMkLst>
      </pc:sldChg>
      <pc:sldChg chg="modSp">
        <pc:chgData name="William Hui (IEG)" userId="S::kyhui@cuhk.edu.hk::07728535-8fdc-4325-b24f-20cc4d58a3a3" providerId="AD" clId="Web-{C09937A5-630B-715C-6826-0F26C83FF3B0}" dt="2019-09-22T11:25:51.119" v="670" actId="20577"/>
        <pc:sldMkLst>
          <pc:docMk/>
          <pc:sldMk cId="2257197898" sldId="338"/>
        </pc:sldMkLst>
      </pc:sldChg>
      <pc:sldChg chg="modSp new">
        <pc:chgData name="William Hui (IEG)" userId="S::kyhui@cuhk.edu.hk::07728535-8fdc-4325-b24f-20cc4d58a3a3" providerId="AD" clId="Web-{C09937A5-630B-715C-6826-0F26C83FF3B0}" dt="2019-09-22T11:23:51.425" v="636" actId="20577"/>
        <pc:sldMkLst>
          <pc:docMk/>
          <pc:sldMk cId="583910278" sldId="340"/>
        </pc:sldMkLst>
      </pc:sldChg>
      <pc:sldChg chg="addSp delSp modSp new addAnim">
        <pc:chgData name="William Hui (IEG)" userId="S::kyhui@cuhk.edu.hk::07728535-8fdc-4325-b24f-20cc4d58a3a3" providerId="AD" clId="Web-{C09937A5-630B-715C-6826-0F26C83FF3B0}" dt="2019-09-22T11:24:08.488" v="644" actId="20577"/>
        <pc:sldMkLst>
          <pc:docMk/>
          <pc:sldMk cId="3436977058" sldId="341"/>
        </pc:sldMkLst>
      </pc:sldChg>
      <pc:sldChg chg="modSp add replId">
        <pc:chgData name="William Hui (IEG)" userId="S::kyhui@cuhk.edu.hk::07728535-8fdc-4325-b24f-20cc4d58a3a3" providerId="AD" clId="Web-{C09937A5-630B-715C-6826-0F26C83FF3B0}" dt="2019-09-22T11:24:10.895" v="647" actId="20577"/>
        <pc:sldMkLst>
          <pc:docMk/>
          <pc:sldMk cId="3327888174" sldId="342"/>
        </pc:sldMkLst>
      </pc:sldChg>
      <pc:sldChg chg="delSp modSp add replId delAnim">
        <pc:chgData name="William Hui (IEG)" userId="S::kyhui@cuhk.edu.hk::07728535-8fdc-4325-b24f-20cc4d58a3a3" providerId="AD" clId="Web-{C09937A5-630B-715C-6826-0F26C83FF3B0}" dt="2019-09-22T11:26:16.151" v="673" actId="20577"/>
        <pc:sldMkLst>
          <pc:docMk/>
          <pc:sldMk cId="1250936671" sldId="343"/>
        </pc:sldMkLst>
      </pc:sldChg>
      <pc:sldChg chg="modSp new ord">
        <pc:chgData name="William Hui (IEG)" userId="S::kyhui@cuhk.edu.hk::07728535-8fdc-4325-b24f-20cc4d58a3a3" providerId="AD" clId="Web-{C09937A5-630B-715C-6826-0F26C83FF3B0}" dt="2019-09-22T11:29:02.082" v="1049" actId="20577"/>
        <pc:sldMkLst>
          <pc:docMk/>
          <pc:sldMk cId="2416238281" sldId="344"/>
        </pc:sldMkLst>
      </pc:sldChg>
    </pc:docChg>
  </pc:docChgLst>
  <pc:docChgLst>
    <pc:chgData name="Chuck jee Chau (CSD)" userId="7aa7a09e-983f-4214-9e5a-071cbb678e81" providerId="ADAL" clId="{25275C59-69EC-9146-A19E-D997B318CCB1}"/>
    <pc:docChg chg="undo custSel modSld">
      <pc:chgData name="Chuck jee Chau (CSD)" userId="7aa7a09e-983f-4214-9e5a-071cbb678e81" providerId="ADAL" clId="{25275C59-69EC-9146-A19E-D997B318CCB1}" dt="2019-10-24T03:26:27.411" v="81" actId="115"/>
      <pc:docMkLst>
        <pc:docMk/>
      </pc:docMkLst>
      <pc:sldChg chg="addSp delSp">
        <pc:chgData name="Chuck jee Chau (CSD)" userId="7aa7a09e-983f-4214-9e5a-071cbb678e81" providerId="ADAL" clId="{25275C59-69EC-9146-A19E-D997B318CCB1}" dt="2019-10-24T03:19:46.521" v="20"/>
        <pc:sldMkLst>
          <pc:docMk/>
          <pc:sldMk cId="3565715760" sldId="324"/>
        </pc:sldMkLst>
      </pc:sldChg>
      <pc:sldChg chg="addSp delSp">
        <pc:chgData name="Chuck jee Chau (CSD)" userId="7aa7a09e-983f-4214-9e5a-071cbb678e81" providerId="ADAL" clId="{25275C59-69EC-9146-A19E-D997B318CCB1}" dt="2019-10-24T03:19:29.591" v="12"/>
        <pc:sldMkLst>
          <pc:docMk/>
          <pc:sldMk cId="1726000368" sldId="325"/>
        </pc:sldMkLst>
      </pc:sldChg>
      <pc:sldChg chg="addSp delSp modSp">
        <pc:chgData name="Chuck jee Chau (CSD)" userId="7aa7a09e-983f-4214-9e5a-071cbb678e81" providerId="ADAL" clId="{25275C59-69EC-9146-A19E-D997B318CCB1}" dt="2019-10-24T03:19:32.509" v="14"/>
        <pc:sldMkLst>
          <pc:docMk/>
          <pc:sldMk cId="2668770394" sldId="326"/>
        </pc:sldMkLst>
      </pc:sldChg>
      <pc:sldChg chg="addSp delSp">
        <pc:chgData name="Chuck jee Chau (CSD)" userId="7aa7a09e-983f-4214-9e5a-071cbb678e81" providerId="ADAL" clId="{25275C59-69EC-9146-A19E-D997B318CCB1}" dt="2019-10-24T03:19:36.138" v="16"/>
        <pc:sldMkLst>
          <pc:docMk/>
          <pc:sldMk cId="169882404" sldId="327"/>
        </pc:sldMkLst>
      </pc:sldChg>
      <pc:sldChg chg="addSp delSp modSp">
        <pc:chgData name="Chuck jee Chau (CSD)" userId="7aa7a09e-983f-4214-9e5a-071cbb678e81" providerId="ADAL" clId="{25275C59-69EC-9146-A19E-D997B318CCB1}" dt="2019-10-24T03:21:14.959" v="40" actId="114"/>
        <pc:sldMkLst>
          <pc:docMk/>
          <pc:sldMk cId="1460892543" sldId="328"/>
        </pc:sldMkLst>
      </pc:sldChg>
      <pc:sldChg chg="addSp delSp modSp">
        <pc:chgData name="Chuck jee Chau (CSD)" userId="7aa7a09e-983f-4214-9e5a-071cbb678e81" providerId="ADAL" clId="{25275C59-69EC-9146-A19E-D997B318CCB1}" dt="2019-10-24T03:26:06.775" v="76" actId="20577"/>
        <pc:sldMkLst>
          <pc:docMk/>
          <pc:sldMk cId="388274574" sldId="329"/>
        </pc:sldMkLst>
      </pc:sldChg>
      <pc:sldChg chg="addSp delSp modSp">
        <pc:chgData name="Chuck jee Chau (CSD)" userId="7aa7a09e-983f-4214-9e5a-071cbb678e81" providerId="ADAL" clId="{25275C59-69EC-9146-A19E-D997B318CCB1}" dt="2019-10-24T03:22:46.413" v="48" actId="2711"/>
        <pc:sldMkLst>
          <pc:docMk/>
          <pc:sldMk cId="4269089495" sldId="330"/>
        </pc:sldMkLst>
      </pc:sldChg>
      <pc:sldChg chg="addSp delSp">
        <pc:chgData name="Chuck jee Chau (CSD)" userId="7aa7a09e-983f-4214-9e5a-071cbb678e81" providerId="ADAL" clId="{25275C59-69EC-9146-A19E-D997B318CCB1}" dt="2019-10-24T03:20:08.673" v="28"/>
        <pc:sldMkLst>
          <pc:docMk/>
          <pc:sldMk cId="2774011410" sldId="331"/>
        </pc:sldMkLst>
      </pc:sldChg>
      <pc:sldChg chg="addSp delSp modSp">
        <pc:chgData name="Chuck jee Chau (CSD)" userId="7aa7a09e-983f-4214-9e5a-071cbb678e81" providerId="ADAL" clId="{25275C59-69EC-9146-A19E-D997B318CCB1}" dt="2019-10-24T03:20:15.665" v="31"/>
        <pc:sldMkLst>
          <pc:docMk/>
          <pc:sldMk cId="4024607104" sldId="332"/>
        </pc:sldMkLst>
      </pc:sldChg>
      <pc:sldChg chg="addSp delSp">
        <pc:chgData name="Chuck jee Chau (CSD)" userId="7aa7a09e-983f-4214-9e5a-071cbb678e81" providerId="ADAL" clId="{25275C59-69EC-9146-A19E-D997B318CCB1}" dt="2019-10-24T03:20:20.602" v="33"/>
        <pc:sldMkLst>
          <pc:docMk/>
          <pc:sldMk cId="4020930004" sldId="336"/>
        </pc:sldMkLst>
      </pc:sldChg>
      <pc:sldChg chg="addSp delSp">
        <pc:chgData name="Chuck jee Chau (CSD)" userId="7aa7a09e-983f-4214-9e5a-071cbb678e81" providerId="ADAL" clId="{25275C59-69EC-9146-A19E-D997B318CCB1}" dt="2019-10-24T03:20:24.953" v="35"/>
        <pc:sldMkLst>
          <pc:docMk/>
          <pc:sldMk cId="1823017427" sldId="337"/>
        </pc:sldMkLst>
      </pc:sldChg>
      <pc:sldChg chg="addSp delSp">
        <pc:chgData name="Chuck jee Chau (CSD)" userId="7aa7a09e-983f-4214-9e5a-071cbb678e81" providerId="ADAL" clId="{25275C59-69EC-9146-A19E-D997B318CCB1}" dt="2019-10-24T03:20:29.001" v="37"/>
        <pc:sldMkLst>
          <pc:docMk/>
          <pc:sldMk cId="2257197898" sldId="338"/>
        </pc:sldMkLst>
      </pc:sldChg>
      <pc:sldChg chg="modSp">
        <pc:chgData name="Chuck jee Chau (CSD)" userId="7aa7a09e-983f-4214-9e5a-071cbb678e81" providerId="ADAL" clId="{25275C59-69EC-9146-A19E-D997B318CCB1}" dt="2019-10-24T03:23:20.075" v="61" actId="20577"/>
        <pc:sldMkLst>
          <pc:docMk/>
          <pc:sldMk cId="583910278" sldId="340"/>
        </pc:sldMkLst>
      </pc:sldChg>
      <pc:sldChg chg="modSp">
        <pc:chgData name="Chuck jee Chau (CSD)" userId="7aa7a09e-983f-4214-9e5a-071cbb678e81" providerId="ADAL" clId="{25275C59-69EC-9146-A19E-D997B318CCB1}" dt="2019-10-24T03:21:30.300" v="41" actId="404"/>
        <pc:sldMkLst>
          <pc:docMk/>
          <pc:sldMk cId="3436977058" sldId="341"/>
        </pc:sldMkLst>
      </pc:sldChg>
      <pc:sldChg chg="modSp">
        <pc:chgData name="Chuck jee Chau (CSD)" userId="7aa7a09e-983f-4214-9e5a-071cbb678e81" providerId="ADAL" clId="{25275C59-69EC-9146-A19E-D997B318CCB1}" dt="2019-10-24T03:21:37.156" v="43" actId="113"/>
        <pc:sldMkLst>
          <pc:docMk/>
          <pc:sldMk cId="3327888174" sldId="342"/>
        </pc:sldMkLst>
      </pc:sldChg>
      <pc:sldChg chg="addSp delSp modSp">
        <pc:chgData name="Chuck jee Chau (CSD)" userId="7aa7a09e-983f-4214-9e5a-071cbb678e81" providerId="ADAL" clId="{25275C59-69EC-9146-A19E-D997B318CCB1}" dt="2019-10-24T03:24:14.104" v="67" actId="2711"/>
        <pc:sldMkLst>
          <pc:docMk/>
          <pc:sldMk cId="1250936671" sldId="343"/>
        </pc:sldMkLst>
      </pc:sldChg>
      <pc:sldChg chg="modSp">
        <pc:chgData name="Chuck jee Chau (CSD)" userId="7aa7a09e-983f-4214-9e5a-071cbb678e81" providerId="ADAL" clId="{25275C59-69EC-9146-A19E-D997B318CCB1}" dt="2019-10-24T03:26:27.411" v="81" actId="115"/>
        <pc:sldMkLst>
          <pc:docMk/>
          <pc:sldMk cId="2416238281" sldId="344"/>
        </pc:sldMkLst>
      </pc:sldChg>
    </pc:docChg>
  </pc:docChgLst>
  <pc:docChgLst>
    <pc:chgData name="Yuli Jiang (CSD)" userId="7c291cd4-aa97-4867-8d2d-ebf5c1c3b419" providerId="ADAL" clId="{DE983F09-70C7-4CA9-93EF-646E966C2CB7}"/>
    <pc:docChg chg="custSel modSld modMainMaster modNotesMaster">
      <pc:chgData name="Yuli Jiang (CSD)" userId="7c291cd4-aa97-4867-8d2d-ebf5c1c3b419" providerId="ADAL" clId="{DE983F09-70C7-4CA9-93EF-646E966C2CB7}" dt="2024-03-17T18:12:33.682" v="32"/>
      <pc:docMkLst>
        <pc:docMk/>
      </pc:docMkLst>
      <pc:sldChg chg="modSp mod modNotes">
        <pc:chgData name="Yuli Jiang (CSD)" userId="7c291cd4-aa97-4867-8d2d-ebf5c1c3b419" providerId="ADAL" clId="{DE983F09-70C7-4CA9-93EF-646E966C2CB7}" dt="2024-03-17T18:01:22.473" v="12" actId="1076"/>
        <pc:sldMkLst>
          <pc:docMk/>
          <pc:sldMk cId="0" sldId="256"/>
        </pc:sldMkLst>
      </pc:sldChg>
      <pc:sldChg chg="modSp mod">
        <pc:chgData name="Yuli Jiang (CSD)" userId="7c291cd4-aa97-4867-8d2d-ebf5c1c3b419" providerId="ADAL" clId="{DE983F09-70C7-4CA9-93EF-646E966C2CB7}" dt="2024-03-17T18:01:29.694" v="14" actId="403"/>
        <pc:sldMkLst>
          <pc:docMk/>
          <pc:sldMk cId="452717289" sldId="257"/>
        </pc:sldMkLst>
      </pc:sldChg>
      <pc:sldChg chg="modSp mod modNotes">
        <pc:chgData name="Yuli Jiang (CSD)" userId="7c291cd4-aa97-4867-8d2d-ebf5c1c3b419" providerId="ADAL" clId="{DE983F09-70C7-4CA9-93EF-646E966C2CB7}" dt="2024-03-17T18:06:58.916" v="15" actId="14100"/>
        <pc:sldMkLst>
          <pc:docMk/>
          <pc:sldMk cId="3565715760" sldId="324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1726000368" sldId="325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2668770394" sldId="326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169882404" sldId="327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1460892543" sldId="328"/>
        </pc:sldMkLst>
      </pc:sldChg>
      <pc:sldChg chg="modSp modAnim modNotes">
        <pc:chgData name="Yuli Jiang (CSD)" userId="7c291cd4-aa97-4867-8d2d-ebf5c1c3b419" providerId="ADAL" clId="{DE983F09-70C7-4CA9-93EF-646E966C2CB7}" dt="2024-03-17T18:10:18.712" v="20"/>
        <pc:sldMkLst>
          <pc:docMk/>
          <pc:sldMk cId="388274574" sldId="329"/>
        </pc:sldMkLst>
      </pc:sldChg>
      <pc:sldChg chg="modSp modAnim modNotes">
        <pc:chgData name="Yuli Jiang (CSD)" userId="7c291cd4-aa97-4867-8d2d-ebf5c1c3b419" providerId="ADAL" clId="{DE983F09-70C7-4CA9-93EF-646E966C2CB7}" dt="2024-03-17T18:08:51.530" v="16"/>
        <pc:sldMkLst>
          <pc:docMk/>
          <pc:sldMk cId="4269089495" sldId="330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2774011410" sldId="331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4024607104" sldId="332"/>
        </pc:sldMkLst>
      </pc:sldChg>
      <pc:sldChg chg="modSp modAnim modNotes">
        <pc:chgData name="Yuli Jiang (CSD)" userId="7c291cd4-aa97-4867-8d2d-ebf5c1c3b419" providerId="ADAL" clId="{DE983F09-70C7-4CA9-93EF-646E966C2CB7}" dt="2024-03-17T18:12:06.146" v="30"/>
        <pc:sldMkLst>
          <pc:docMk/>
          <pc:sldMk cId="4020930004" sldId="336"/>
        </pc:sldMkLst>
      </pc:sldChg>
      <pc:sldChg chg="modSp modAnim modNotes">
        <pc:chgData name="Yuli Jiang (CSD)" userId="7c291cd4-aa97-4867-8d2d-ebf5c1c3b419" providerId="ADAL" clId="{DE983F09-70C7-4CA9-93EF-646E966C2CB7}" dt="2024-03-17T18:12:12.842" v="31"/>
        <pc:sldMkLst>
          <pc:docMk/>
          <pc:sldMk cId="1823017427" sldId="337"/>
        </pc:sldMkLst>
      </pc:sldChg>
      <pc:sldChg chg="modSp modAnim modNotes">
        <pc:chgData name="Yuli Jiang (CSD)" userId="7c291cd4-aa97-4867-8d2d-ebf5c1c3b419" providerId="ADAL" clId="{DE983F09-70C7-4CA9-93EF-646E966C2CB7}" dt="2024-03-17T18:12:33.682" v="32"/>
        <pc:sldMkLst>
          <pc:docMk/>
          <pc:sldMk cId="2257197898" sldId="338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3436977058" sldId="341"/>
        </pc:sldMkLst>
      </pc:sldChg>
      <pc:sldChg chg="modSp modNotes">
        <pc:chgData name="Yuli Jiang (CSD)" userId="7c291cd4-aa97-4867-8d2d-ebf5c1c3b419" providerId="ADAL" clId="{DE983F09-70C7-4CA9-93EF-646E966C2CB7}" dt="2024-03-17T18:00:51.448" v="0"/>
        <pc:sldMkLst>
          <pc:docMk/>
          <pc:sldMk cId="3327888174" sldId="342"/>
        </pc:sldMkLst>
      </pc:sldChg>
      <pc:sldChg chg="modSp mod modNotes">
        <pc:chgData name="Yuli Jiang (CSD)" userId="7c291cd4-aa97-4867-8d2d-ebf5c1c3b419" providerId="ADAL" clId="{DE983F09-70C7-4CA9-93EF-646E966C2CB7}" dt="2024-03-17T18:10:35.687" v="29" actId="20577"/>
        <pc:sldMkLst>
          <pc:docMk/>
          <pc:sldMk cId="1250936671" sldId="343"/>
        </pc:sldMkLst>
      </pc:sldChg>
      <pc:sldChg chg="modSp mod">
        <pc:chgData name="Yuli Jiang (CSD)" userId="7c291cd4-aa97-4867-8d2d-ebf5c1c3b419" providerId="ADAL" clId="{DE983F09-70C7-4CA9-93EF-646E966C2CB7}" dt="2024-03-17T18:00:51.713" v="1" actId="27636"/>
        <pc:sldMkLst>
          <pc:docMk/>
          <pc:sldMk cId="2416238281" sldId="344"/>
        </pc:sldMkLst>
      </pc:sldChg>
      <pc:sldMasterChg chg="modSp modSldLayout">
        <pc:chgData name="Yuli Jiang (CSD)" userId="7c291cd4-aa97-4867-8d2d-ebf5c1c3b419" providerId="ADAL" clId="{DE983F09-70C7-4CA9-93EF-646E966C2CB7}" dt="2024-03-17T18:00:51.448" v="0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DE983F09-70C7-4CA9-93EF-646E966C2CB7}" dt="2024-03-17T18:00:51.448" v="0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DE983F09-70C7-4CA9-93EF-646E966C2CB7}" dt="2024-03-17T18:00:51.448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DE983F09-70C7-4CA9-93EF-646E966C2CB7}" dt="2024-03-17T18:00:51.448" v="0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William Hui (IEG)" userId="S::kyhui@cuhk.edu.hk::07728535-8fdc-4325-b24f-20cc4d58a3a3" providerId="AD" clId="Web-{97B2EBF3-BE8A-905A-727A-238190BE54E8}"/>
    <pc:docChg chg="addSld modSld">
      <pc:chgData name="William Hui (IEG)" userId="S::kyhui@cuhk.edu.hk::07728535-8fdc-4325-b24f-20cc4d58a3a3" providerId="AD" clId="Web-{97B2EBF3-BE8A-905A-727A-238190BE54E8}" dt="2019-09-21T16:12:09.974" v="13" actId="20577"/>
      <pc:docMkLst>
        <pc:docMk/>
      </pc:docMkLst>
    </pc:docChg>
  </pc:docChgLst>
  <pc:docChgLst>
    <pc:chgData name="Yuli Jiang (CSD)" userId="7c291cd4-aa97-4867-8d2d-ebf5c1c3b419" providerId="ADAL" clId="{8FBD0129-C0BB-4F8A-B9D2-D31C5DC212F7}"/>
    <pc:docChg chg="undo custSel modSld">
      <pc:chgData name="Yuli Jiang (CSD)" userId="7c291cd4-aa97-4867-8d2d-ebf5c1c3b419" providerId="ADAL" clId="{8FBD0129-C0BB-4F8A-B9D2-D31C5DC212F7}" dt="2025-10-26T17:10:32.599" v="179" actId="403"/>
      <pc:docMkLst>
        <pc:docMk/>
      </pc:docMkLst>
      <pc:sldChg chg="modSp mod">
        <pc:chgData name="Yuli Jiang (CSD)" userId="7c291cd4-aa97-4867-8d2d-ebf5c1c3b419" providerId="ADAL" clId="{8FBD0129-C0BB-4F8A-B9D2-D31C5DC212F7}" dt="2025-10-26T17:07:57.498" v="158" actId="20577"/>
        <pc:sldMkLst>
          <pc:docMk/>
          <pc:sldMk cId="3565715760" sldId="324"/>
        </pc:sldMkLst>
        <pc:spChg chg="mod">
          <ac:chgData name="Yuli Jiang (CSD)" userId="7c291cd4-aa97-4867-8d2d-ebf5c1c3b419" providerId="ADAL" clId="{8FBD0129-C0BB-4F8A-B9D2-D31C5DC212F7}" dt="2025-10-26T17:07:57.498" v="158" actId="20577"/>
          <ac:spMkLst>
            <pc:docMk/>
            <pc:sldMk cId="3565715760" sldId="324"/>
            <ac:spMk id="462851" creationId="{00000000-0000-0000-0000-000000000000}"/>
          </ac:spMkLst>
        </pc:spChg>
      </pc:sldChg>
      <pc:sldChg chg="modAnim">
        <pc:chgData name="Yuli Jiang (CSD)" userId="7c291cd4-aa97-4867-8d2d-ebf5c1c3b419" providerId="ADAL" clId="{8FBD0129-C0BB-4F8A-B9D2-D31C5DC212F7}" dt="2025-10-26T17:09:44.357" v="177"/>
        <pc:sldMkLst>
          <pc:docMk/>
          <pc:sldMk cId="388274574" sldId="329"/>
        </pc:sldMkLst>
      </pc:sldChg>
      <pc:sldChg chg="modSp mod modAnim">
        <pc:chgData name="Yuli Jiang (CSD)" userId="7c291cd4-aa97-4867-8d2d-ebf5c1c3b419" providerId="ADAL" clId="{8FBD0129-C0BB-4F8A-B9D2-D31C5DC212F7}" dt="2025-10-26T17:09:20.395" v="175"/>
        <pc:sldMkLst>
          <pc:docMk/>
          <pc:sldMk cId="4269089495" sldId="330"/>
        </pc:sldMkLst>
        <pc:spChg chg="mod">
          <ac:chgData name="Yuli Jiang (CSD)" userId="7c291cd4-aa97-4867-8d2d-ebf5c1c3b419" providerId="ADAL" clId="{8FBD0129-C0BB-4F8A-B9D2-D31C5DC212F7}" dt="2025-10-26T17:05:01.145" v="96" actId="1076"/>
          <ac:spMkLst>
            <pc:docMk/>
            <pc:sldMk cId="4269089495" sldId="330"/>
            <ac:spMk id="7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6T17:08:48.266" v="160" actId="14100"/>
          <ac:spMkLst>
            <pc:docMk/>
            <pc:sldMk cId="4269089495" sldId="330"/>
            <ac:spMk id="8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6T17:09:03.576" v="169" actId="1076"/>
          <ac:spMkLst>
            <pc:docMk/>
            <pc:sldMk cId="4269089495" sldId="330"/>
            <ac:spMk id="13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6T17:04:54.441" v="95" actId="403"/>
          <ac:spMkLst>
            <pc:docMk/>
            <pc:sldMk cId="4269089495" sldId="330"/>
            <ac:spMk id="22532" creationId="{00000000-0000-0000-0000-000000000000}"/>
          </ac:spMkLst>
        </pc:spChg>
      </pc:sldChg>
      <pc:sldChg chg="modSp modAnim">
        <pc:chgData name="Yuli Jiang (CSD)" userId="7c291cd4-aa97-4867-8d2d-ebf5c1c3b419" providerId="ADAL" clId="{8FBD0129-C0BB-4F8A-B9D2-D31C5DC212F7}" dt="2025-10-26T17:04:03.263" v="94" actId="20577"/>
        <pc:sldMkLst>
          <pc:docMk/>
          <pc:sldMk cId="3436977058" sldId="341"/>
        </pc:sldMkLst>
        <pc:spChg chg="mod">
          <ac:chgData name="Yuli Jiang (CSD)" userId="7c291cd4-aa97-4867-8d2d-ebf5c1c3b419" providerId="ADAL" clId="{8FBD0129-C0BB-4F8A-B9D2-D31C5DC212F7}" dt="2025-10-26T17:04:03.263" v="94" actId="20577"/>
          <ac:spMkLst>
            <pc:docMk/>
            <pc:sldMk cId="3436977058" sldId="341"/>
            <ac:spMk id="14" creationId="{1AFA62B5-2ACA-4F58-8F8B-AC33CFA068C9}"/>
          </ac:spMkLst>
        </pc:spChg>
      </pc:sldChg>
      <pc:sldChg chg="modSp mod">
        <pc:chgData name="Yuli Jiang (CSD)" userId="7c291cd4-aa97-4867-8d2d-ebf5c1c3b419" providerId="ADAL" clId="{8FBD0129-C0BB-4F8A-B9D2-D31C5DC212F7}" dt="2025-10-26T17:10:32.599" v="179" actId="403"/>
        <pc:sldMkLst>
          <pc:docMk/>
          <pc:sldMk cId="2416238281" sldId="344"/>
        </pc:sldMkLst>
        <pc:spChg chg="mod">
          <ac:chgData name="Yuli Jiang (CSD)" userId="7c291cd4-aa97-4867-8d2d-ebf5c1c3b419" providerId="ADAL" clId="{8FBD0129-C0BB-4F8A-B9D2-D31C5DC212F7}" dt="2025-10-26T17:10:32.599" v="179" actId="403"/>
          <ac:spMkLst>
            <pc:docMk/>
            <pc:sldMk cId="2416238281" sldId="344"/>
            <ac:spMk id="3" creationId="{42BA46B0-BF10-4A7B-B2D9-852D353123EA}"/>
          </ac:spMkLst>
        </pc:spChg>
      </pc:sldChg>
    </pc:docChg>
  </pc:docChgLst>
  <pc:docChgLst>
    <pc:chgData name="Yim Pan Chui, Dr. (CSD)" userId="06f431c5-cc1a-4439-a61b-5f3af947c103" providerId="ADAL" clId="{626DDBE6-9F43-4BF1-9394-7153E6BA1858}"/>
    <pc:docChg chg="undo custSel modSld">
      <pc:chgData name="Yim Pan Chui, Dr. (CSD)" userId="06f431c5-cc1a-4439-a61b-5f3af947c103" providerId="ADAL" clId="{626DDBE6-9F43-4BF1-9394-7153E6BA1858}" dt="2024-03-15T15:22:33.456" v="256" actId="113"/>
      <pc:docMkLst>
        <pc:docMk/>
      </pc:docMkLst>
      <pc:sldChg chg="modSp mod">
        <pc:chgData name="Yim Pan Chui, Dr. (CSD)" userId="06f431c5-cc1a-4439-a61b-5f3af947c103" providerId="ADAL" clId="{626DDBE6-9F43-4BF1-9394-7153E6BA1858}" dt="2024-03-15T15:22:33.456" v="256" actId="113"/>
        <pc:sldMkLst>
          <pc:docMk/>
          <pc:sldMk cId="3565715760" sldId="324"/>
        </pc:sldMkLst>
      </pc:sldChg>
      <pc:sldChg chg="modSp mod">
        <pc:chgData name="Yim Pan Chui, Dr. (CSD)" userId="06f431c5-cc1a-4439-a61b-5f3af947c103" providerId="ADAL" clId="{626DDBE6-9F43-4BF1-9394-7153E6BA1858}" dt="2024-03-15T15:00:24.503" v="5" actId="13926"/>
        <pc:sldMkLst>
          <pc:docMk/>
          <pc:sldMk cId="1726000368" sldId="325"/>
        </pc:sldMkLst>
      </pc:sldChg>
      <pc:sldChg chg="addSp modSp mod">
        <pc:chgData name="Yim Pan Chui, Dr. (CSD)" userId="06f431c5-cc1a-4439-a61b-5f3af947c103" providerId="ADAL" clId="{626DDBE6-9F43-4BF1-9394-7153E6BA1858}" dt="2024-03-15T15:02:55.505" v="36" actId="14100"/>
        <pc:sldMkLst>
          <pc:docMk/>
          <pc:sldMk cId="2668770394" sldId="326"/>
        </pc:sldMkLst>
      </pc:sldChg>
      <pc:sldChg chg="modSp">
        <pc:chgData name="Yim Pan Chui, Dr. (CSD)" userId="06f431c5-cc1a-4439-a61b-5f3af947c103" providerId="ADAL" clId="{626DDBE6-9F43-4BF1-9394-7153E6BA1858}" dt="2024-03-15T15:04:17.412" v="44" actId="13926"/>
        <pc:sldMkLst>
          <pc:docMk/>
          <pc:sldMk cId="169882404" sldId="327"/>
        </pc:sldMkLst>
      </pc:sldChg>
      <pc:sldChg chg="modSp mod">
        <pc:chgData name="Yim Pan Chui, Dr. (CSD)" userId="06f431c5-cc1a-4439-a61b-5f3af947c103" providerId="ADAL" clId="{626DDBE6-9F43-4BF1-9394-7153E6BA1858}" dt="2024-03-15T15:04:36.648" v="45" actId="14100"/>
        <pc:sldMkLst>
          <pc:docMk/>
          <pc:sldMk cId="1460892543" sldId="328"/>
        </pc:sldMkLst>
      </pc:sldChg>
      <pc:sldChg chg="modSp mod">
        <pc:chgData name="Yim Pan Chui, Dr. (CSD)" userId="06f431c5-cc1a-4439-a61b-5f3af947c103" providerId="ADAL" clId="{626DDBE6-9F43-4BF1-9394-7153E6BA1858}" dt="2024-03-15T15:09:15.445" v="159" actId="20577"/>
        <pc:sldMkLst>
          <pc:docMk/>
          <pc:sldMk cId="4269089495" sldId="330"/>
        </pc:sldMkLst>
      </pc:sldChg>
      <pc:sldChg chg="addSp delSp modSp mod">
        <pc:chgData name="Yim Pan Chui, Dr. (CSD)" userId="06f431c5-cc1a-4439-a61b-5f3af947c103" providerId="ADAL" clId="{626DDBE6-9F43-4BF1-9394-7153E6BA1858}" dt="2024-03-15T15:13:35.165" v="204" actId="14100"/>
        <pc:sldMkLst>
          <pc:docMk/>
          <pc:sldMk cId="2774011410" sldId="331"/>
        </pc:sldMkLst>
      </pc:sldChg>
      <pc:sldChg chg="modSp mod">
        <pc:chgData name="Yim Pan Chui, Dr. (CSD)" userId="06f431c5-cc1a-4439-a61b-5f3af947c103" providerId="ADAL" clId="{626DDBE6-9F43-4BF1-9394-7153E6BA1858}" dt="2024-03-15T15:17:08.587" v="229" actId="20577"/>
        <pc:sldMkLst>
          <pc:docMk/>
          <pc:sldMk cId="4024607104" sldId="332"/>
        </pc:sldMkLst>
      </pc:sldChg>
      <pc:sldChg chg="modSp">
        <pc:chgData name="Yim Pan Chui, Dr. (CSD)" userId="06f431c5-cc1a-4439-a61b-5f3af947c103" providerId="ADAL" clId="{626DDBE6-9F43-4BF1-9394-7153E6BA1858}" dt="2024-03-15T15:18:44.357" v="235" actId="113"/>
        <pc:sldMkLst>
          <pc:docMk/>
          <pc:sldMk cId="4020930004" sldId="336"/>
        </pc:sldMkLst>
      </pc:sldChg>
      <pc:sldChg chg="modSp mod">
        <pc:chgData name="Yim Pan Chui, Dr. (CSD)" userId="06f431c5-cc1a-4439-a61b-5f3af947c103" providerId="ADAL" clId="{626DDBE6-9F43-4BF1-9394-7153E6BA1858}" dt="2024-03-15T15:20:32.826" v="244" actId="13926"/>
        <pc:sldMkLst>
          <pc:docMk/>
          <pc:sldMk cId="3436977058" sldId="341"/>
        </pc:sldMkLst>
      </pc:sldChg>
      <pc:sldChg chg="modSp mod">
        <pc:chgData name="Yim Pan Chui, Dr. (CSD)" userId="06f431c5-cc1a-4439-a61b-5f3af947c103" providerId="ADAL" clId="{626DDBE6-9F43-4BF1-9394-7153E6BA1858}" dt="2024-03-15T15:21:59.472" v="253" actId="20577"/>
        <pc:sldMkLst>
          <pc:docMk/>
          <pc:sldMk cId="3327888174" sldId="342"/>
        </pc:sldMkLst>
      </pc:sldChg>
      <pc:sldChg chg="addSp modSp mod modAnim">
        <pc:chgData name="Yim Pan Chui, Dr. (CSD)" userId="06f431c5-cc1a-4439-a61b-5f3af947c103" providerId="ADAL" clId="{626DDBE6-9F43-4BF1-9394-7153E6BA1858}" dt="2024-03-15T15:07:58.945" v="56"/>
        <pc:sldMkLst>
          <pc:docMk/>
          <pc:sldMk cId="1250936671" sldId="3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99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44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35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22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int G1,G2;</a:t>
            </a:r>
          </a:p>
          <a:p>
            <a:r>
              <a:rPr lang="en-US" altLang="zh-CN" dirty="0"/>
              <a:t>void test(int A[], int A1,int G1) {</a:t>
            </a:r>
          </a:p>
          <a:p>
            <a:r>
              <a:rPr lang="en-US" altLang="zh-CN" dirty="0"/>
              <a:t>    A[0] = 1;</a:t>
            </a:r>
          </a:p>
          <a:p>
            <a:r>
              <a:rPr lang="en-US" altLang="zh-CN" dirty="0"/>
              <a:t>    A1=2;</a:t>
            </a:r>
          </a:p>
          <a:p>
            <a:r>
              <a:rPr lang="en-US" altLang="zh-CN" dirty="0"/>
              <a:t>    G1=3;</a:t>
            </a:r>
          </a:p>
          <a:p>
            <a:r>
              <a:rPr lang="en-US" altLang="zh-CN" dirty="0"/>
              <a:t>    G2=4;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int main(void) {</a:t>
            </a:r>
          </a:p>
          <a:p>
            <a:r>
              <a:rPr lang="en-US" altLang="zh-CN" dirty="0"/>
              <a:t>    int A[3] = { 0 };</a:t>
            </a:r>
          </a:p>
          <a:p>
            <a:r>
              <a:rPr lang="en-US" altLang="zh-CN" dirty="0"/>
              <a:t>    int A1 = 0;</a:t>
            </a:r>
          </a:p>
          <a:p>
            <a:r>
              <a:rPr lang="en-US" altLang="zh-CN" dirty="0"/>
              <a:t>    G1=G2=0;</a:t>
            </a:r>
          </a:p>
          <a:p>
            <a:r>
              <a:rPr lang="en-US" altLang="zh-CN" dirty="0"/>
              <a:t>    test(A, A1,G2);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("%d %d %d %d\n", A[0], A1,G1,G2);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23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387A-CC9E-7A5E-6217-4F7EAF7D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C64B1-CAA7-0DBF-7514-636BFAB4F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7C356-0E1C-5C03-091E-1D702F3AA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3179A-1978-B355-1723-788EF861C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7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500" y="1979613"/>
            <a:ext cx="10287000" cy="2898773"/>
          </a:xfrm>
        </p:spPr>
        <p:txBody>
          <a:bodyPr>
            <a:normAutofit/>
          </a:bodyPr>
          <a:lstStyle/>
          <a:p>
            <a:r>
              <a:rPr lang="en-US" sz="4800" b="1" dirty="0"/>
              <a:t>Passing Arrays to Functions</a:t>
            </a:r>
            <a:br>
              <a:rPr lang="en-US" sz="4800" b="1" dirty="0"/>
            </a:br>
            <a:br>
              <a:rPr lang="en-US" sz="4800" b="1" dirty="0">
                <a:cs typeface="Calibri"/>
              </a:rPr>
            </a:br>
            <a:r>
              <a:rPr lang="en-US" sz="4000" b="1" dirty="0"/>
              <a:t>Concept of Pass-by-Value &amp; Pass-by-Reference</a:t>
            </a:r>
            <a:endParaRPr lang="en-US" sz="2400" b="1" dirty="0">
              <a:cs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Passing a 1-D array to a function</a:t>
            </a:r>
          </a:p>
          <a:p>
            <a:endParaRPr lang="en-US" sz="4000" dirty="0"/>
          </a:p>
          <a:p>
            <a:r>
              <a:rPr lang="en-US" sz="4000" dirty="0"/>
              <a:t>An array is passed by reference</a:t>
            </a:r>
          </a:p>
          <a:p>
            <a:endParaRPr lang="en-US" sz="4000" dirty="0"/>
          </a:p>
          <a:p>
            <a:r>
              <a:rPr lang="en-US" sz="4000" dirty="0"/>
              <a:t>Passing a 2-D array to a function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D815-15D4-4CF9-B065-3D0F1790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 Passing a 1-D Array to a Function</a:t>
            </a:r>
            <a:endParaRPr lang="en-US" sz="400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99B8-4D64-4AA3-B447-989E46458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Why do we mention specifically about passing arrays to functions?</a:t>
            </a:r>
          </a:p>
          <a:p>
            <a:r>
              <a:rPr lang="en-US" b="1" dirty="0">
                <a:cs typeface="Calibri"/>
              </a:rPr>
              <a:t>Short Answer:</a:t>
            </a:r>
            <a:r>
              <a:rPr lang="en-US" dirty="0">
                <a:cs typeface="Calibri"/>
              </a:rPr>
              <a:t> There are both syntactical and conceptual issues.</a:t>
            </a:r>
          </a:p>
          <a:p>
            <a:pPr lvl="1"/>
            <a:r>
              <a:rPr lang="en-US" dirty="0">
                <a:cs typeface="Calibri"/>
              </a:rPr>
              <a:t>Let's start with syntax 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7E862-74EF-4AAC-B2E3-0A52C2DA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1027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1. Passing a 1-D Array to a Function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array []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A[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}, B[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5 );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Output "1 2 3 4 5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10 );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Output "0 0 0 0 0 0 0 0 0 0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3 );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Output "1 2 3 "</a:t>
            </a:r>
            <a:endParaRPr lang="en-US" altLang="zh-TW" b="0" dirty="0">
              <a:solidFill>
                <a:srgbClr val="00206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B17B469-2774-4247-B928-F08B48F0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0036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114800" y="1016000"/>
            <a:ext cx="15240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1. 1-D Arrays as Formal Parameters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array [],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}, B[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5 );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4 5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B, 10 );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"0 0 0 0 0 0 0 0 0 0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3 );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7058332" y="1493838"/>
            <a:ext cx="4171336" cy="1638301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Needs a pair of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[]</a:t>
            </a:r>
            <a:r>
              <a:rPr lang="en-US" altLang="zh-TW" sz="2400" dirty="0">
                <a:ea typeface="新細明體" pitchFamily="18" charset="-120"/>
              </a:rPr>
              <a:t> after the parameter name.</a:t>
            </a:r>
          </a:p>
          <a:p>
            <a:pPr marL="0" indent="0">
              <a:buNone/>
            </a:pPr>
            <a:r>
              <a:rPr lang="en-US" altLang="zh-TW" sz="2400" dirty="0">
                <a:ea typeface="新細明體"/>
              </a:rPr>
              <a:t>Number inside </a:t>
            </a:r>
            <a:r>
              <a:rPr lang="en-US" altLang="zh-TW" sz="2400" b="1" dirty="0">
                <a:latin typeface="Consolas"/>
                <a:ea typeface="新細明體"/>
              </a:rPr>
              <a:t>[]</a:t>
            </a:r>
            <a:r>
              <a:rPr lang="en-US" altLang="zh-TW" sz="2400" dirty="0">
                <a:ea typeface="新細明體"/>
              </a:rPr>
              <a:t>, if any, is </a:t>
            </a:r>
            <a:r>
              <a:rPr lang="en-US" altLang="zh-TW" sz="2400" dirty="0">
                <a:solidFill>
                  <a:srgbClr val="FF0000"/>
                </a:solidFill>
                <a:ea typeface="新細明體"/>
              </a:rPr>
              <a:t>ignored</a:t>
            </a:r>
            <a:r>
              <a:rPr lang="en-US" altLang="zh-TW" sz="2400" dirty="0">
                <a:ea typeface="新細明體"/>
              </a:rPr>
              <a:t> inside the function.</a:t>
            </a:r>
            <a:endParaRPr lang="en-US" altLang="zh-TW" sz="24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0903AFD-F01B-B849-9773-FD1461F1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80C36AC-B851-7A2C-7E46-B5F5B7C23530}"/>
              </a:ext>
            </a:extLst>
          </p:cNvPr>
          <p:cNvCxnSpPr>
            <a:cxnSpLocks/>
          </p:cNvCxnSpPr>
          <p:nvPr/>
        </p:nvCxnSpPr>
        <p:spPr>
          <a:xfrm flipH="1" flipV="1">
            <a:off x="5562600" y="1311276"/>
            <a:ext cx="1495732" cy="2381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7703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62400" y="4038600"/>
            <a:ext cx="381000" cy="685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1. 1-D Arrays as Actual Parameters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array [],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}, B[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5 );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4 5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B, 10 );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"0 0 0 0 0 0 0 0 0 0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3 );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7207786" y="1496458"/>
            <a:ext cx="4953000" cy="1905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The actual parameter (argument) can be a 1-D array of the </a:t>
            </a:r>
            <a:r>
              <a:rPr lang="en-US" altLang="zh-TW" sz="2400" dirty="0">
                <a:highlight>
                  <a:srgbClr val="FFFF00"/>
                </a:highlight>
                <a:ea typeface="新細明體" pitchFamily="18" charset="-120"/>
              </a:rPr>
              <a:t>same data type </a:t>
            </a:r>
            <a:r>
              <a:rPr lang="en-US" altLang="zh-TW" sz="2400" dirty="0">
                <a:ea typeface="新細明體" pitchFamily="18" charset="-120"/>
              </a:rPr>
              <a:t>of </a:t>
            </a:r>
            <a:r>
              <a:rPr lang="en-US" altLang="zh-TW" sz="2400" dirty="0">
                <a:highlight>
                  <a:srgbClr val="FFFF00"/>
                </a:highlight>
                <a:ea typeface="新細明體" pitchFamily="18" charset="-120"/>
              </a:rPr>
              <a:t>ANY size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0" indent="0"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The array name, "</a:t>
            </a:r>
            <a:r>
              <a:rPr lang="en-US" altLang="zh-TW" sz="2400" b="1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" or "</a:t>
            </a:r>
            <a:r>
              <a:rPr lang="en-US" altLang="zh-TW" sz="2400" b="1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", already represents an "array of </a:t>
            </a:r>
            <a:r>
              <a:rPr lang="en-US" altLang="zh-TW" sz="2400" b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ea typeface="新細明體" pitchFamily="18" charset="-120"/>
              </a:rPr>
              <a:t>".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80D109E-CCA4-474D-961F-1F75D1B1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2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368800" y="4025900"/>
            <a:ext cx="381000" cy="927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791200" y="1003300"/>
            <a:ext cx="16891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1. Indicating Array Size via a Parameter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array [],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}, B[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5 );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4 5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B, 10 );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"0 0 0 0 0 0 0 0 0 0 "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3 );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7485808" y="1492253"/>
            <a:ext cx="4572000" cy="16129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The function is </a:t>
            </a:r>
            <a:r>
              <a:rPr lang="en-US" altLang="zh-TW" sz="2400" b="1" i="1" dirty="0">
                <a:ea typeface="新細明體" pitchFamily="18" charset="-120"/>
              </a:rPr>
              <a:t>unaware</a:t>
            </a:r>
            <a:r>
              <a:rPr lang="en-US" altLang="zh-TW" sz="2400" dirty="0">
                <a:ea typeface="新細明體" pitchFamily="18" charset="-120"/>
              </a:rPr>
              <a:t> of the size of the actual parameter; the size is usually indicated using a separate parameter.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617231A-F95C-5F46-991E-DAF09297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925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44ED-9027-44DA-9A02-393BB1C5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 A Curious Example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26EDF-5063-4F34-8ACD-21B6262E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1F51E81-B3FA-4B00-A23E-B3E1B79FE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4" y="981035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clear(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A[]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size,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&lt; </a:t>
            </a:r>
            <a:r>
              <a:rPr lang="en-US" b="0" dirty="0">
                <a:latin typeface="Consolas"/>
                <a:ea typeface="新細明體"/>
                <a:cs typeface="Consolas" panose="020B0609020204030204" pitchFamily="49" charset="0"/>
              </a:rPr>
              <a:t>size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A[</a:t>
            </a:r>
            <a:r>
              <a:rPr lang="en-US" altLang="zh-TW" b="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] = </a:t>
            </a:r>
            <a:r>
              <a:rPr lang="en-US" altLang="zh-TW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B = </a:t>
            </a:r>
            <a:r>
              <a:rPr lang="en-US" altLang="zh-TW" b="0" dirty="0">
                <a:solidFill>
                  <a:schemeClr val="accent5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C[</a:t>
            </a:r>
            <a:r>
              <a:rPr lang="en-US" altLang="zh-TW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]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{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2060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10;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clear(</a:t>
            </a:r>
            <a:r>
              <a:rPr lang="en-US" altLang="zh-TW" b="0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C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"%d %d %d %d\n"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C[0], C[1], C[2], D);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322FA77-CF3A-491D-9581-104C7F56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81035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1AFA62B5-2ACA-4F58-8F8B-AC33CFA068C9}"/>
              </a:ext>
            </a:extLst>
          </p:cNvPr>
          <p:cNvSpPr txBox="1">
            <a:spLocks noChangeArrowheads="1"/>
          </p:cNvSpPr>
          <p:nvPr/>
        </p:nvSpPr>
        <p:spPr>
          <a:xfrm>
            <a:off x="6477000" y="1871341"/>
            <a:ext cx="5531843" cy="17239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3200" b="1" dirty="0">
                <a:ea typeface="新細明體"/>
                <a:cs typeface="Calibri"/>
              </a:rPr>
              <a:t>What is the output?</a:t>
            </a:r>
          </a:p>
          <a:p>
            <a:pPr marL="0" indent="0">
              <a:buNone/>
            </a:pPr>
            <a:endParaRPr lang="en-US" altLang="zh-TW" sz="400" b="1" dirty="0">
              <a:ea typeface="新細明體"/>
              <a:cs typeface="Calibri"/>
            </a:endParaRPr>
          </a:p>
          <a:p>
            <a:pPr marL="0" indent="0">
              <a:buNone/>
            </a:pPr>
            <a:r>
              <a:rPr lang="en-US" altLang="zh-TW" sz="3200" b="1" dirty="0">
                <a:ea typeface="新細明體"/>
                <a:cs typeface="Calibri"/>
              </a:rPr>
              <a:t>Any difference between parameter int A[] and int B?</a:t>
            </a:r>
            <a:endParaRPr lang="en-US" altLang="zh-TW" sz="3200" b="1" dirty="0">
              <a:ea typeface="新細明體" pitchFamily="18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69770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44ED-9027-44DA-9A02-393BB1C5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 A Curious Example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26EDF-5063-4F34-8ACD-21B6262E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1F51E81-B3FA-4B00-A23E-B3E1B79FE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4" y="981035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clear(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A[]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size,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&lt; </a:t>
            </a:r>
            <a:r>
              <a:rPr lang="en-US" altLang="zh-HK" b="0" dirty="0">
                <a:latin typeface="Consolas"/>
                <a:ea typeface="新細明體"/>
                <a:cs typeface="Consolas" panose="020B0609020204030204" pitchFamily="49" charset="0"/>
              </a:rPr>
              <a:t>size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A[</a:t>
            </a:r>
            <a:r>
              <a:rPr lang="en-US" altLang="zh-TW" b="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] = </a:t>
            </a:r>
            <a:r>
              <a:rPr lang="en-US" altLang="zh-TW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B = </a:t>
            </a:r>
            <a:r>
              <a:rPr lang="en-US" altLang="zh-TW" b="0" dirty="0">
                <a:solidFill>
                  <a:schemeClr val="accent5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C[</a:t>
            </a:r>
            <a:r>
              <a:rPr lang="en-US" altLang="zh-TW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]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{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HK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HK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HK" b="0" dirty="0">
                <a:solidFill>
                  <a:srgbClr val="002060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</a:t>
            </a:r>
            <a:r>
              <a:rPr lang="en-US" altLang="zh-HK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10;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clear(</a:t>
            </a:r>
            <a:r>
              <a:rPr lang="en-US" altLang="zh-TW" b="0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C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"%d %d %d %d\n"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C[0], C[1], C[2], D);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322FA77-CF3A-491D-9581-104C7F56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81035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1AFA62B5-2ACA-4F58-8F8B-AC33CFA068C9}"/>
              </a:ext>
            </a:extLst>
          </p:cNvPr>
          <p:cNvSpPr txBox="1">
            <a:spLocks noChangeArrowheads="1"/>
          </p:cNvSpPr>
          <p:nvPr/>
        </p:nvSpPr>
        <p:spPr>
          <a:xfrm>
            <a:off x="7086600" y="1447800"/>
            <a:ext cx="4953000" cy="2667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3200" b="1">
                <a:ea typeface="新細明體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•"/>
            </a:lvl4pPr>
            <a:lvl5pPr marL="2057400" indent="-228600">
              <a:spcBef>
                <a:spcPct val="20000"/>
              </a:spcBef>
              <a:buFont typeface="Arial" pitchFamily="34" charset="0"/>
              <a:buChar char="•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zh-TW" sz="2800" dirty="0"/>
              <a:t>The actual output is:</a:t>
            </a:r>
          </a:p>
          <a:p>
            <a:r>
              <a:rPr lang="en-US" altLang="zh-TW" sz="2800" dirty="0"/>
              <a:t>0 0 0 10</a:t>
            </a:r>
          </a:p>
          <a:p>
            <a:r>
              <a:rPr lang="en-US" altLang="zh-TW" sz="2800" dirty="0"/>
              <a:t>Array C is updated by function</a:t>
            </a:r>
          </a:p>
          <a:p>
            <a:r>
              <a:rPr lang="en-US" altLang="zh-TW" sz="2800" dirty="0"/>
              <a:t>But integer D doesn’t</a:t>
            </a:r>
          </a:p>
          <a:p>
            <a:r>
              <a:rPr lang="en-US" altLang="zh-TW" sz="2800" dirty="0"/>
              <a:t>Why would that be?</a:t>
            </a:r>
          </a:p>
        </p:txBody>
      </p:sp>
    </p:spTree>
    <p:extLst>
      <p:ext uri="{BB962C8B-B14F-4D97-AF65-F5344CB8AC3E}">
        <p14:creationId xmlns:p14="http://schemas.microsoft.com/office/powerpoint/2010/main" val="3327888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9" y="76200"/>
            <a:ext cx="8844425" cy="838200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ea typeface="新細明體"/>
              </a:rPr>
              <a:t>2. Array is passed to a function by reference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11049000" cy="5029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When passed to a function via a parameter</a:t>
            </a:r>
          </a:p>
          <a:p>
            <a:pPr lvl="1"/>
            <a:r>
              <a:rPr lang="en-US" altLang="zh-TW" sz="3600" b="1" dirty="0">
                <a:ea typeface="新細明體" pitchFamily="18" charset="-120"/>
              </a:rPr>
              <a:t>The array is </a:t>
            </a:r>
            <a:r>
              <a:rPr lang="en-US" altLang="zh-TW" sz="3600" b="1" i="1" u="sng" dirty="0">
                <a:solidFill>
                  <a:srgbClr val="0070C0"/>
                </a:solidFill>
                <a:ea typeface="新細明體" pitchFamily="18" charset="-120"/>
              </a:rPr>
              <a:t>passed by reference</a:t>
            </a:r>
            <a:r>
              <a:rPr lang="en-US" altLang="zh-TW" sz="3600" b="1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3600" b="1" dirty="0"/>
              <a:t>The</a:t>
            </a:r>
            <a:r>
              <a:rPr lang="en-US" altLang="zh-TW" sz="3600" b="1" dirty="0">
                <a:ea typeface="新細明體" pitchFamily="18" charset="-120"/>
              </a:rPr>
              <a:t> ordinary variable is </a:t>
            </a:r>
            <a:r>
              <a:rPr lang="en-US" altLang="zh-TW" sz="3600" b="1" i="1" u="sng" dirty="0">
                <a:solidFill>
                  <a:srgbClr val="0070C0"/>
                </a:solidFill>
                <a:ea typeface="新細明體" pitchFamily="18" charset="-120"/>
              </a:rPr>
              <a:t>passed by value</a:t>
            </a:r>
            <a:r>
              <a:rPr lang="en-US" altLang="zh-TW" sz="3600" b="1" dirty="0">
                <a:ea typeface="新細明體" pitchFamily="18" charset="-120"/>
              </a:rPr>
              <a:t>.</a:t>
            </a:r>
          </a:p>
          <a:p>
            <a:pPr lvl="7"/>
            <a:endParaRPr lang="en-US" altLang="zh-TW" sz="1800" u="sng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When a parameter is passed by reference, </a:t>
            </a:r>
            <a:r>
              <a:rPr lang="en-US" altLang="zh-TW" u="sng" dirty="0">
                <a:ea typeface="新細明體" pitchFamily="18" charset="-120"/>
              </a:rPr>
              <a:t>modifying the formal parameter has the same effect on the actual parameter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lvl="8"/>
            <a:endParaRPr lang="en-US" altLang="zh-TW" sz="1800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That is, </a:t>
            </a:r>
            <a:r>
              <a:rPr lang="en-US" altLang="zh-TW" b="1" dirty="0">
                <a:ea typeface="新細明體" pitchFamily="18" charset="-120"/>
              </a:rPr>
              <a:t>an array parameter </a:t>
            </a:r>
            <a:r>
              <a:rPr lang="en-US" altLang="zh-TW" dirty="0">
                <a:ea typeface="新細明體" pitchFamily="18" charset="-120"/>
              </a:rPr>
              <a:t>is </a:t>
            </a:r>
            <a:r>
              <a:rPr lang="en-US" altLang="zh-TW" dirty="0">
                <a:highlight>
                  <a:srgbClr val="FFFF00"/>
                </a:highlight>
                <a:ea typeface="新細明體" pitchFamily="18" charset="-120"/>
              </a:rPr>
              <a:t>SHARED</a:t>
            </a:r>
            <a:r>
              <a:rPr lang="en-US" altLang="zh-TW" dirty="0">
                <a:ea typeface="新細明體" pitchFamily="18" charset="-120"/>
              </a:rPr>
              <a:t> between two </a:t>
            </a:r>
            <a:r>
              <a:rPr lang="en-US" altLang="zh-TW" b="1" dirty="0">
                <a:ea typeface="新細明體" pitchFamily="18" charset="-120"/>
              </a:rPr>
              <a:t>functions</a:t>
            </a:r>
            <a:r>
              <a:rPr lang="en-US" altLang="zh-TW" dirty="0">
                <a:ea typeface="新細明體" pitchFamily="18" charset="-120"/>
              </a:rPr>
              <a:t>, as an actual parameter at the caller side AND as a formal parameter at the </a:t>
            </a:r>
            <a:r>
              <a:rPr lang="en-US" altLang="zh-TW" dirty="0" err="1">
                <a:ea typeface="新細明體" pitchFamily="18" charset="-120"/>
              </a:rPr>
              <a:t>callee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3782C3D-975E-8849-8BE2-1998AB26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1576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ea typeface="新細明體"/>
              </a:rPr>
              <a:t>2. When an </a:t>
            </a:r>
            <a:r>
              <a:rPr lang="en-US" altLang="zh-TW" sz="3600" dirty="0" err="1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3600" dirty="0">
                <a:ea typeface="新細明體"/>
              </a:rPr>
              <a:t> parameter is passed by value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clear(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a = </a:t>
            </a:r>
            <a:r>
              <a:rPr lang="en-US" altLang="zh-TW" sz="2000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b = </a:t>
            </a:r>
            <a:r>
              <a:rPr lang="en-US" altLang="zh-TW" sz="2000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clear(b);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After line 8 is executed, 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b remains 5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70572"/>
              </p:ext>
            </p:extLst>
          </p:nvPr>
        </p:nvGraphicFramePr>
        <p:xfrm>
          <a:off x="7582785" y="3048000"/>
          <a:ext cx="56340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4953000" y="4594204"/>
            <a:ext cx="7086600" cy="2289364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When a parameter is </a:t>
            </a:r>
            <a:r>
              <a:rPr lang="en-US" altLang="zh-TW" sz="2400" b="1" u="sng" dirty="0">
                <a:ea typeface="新細明體" pitchFamily="18" charset="-120"/>
              </a:rPr>
              <a:t>passed by value</a:t>
            </a:r>
            <a:r>
              <a:rPr lang="en-US" altLang="zh-TW" sz="2400" dirty="0">
                <a:ea typeface="新細明體" pitchFamily="18" charset="-120"/>
              </a:rPr>
              <a:t>, the value of the actual parameter is </a:t>
            </a:r>
            <a:r>
              <a:rPr lang="en-US" altLang="zh-TW" sz="2400" b="1" u="sng" dirty="0">
                <a:ea typeface="新細明體" pitchFamily="18" charset="-120"/>
              </a:rPr>
              <a:t>copied</a:t>
            </a:r>
            <a:r>
              <a:rPr lang="en-US" altLang="zh-TW" sz="2400" dirty="0">
                <a:ea typeface="新細明體" pitchFamily="18" charset="-120"/>
              </a:rPr>
              <a:t> to the formal parameter; they have their own storage space.</a:t>
            </a:r>
          </a:p>
          <a:p>
            <a:pPr marL="0" indent="0">
              <a:buNone/>
            </a:pPr>
            <a:endParaRPr lang="en-US" altLang="zh-TW" sz="700" dirty="0">
              <a:ea typeface="新細明體" pitchFamily="18" charset="-120"/>
              <a:cs typeface="Calibri"/>
            </a:endParaRPr>
          </a:p>
          <a:p>
            <a:pPr marL="0" indent="0">
              <a:buNone/>
            </a:pPr>
            <a:r>
              <a:rPr lang="en-US" altLang="zh-TW" sz="2400" dirty="0">
                <a:ea typeface="新細明體"/>
                <a:cs typeface="Calibri"/>
              </a:rPr>
              <a:t>If you print the addresses of </a:t>
            </a:r>
            <a:r>
              <a:rPr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sz="2400" dirty="0">
                <a:ea typeface="新細明體"/>
                <a:cs typeface="Calibri"/>
              </a:rPr>
              <a:t> and </a:t>
            </a:r>
            <a:r>
              <a:rPr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sz="2400" dirty="0">
                <a:ea typeface="新細明體"/>
                <a:cs typeface="Calibri"/>
              </a:rPr>
              <a:t>, they are obviously </a:t>
            </a:r>
            <a:r>
              <a:rPr lang="en-US" altLang="zh-TW" sz="2400" b="1" dirty="0">
                <a:ea typeface="新細明體"/>
                <a:cs typeface="Calibri"/>
              </a:rPr>
              <a:t>two different memory locations</a:t>
            </a:r>
            <a:endParaRPr lang="en-US" altLang="zh-TW" sz="2400" b="1" dirty="0">
              <a:ea typeface="新細明體" pitchFamily="18" charset="-120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3430" y="30919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388265"/>
              </p:ext>
            </p:extLst>
          </p:nvPr>
        </p:nvGraphicFramePr>
        <p:xfrm>
          <a:off x="7565390" y="1041202"/>
          <a:ext cx="56340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16035" y="1085136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8" name="Curved Up Arrow 7"/>
          <p:cNvSpPr/>
          <p:nvPr/>
        </p:nvSpPr>
        <p:spPr>
          <a:xfrm rot="16200000">
            <a:off x="7562791" y="1751949"/>
            <a:ext cx="2191464" cy="857839"/>
          </a:xfrm>
          <a:prstGeom prst="curvedUpArrow">
            <a:avLst>
              <a:gd name="adj1" fmla="val 14573"/>
              <a:gd name="adj2" fmla="val 48508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0" y="1740304"/>
            <a:ext cx="1909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Value of b is copied to a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04F6125B-2382-7F43-BCB8-E8CDFDD4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894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2.</a:t>
            </a:r>
            <a:r>
              <a:rPr lang="en-US" altLang="zh-TW" sz="3600" dirty="0">
                <a:ea typeface="新細明體"/>
              </a:rPr>
              <a:t>When a parameter is passed by reference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clear(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[],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A[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B[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clear(B,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After line 10 is executed, 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all elements of B will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become 0's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456870"/>
              </p:ext>
            </p:extLst>
          </p:nvPr>
        </p:nvGraphicFramePr>
        <p:xfrm>
          <a:off x="7563735" y="3619500"/>
          <a:ext cx="28170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5943600" y="1028701"/>
            <a:ext cx="4711700" cy="1904999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When a parameter is </a:t>
            </a:r>
            <a:r>
              <a:rPr lang="en-US" altLang="zh-TW" sz="2400" b="1" u="sng" dirty="0">
                <a:ea typeface="新細明體" pitchFamily="18" charset="-120"/>
              </a:rPr>
              <a:t>passed by reference</a:t>
            </a:r>
            <a:r>
              <a:rPr lang="en-US" altLang="zh-TW" sz="2400" dirty="0">
                <a:ea typeface="新細明體" pitchFamily="18" charset="-120"/>
              </a:rPr>
              <a:t>, the formal parameter becomes an </a:t>
            </a:r>
            <a:r>
              <a:rPr lang="en-US" altLang="zh-TW" sz="2400" i="1" dirty="0">
                <a:ea typeface="新細明體" pitchFamily="18" charset="-120"/>
              </a:rPr>
              <a:t>alias</a:t>
            </a:r>
            <a:r>
              <a:rPr lang="en-US" altLang="zh-TW" sz="2400" dirty="0">
                <a:ea typeface="新細明體" pitchFamily="18" charset="-120"/>
              </a:rPr>
              <a:t> of the actual parameter during the function call.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4380" y="36634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6326981" y="4419600"/>
            <a:ext cx="4328319" cy="18288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In this example, the formal parameter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and the actual parameter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 refer to the same array during the function call.</a:t>
            </a: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4114800" y="1295400"/>
            <a:ext cx="3349784" cy="23241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290B37C-4E48-3644-9D09-E018F776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45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ea typeface="新細明體"/>
              </a:rPr>
              <a:t>2. When a parameter is passed by reference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clear(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A[],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N)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for (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&lt; N;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    A[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] =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Arial"/>
              </a:rPr>
              <a:t>    </a:t>
            </a:r>
            <a:r>
              <a:rPr lang="en-US" b="0" dirty="0" err="1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printf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(</a:t>
            </a:r>
            <a:r>
              <a:rPr lang="en-US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"%p\n"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, &amp;A[0]);</a:t>
            </a:r>
            <a:endParaRPr lang="en-US" altLang="zh-TW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B[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clear(B,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b="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"%p\n"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, &amp;B[0]);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After line 11 is executed, 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all elements of B will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become 0's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5943600" y="1679111"/>
            <a:ext cx="4716482" cy="1254589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/>
              </a:rPr>
              <a:t>If you print the addresses of </a:t>
            </a:r>
            <a:r>
              <a:rPr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sz="2400" dirty="0">
                <a:ea typeface="新細明體"/>
              </a:rPr>
              <a:t> and </a:t>
            </a:r>
            <a:r>
              <a:rPr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sz="2400" dirty="0">
                <a:ea typeface="新細明體"/>
              </a:rPr>
              <a:t>, you will find that they have the </a:t>
            </a:r>
            <a:r>
              <a:rPr lang="en-US" altLang="zh-TW" sz="2400" b="1" dirty="0">
                <a:ea typeface="新細明體"/>
              </a:rPr>
              <a:t>same address</a:t>
            </a:r>
            <a:r>
              <a:rPr lang="en-US" altLang="zh-TW" sz="2400" dirty="0">
                <a:ea typeface="新細明體"/>
              </a:rPr>
              <a:t>.</a:t>
            </a:r>
            <a:endParaRPr lang="en-US" altLang="zh-TW" sz="2400" dirty="0">
              <a:ea typeface="新細明體" pitchFamily="18" charset="-120"/>
              <a:cs typeface="Calibr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8B5A41-64A0-A845-876F-168590BE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19F321-3B05-B594-87CD-8EC36E7CE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50648"/>
              </p:ext>
            </p:extLst>
          </p:nvPr>
        </p:nvGraphicFramePr>
        <p:xfrm>
          <a:off x="7563735" y="3619500"/>
          <a:ext cx="28170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9AA572-2B42-48E2-ABED-EEB6D72E320A}"/>
              </a:ext>
            </a:extLst>
          </p:cNvPr>
          <p:cNvSpPr txBox="1"/>
          <p:nvPr/>
        </p:nvSpPr>
        <p:spPr>
          <a:xfrm>
            <a:off x="7114380" y="36634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D9EABA14-C266-E0DB-A898-187E0E7C7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9706" y="2543692"/>
            <a:ext cx="2458334" cy="111974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68358DD6-B3DC-133A-8AA5-A694DE9B8B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1" y="4015740"/>
            <a:ext cx="2458335" cy="40386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509366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107F-5C49-4F0D-B48E-14E2E765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3. Pass-by-value vs. Pass-by-reference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A46B0-BF10-4A7B-B2D9-852D3531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 most cases we would prefer pass-by-value for our functions.</a:t>
            </a:r>
          </a:p>
          <a:p>
            <a:pPr lvl="1"/>
            <a:r>
              <a:rPr lang="en-US" dirty="0">
                <a:cs typeface="Calibri"/>
              </a:rPr>
              <a:t>In C, we generally do not expect to change our actual parameters when we pass them into a function</a:t>
            </a:r>
          </a:p>
          <a:p>
            <a:pPr lvl="8"/>
            <a:endParaRPr lang="en-US" dirty="0">
              <a:cs typeface="Calibri"/>
            </a:endParaRPr>
          </a:p>
          <a:p>
            <a:r>
              <a:rPr lang="en-US" sz="3600" b="1" dirty="0">
                <a:cs typeface="Calibri"/>
              </a:rPr>
              <a:t>Pass-by-reference is most useful when you </a:t>
            </a:r>
            <a:r>
              <a:rPr lang="en-US" sz="3600" b="1" u="sng" dirty="0">
                <a:cs typeface="Calibri"/>
              </a:rPr>
              <a:t>wish to update the actual parameter passed in</a:t>
            </a:r>
            <a:r>
              <a:rPr lang="en-US" sz="3600" b="1" dirty="0">
                <a:cs typeface="Calibri"/>
              </a:rPr>
              <a:t>.</a:t>
            </a:r>
          </a:p>
          <a:p>
            <a:pPr lvl="8"/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At the end of the course you will get to learn how to pass ordinary variables (non-arrays) by reference (more accurately, to emulate).</a:t>
            </a:r>
            <a:endParaRPr lang="en-US" u="sng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7D747-21EC-499A-8BA4-953243AC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382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2800" dirty="0">
                <a:ea typeface="新細明體"/>
              </a:rPr>
              <a:t>3. Example: Using array to pass data from a </a:t>
            </a:r>
            <a:r>
              <a:rPr lang="en-US" altLang="zh-TW" sz="2800" dirty="0" err="1">
                <a:ea typeface="新細明體"/>
              </a:rPr>
              <a:t>callee</a:t>
            </a:r>
            <a:r>
              <a:rPr lang="en-US" altLang="zh-TW" sz="2800" dirty="0">
                <a:ea typeface="新細明體"/>
              </a:rPr>
              <a:t> to a caller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readIntegers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A[]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("%d", &amp;A[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B[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Pass an array to the function to store 10 input.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readIntegers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729D36E-0EF5-0248-9BBE-4632CC76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E19D3B-95D5-1937-5D7A-072EB2455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3388"/>
              </p:ext>
            </p:extLst>
          </p:nvPr>
        </p:nvGraphicFramePr>
        <p:xfrm>
          <a:off x="6057899" y="3063564"/>
          <a:ext cx="20574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8DFA78-4D20-19BC-3809-8824526365A1}"/>
              </a:ext>
            </a:extLst>
          </p:cNvPr>
          <p:cNvSpPr txBox="1"/>
          <p:nvPr/>
        </p:nvSpPr>
        <p:spPr>
          <a:xfrm>
            <a:off x="5661557" y="303762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F16B0E-92A3-10B6-854A-55FB7BAD5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85394"/>
              </p:ext>
            </p:extLst>
          </p:nvPr>
        </p:nvGraphicFramePr>
        <p:xfrm>
          <a:off x="8115299" y="3063564"/>
          <a:ext cx="20574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Line 9">
            <a:extLst>
              <a:ext uri="{FF2B5EF4-FFF2-40B4-BE49-F238E27FC236}">
                <a16:creationId xmlns:a16="http://schemas.microsoft.com/office/drawing/2014/main" id="{487DBDED-ED8C-EF93-140E-E50CA5AB6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6873" y="2277486"/>
            <a:ext cx="1119063" cy="78607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06BC3091-E417-E4C6-6BD4-2DD9541DF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918" y="2192531"/>
            <a:ext cx="1469980" cy="871033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77401141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E98F3-030E-DF40-D9F7-432FA28C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F44C-FFDA-5F0E-25C7-8A43C774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36A9-D654-B218-413D-8F8210FC3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Passing a 1-D array to a function</a:t>
            </a:r>
          </a:p>
          <a:p>
            <a:endParaRPr lang="en-US" sz="4000" dirty="0"/>
          </a:p>
          <a:p>
            <a:r>
              <a:rPr lang="en-US" sz="4000" dirty="0"/>
              <a:t>An array is passed by reference</a:t>
            </a:r>
          </a:p>
          <a:p>
            <a:endParaRPr lang="en-US" sz="4000" dirty="0"/>
          </a:p>
          <a:p>
            <a:r>
              <a:rPr lang="en-US" sz="4000" b="1" dirty="0"/>
              <a:t>Passing a 2-D array to a function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21753-0B0F-8E9F-A64B-D59A91EB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0331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4. Passing a 2-D Array to a Function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foo(int 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array[]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[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]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, int rows)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a1[24]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[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]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, a2[100]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[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]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, a3[10]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[</a:t>
            </a:r>
            <a:r>
              <a:rPr lang="en-US" altLang="zh-TW" sz="2000" b="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]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a1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, 24 );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a2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, 100 );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</a:t>
            </a:r>
            <a:r>
              <a:rPr lang="en-US" altLang="zh-TW" sz="2000" b="0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+mn-cs"/>
              </a:rPr>
              <a:t>a2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, 10 );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	// 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dimension, i.e. 2 != 64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91BF2CC-4124-4740-80BF-36B17250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0710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10000" y="990599"/>
            <a:ext cx="168275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4. 2-D Arrays as Formal Parameters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array[][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rows)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a2[100][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a3[10][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a1, 24 );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	// 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7772399" y="1181099"/>
            <a:ext cx="4432453" cy="1600201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>
                <a:ea typeface="新細明體" pitchFamily="18" charset="-120"/>
              </a:rPr>
              <a:t>The size of the 1</a:t>
            </a:r>
            <a:r>
              <a:rPr lang="en-US" altLang="zh-TW" baseline="30000" dirty="0">
                <a:ea typeface="新細明體" pitchFamily="18" charset="-120"/>
              </a:rPr>
              <a:t>st</a:t>
            </a:r>
            <a:r>
              <a:rPr lang="en-US" altLang="zh-TW" dirty="0">
                <a:ea typeface="新細明體" pitchFamily="18" charset="-120"/>
              </a:rPr>
              <a:t> dimension, if any, is ignored, </a:t>
            </a:r>
            <a:r>
              <a:rPr lang="en-US" altLang="zh-TW" b="1" dirty="0">
                <a:ea typeface="新細明體" pitchFamily="18" charset="-120"/>
              </a:rPr>
              <a:t>but</a:t>
            </a:r>
            <a:r>
              <a:rPr lang="en-US" altLang="zh-TW" dirty="0">
                <a:ea typeface="新細明體" pitchFamily="18" charset="-120"/>
              </a:rPr>
              <a:t> the size of </a:t>
            </a:r>
            <a:r>
              <a:rPr lang="en-US" altLang="zh-TW" dirty="0">
                <a:highlight>
                  <a:srgbClr val="00FF00"/>
                </a:highlight>
                <a:ea typeface="新細明體" pitchFamily="18" charset="-120"/>
              </a:rPr>
              <a:t>2</a:t>
            </a:r>
            <a:r>
              <a:rPr lang="en-US" altLang="zh-TW" baseline="30000" dirty="0">
                <a:highlight>
                  <a:srgbClr val="00FF00"/>
                </a:highlight>
                <a:ea typeface="新細明體" pitchFamily="18" charset="-120"/>
              </a:rPr>
              <a:t>nd</a:t>
            </a:r>
            <a:r>
              <a:rPr lang="en-US" altLang="zh-TW" dirty="0">
                <a:highlight>
                  <a:srgbClr val="00FF00"/>
                </a:highlight>
                <a:ea typeface="新細明體" pitchFamily="18" charset="-120"/>
              </a:rPr>
              <a:t> dimension is </a:t>
            </a:r>
            <a:r>
              <a:rPr lang="en-US" altLang="zh-TW" dirty="0">
                <a:solidFill>
                  <a:srgbClr val="0070C0"/>
                </a:solidFill>
                <a:highlight>
                  <a:srgbClr val="00FF00"/>
                </a:highlight>
                <a:ea typeface="新細明體" pitchFamily="18" charset="-120"/>
              </a:rPr>
              <a:t>required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28DF72D-4FD9-7243-A124-9DBE9A34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300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68626" y="3428998"/>
            <a:ext cx="460375" cy="15240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4. 2-D Arrays as Actual Parameters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array[][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rows)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a2[100][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a3[10][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a1, 24 );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	// 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2968626" y="4953000"/>
            <a:ext cx="7546976" cy="1143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>
                <a:ea typeface="新細明體" pitchFamily="18" charset="-120"/>
              </a:rPr>
              <a:t>The actual parameter can be a 2-D array of the same data type in which its </a:t>
            </a:r>
            <a:r>
              <a:rPr lang="en-US" altLang="zh-TW" u="sng" dirty="0">
                <a:ea typeface="新細明體" pitchFamily="18" charset="-120"/>
              </a:rPr>
              <a:t>second dimension must match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CCB8998-A52A-314D-8424-BFB95B6B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174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81400" y="3429000"/>
            <a:ext cx="381000" cy="927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638800" y="1028700"/>
            <a:ext cx="1219200" cy="355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/>
              </a:rPr>
              <a:t>4. Indicating the 1</a:t>
            </a:r>
            <a:r>
              <a:rPr lang="en-US" altLang="zh-TW" sz="3200" baseline="30000" dirty="0">
                <a:ea typeface="新細明體"/>
              </a:rPr>
              <a:t>st</a:t>
            </a:r>
            <a:r>
              <a:rPr lang="en-US" altLang="zh-TW" sz="3200" dirty="0">
                <a:ea typeface="新細明體"/>
              </a:rPr>
              <a:t> Dimension Size via a Parameter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array[][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rows)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a2[100][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a3[10][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];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a1, 24 );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10 );	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	// 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</a:p>
          <a:p>
            <a:pPr marL="34290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7848600" y="1524000"/>
            <a:ext cx="4572000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ea typeface="新細明體" pitchFamily="18" charset="-120"/>
              </a:rPr>
              <a:t>The function is unaware of the size of the first dimension of the actual parameter; the size is usually indicated using a separate parameter.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764E626-9814-5040-B7C4-7E4CD1CE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978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6 C Arrays</a:t>
            </a:r>
          </a:p>
          <a:p>
            <a:pPr lvl="1"/>
            <a:r>
              <a:rPr lang="en-US" dirty="0"/>
              <a:t>Sections 6.7: Passing Arrays to Functions</a:t>
            </a:r>
          </a:p>
          <a:p>
            <a:pPr lvl="1"/>
            <a:r>
              <a:rPr lang="en-US" dirty="0"/>
              <a:t>Sections 6.9: A Case Study</a:t>
            </a:r>
          </a:p>
          <a:p>
            <a:pPr lvl="1"/>
            <a:r>
              <a:rPr lang="en-US" dirty="0"/>
              <a:t>Sections 6.11: Multidimensional Arrays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028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CC33-D2B0-8EA4-5ADE-118A3318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33400" indent="-533400" algn="ctr">
              <a:lnSpc>
                <a:spcPct val="80000"/>
              </a:lnSpc>
              <a:spcBef>
                <a:spcPct val="20000"/>
              </a:spcBef>
            </a:pPr>
            <a:r>
              <a:rPr lang="en-US" altLang="zh-CN" sz="4400" b="1" dirty="0">
                <a:ea typeface="新細明體"/>
              </a:rPr>
              <a:t>Pass-by-value vs. Pass-by-reference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7931D-EB2F-80B7-A51F-AD88BB8DA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5ADB7-EE12-D5B2-00B7-05525DB9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D37F4-9AC3-5470-5798-660DD03B4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" y="1176710"/>
            <a:ext cx="5786466" cy="488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6285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C237-5913-18CE-2441-3CA80409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b="1" dirty="0">
                <a:ea typeface="新細明體"/>
              </a:rPr>
              <a:t>Global variable vs. Local variable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9E367-F313-2C38-05A8-F136D9065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F011D-1A81-ADDC-5587-A6AAA257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DAE24B-5ADF-4FCA-05D9-5E1FB8D17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19" y="1100769"/>
            <a:ext cx="4746653" cy="499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3944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58AE7-C390-7C90-07AA-E5CA7482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DC56C-CB58-86D5-14BA-6E4D8C91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9874"/>
            <a:ext cx="6858000" cy="66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2213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8228-CF11-D75C-7F14-D0640673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C2C7-164C-D3A8-0F88-D8A6EC3C2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609601"/>
            <a:ext cx="11811000" cy="58674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Pass-by-Value</a:t>
            </a:r>
            <a:br>
              <a:rPr lang="en-US" sz="4000" b="1" dirty="0"/>
            </a:br>
            <a:r>
              <a:rPr lang="en-US" sz="4000" b="1" dirty="0"/>
              <a:t>  	</a:t>
            </a:r>
            <a:r>
              <a:rPr lang="en-US" sz="4000" dirty="0"/>
              <a:t>create a new variable</a:t>
            </a:r>
            <a:br>
              <a:rPr lang="en-US" sz="4000" dirty="0"/>
            </a:br>
            <a:r>
              <a:rPr lang="en-US" sz="4000" dirty="0"/>
              <a:t>	copy the value</a:t>
            </a:r>
            <a:br>
              <a:rPr lang="en-US" sz="4000" dirty="0"/>
            </a:br>
            <a:r>
              <a:rPr lang="en-US" sz="4000" dirty="0"/>
              <a:t>	</a:t>
            </a:r>
            <a:r>
              <a:rPr lang="en-US" sz="4000" b="1" dirty="0"/>
              <a:t>cannot</a:t>
            </a:r>
            <a:r>
              <a:rPr lang="en-US" sz="4000" dirty="0"/>
              <a:t> change the variable in main function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Pass-by-Reference</a:t>
            </a:r>
            <a:br>
              <a:rPr lang="en-US" sz="4000" b="1" dirty="0"/>
            </a:br>
            <a:r>
              <a:rPr lang="en-US" sz="4000" b="1" dirty="0"/>
              <a:t>	</a:t>
            </a:r>
            <a:r>
              <a:rPr lang="en-US" sz="4000" dirty="0"/>
              <a:t>Array as parameter,   function(int A[])</a:t>
            </a:r>
            <a:br>
              <a:rPr lang="en-US" sz="4000" dirty="0"/>
            </a:br>
            <a:r>
              <a:rPr lang="en-US" sz="4000" dirty="0"/>
              <a:t>	pass the address, same variable</a:t>
            </a:r>
            <a:br>
              <a:rPr lang="en-US" sz="4000" dirty="0"/>
            </a:br>
            <a:r>
              <a:rPr lang="en-US" sz="4000" dirty="0"/>
              <a:t>	</a:t>
            </a:r>
            <a:r>
              <a:rPr lang="en-US" sz="4000" b="1" dirty="0"/>
              <a:t>can</a:t>
            </a:r>
            <a:r>
              <a:rPr lang="en-US" sz="4000" dirty="0"/>
              <a:t> change the array value in main function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000800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23555</TotalTime>
  <Words>2676</Words>
  <Application>Microsoft Office PowerPoint</Application>
  <PresentationFormat>Widescreen</PresentationFormat>
  <Paragraphs>599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新細明體</vt:lpstr>
      <vt:lpstr>Arial</vt:lpstr>
      <vt:lpstr>Calibri</vt:lpstr>
      <vt:lpstr>Consolas</vt:lpstr>
      <vt:lpstr>Office Theme</vt:lpstr>
      <vt:lpstr>Passing Arrays to Functions  Concept of Pass-by-Value &amp; Pass-by-Reference</vt:lpstr>
      <vt:lpstr>Outline</vt:lpstr>
      <vt:lpstr>1. Passing a 1-D Array to a Function</vt:lpstr>
      <vt:lpstr>1. Passing a 1-D Array to a Function</vt:lpstr>
      <vt:lpstr>1. 1-D Arrays as Formal Parameters</vt:lpstr>
      <vt:lpstr>1. 1-D Arrays as Actual Parameters</vt:lpstr>
      <vt:lpstr>1. Indicating Array Size via a Parameter</vt:lpstr>
      <vt:lpstr>2. A Curious Example</vt:lpstr>
      <vt:lpstr>2. A Curious Example</vt:lpstr>
      <vt:lpstr>2. Array is passed to a function by reference</vt:lpstr>
      <vt:lpstr>2. When an int parameter is passed by value</vt:lpstr>
      <vt:lpstr>2.When a parameter is passed by reference</vt:lpstr>
      <vt:lpstr>2. When a parameter is passed by reference</vt:lpstr>
      <vt:lpstr>3. Pass-by-value vs. Pass-by-reference</vt:lpstr>
      <vt:lpstr>3. Example: Using array to pass data from a callee to a caller</vt:lpstr>
      <vt:lpstr>Outline</vt:lpstr>
      <vt:lpstr>4. Passing a 2-D Array to a Function</vt:lpstr>
      <vt:lpstr>4. 2-D Arrays as Formal Parameters</vt:lpstr>
      <vt:lpstr>4. 2-D Arrays as Actual Parameters</vt:lpstr>
      <vt:lpstr>4. Indicating the 1st Dimension Size via a Parameter</vt:lpstr>
      <vt:lpstr>Reading Assignment</vt:lpstr>
      <vt:lpstr>Pass-by-value vs. Pass-by-reference</vt:lpstr>
      <vt:lpstr>Global variable vs. Local variable</vt:lpstr>
      <vt:lpstr>PowerPoint Presentation</vt:lpstr>
      <vt:lpstr>Pass-by-Value    create a new variable  copy the value  cannot change the variable in main function  Pass-by-Reference  Array as parameter,   function(int A[])  pass the address, same variable  can change the array value in main function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Passing Arrays to Functions Concept of Pass-by-Value &amp; Pass-by-Reference</dc:title>
  <dc:subject/>
  <cp:keywords/>
  <dc:description/>
  <cp:lastModifiedBy>Yuli Jiang (CSD)</cp:lastModifiedBy>
  <cp:revision>5</cp:revision>
  <dcterms:created xsi:type="dcterms:W3CDTF">2011-07-19T12:51:33Z</dcterms:created>
  <dcterms:modified xsi:type="dcterms:W3CDTF">2025-10-26T17:10:41Z</dcterms:modified>
  <cp:category/>
</cp:coreProperties>
</file>